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4.xml"/>
  <Override ContentType="application/vnd.openxmlformats-officedocument.presentationml.slideMaster+xml" PartName="/ppt/slideMasters/slideMaster12.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2" r:id="rId6"/>
    <p:sldMasterId id="2147483654" r:id="rId7"/>
    <p:sldMasterId id="2147483655" r:id="rId8"/>
    <p:sldMasterId id="2147483657" r:id="rId9"/>
    <p:sldMasterId id="2147483659" r:id="rId10"/>
    <p:sldMasterId id="2147483661" r:id="rId11"/>
    <p:sldMasterId id="2147483663" r:id="rId12"/>
    <p:sldMasterId id="2147483665" r:id="rId13"/>
    <p:sldMasterId id="2147483667" r:id="rId14"/>
    <p:sldMasterId id="2147483669" r:id="rId15"/>
    <p:sldMasterId id="2147483671" r:id="rId16"/>
    <p:sldMasterId id="2147483673" r:id="rId17"/>
  </p:sldMasterIdLst>
  <p:notesMasterIdLst>
    <p:notesMasterId r:id="rId18"/>
  </p:notesMasterIdLst>
  <p:sldIdLst>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6" r:id="rId39"/>
    <p:sldId id="277" r:id="rId40"/>
    <p:sldId id="278" r:id="rId41"/>
    <p:sldId id="279" r:id="rId42"/>
    <p:sldId id="280" r:id="rId43"/>
    <p:sldId id="281" r:id="rId44"/>
    <p:sldId id="282" r:id="rId45"/>
    <p:sldId id="283" r:id="rId46"/>
    <p:sldId id="284" r:id="rId47"/>
    <p:sldId id="285" r:id="rId48"/>
    <p:sldId id="286" r:id="rId49"/>
    <p:sldId id="287" r:id="rId50"/>
    <p:sldId id="288" r:id="rId51"/>
    <p:sldId id="289" r:id="rId52"/>
    <p:sldId id="290" r:id="rId53"/>
    <p:sldId id="291" r:id="rId54"/>
    <p:sldId id="292" r:id="rId55"/>
    <p:sldId id="293" r:id="rId56"/>
    <p:sldId id="294" r:id="rId57"/>
    <p:sldId id="295" r:id="rId58"/>
    <p:sldId id="296" r:id="rId59"/>
    <p:sldId id="297" r:id="rId60"/>
    <p:sldId id="298" r:id="rId61"/>
    <p:sldId id="299" r:id="rId62"/>
    <p:sldId id="300" r:id="rId63"/>
    <p:sldId id="301" r:id="rId64"/>
    <p:sldId id="302" r:id="rId65"/>
    <p:sldId id="303" r:id="rId66"/>
  </p:sldIdLst>
  <p:sldSz cy="6858000" cx="9144000"/>
  <p:notesSz cx="6858000" cy="9144000"/>
  <p:embeddedFontLst>
    <p:embeddedFont>
      <p:font typeface="Corbel"/>
      <p:regular r:id="rId67"/>
      <p:bold r:id="rId68"/>
      <p:italic r:id="rId69"/>
      <p:boldItalic r:id="rId70"/>
    </p:embeddedFont>
    <p:embeddedFont>
      <p:font typeface="Tahoma"/>
      <p:regular r:id="rId71"/>
      <p:bold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73" roundtripDataSignature="AMtx7mgKCMmYYrXdE+b4Jyp/3ULSHuUA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22.xml"/><Relationship Id="rId42" Type="http://schemas.openxmlformats.org/officeDocument/2006/relationships/slide" Target="slides/slide24.xml"/><Relationship Id="rId41" Type="http://schemas.openxmlformats.org/officeDocument/2006/relationships/slide" Target="slides/slide23.xml"/><Relationship Id="rId44" Type="http://schemas.openxmlformats.org/officeDocument/2006/relationships/slide" Target="slides/slide26.xml"/><Relationship Id="rId43" Type="http://schemas.openxmlformats.org/officeDocument/2006/relationships/slide" Target="slides/slide25.xml"/><Relationship Id="rId46" Type="http://schemas.openxmlformats.org/officeDocument/2006/relationships/slide" Target="slides/slide28.xml"/><Relationship Id="rId45" Type="http://schemas.openxmlformats.org/officeDocument/2006/relationships/slide" Target="slides/slide27.xml"/><Relationship Id="rId1" Type="http://schemas.openxmlformats.org/officeDocument/2006/relationships/theme" Target="theme/theme1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30.xml"/><Relationship Id="rId47" Type="http://schemas.openxmlformats.org/officeDocument/2006/relationships/slide" Target="slides/slide29.xml"/><Relationship Id="rId49" Type="http://schemas.openxmlformats.org/officeDocument/2006/relationships/slide" Target="slides/slide3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73" Type="http://customschemas.google.com/relationships/presentationmetadata" Target="metadata"/><Relationship Id="rId72" Type="http://schemas.openxmlformats.org/officeDocument/2006/relationships/font" Target="fonts/Tahoma-bold.fntdata"/><Relationship Id="rId31" Type="http://schemas.openxmlformats.org/officeDocument/2006/relationships/slide" Target="slides/slide13.xml"/><Relationship Id="rId30" Type="http://schemas.openxmlformats.org/officeDocument/2006/relationships/slide" Target="slides/slide12.xml"/><Relationship Id="rId33" Type="http://schemas.openxmlformats.org/officeDocument/2006/relationships/slide" Target="slides/slide15.xml"/><Relationship Id="rId32" Type="http://schemas.openxmlformats.org/officeDocument/2006/relationships/slide" Target="slides/slide14.xml"/><Relationship Id="rId35" Type="http://schemas.openxmlformats.org/officeDocument/2006/relationships/slide" Target="slides/slide17.xml"/><Relationship Id="rId34" Type="http://schemas.openxmlformats.org/officeDocument/2006/relationships/slide" Target="slides/slide16.xml"/><Relationship Id="rId71" Type="http://schemas.openxmlformats.org/officeDocument/2006/relationships/font" Target="fonts/Tahoma-regular.fntdata"/><Relationship Id="rId70" Type="http://schemas.openxmlformats.org/officeDocument/2006/relationships/font" Target="fonts/Corbel-boldItalic.fntdata"/><Relationship Id="rId37" Type="http://schemas.openxmlformats.org/officeDocument/2006/relationships/slide" Target="slides/slide19.xml"/><Relationship Id="rId36" Type="http://schemas.openxmlformats.org/officeDocument/2006/relationships/slide" Target="slides/slide18.xml"/><Relationship Id="rId39" Type="http://schemas.openxmlformats.org/officeDocument/2006/relationships/slide" Target="slides/slide21.xml"/><Relationship Id="rId38" Type="http://schemas.openxmlformats.org/officeDocument/2006/relationships/slide" Target="slides/slide20.xml"/><Relationship Id="rId62" Type="http://schemas.openxmlformats.org/officeDocument/2006/relationships/slide" Target="slides/slide44.xml"/><Relationship Id="rId61" Type="http://schemas.openxmlformats.org/officeDocument/2006/relationships/slide" Target="slides/slide43.xml"/><Relationship Id="rId20" Type="http://schemas.openxmlformats.org/officeDocument/2006/relationships/slide" Target="slides/slide2.xml"/><Relationship Id="rId64" Type="http://schemas.openxmlformats.org/officeDocument/2006/relationships/slide" Target="slides/slide46.xml"/><Relationship Id="rId63" Type="http://schemas.openxmlformats.org/officeDocument/2006/relationships/slide" Target="slides/slide45.xml"/><Relationship Id="rId22" Type="http://schemas.openxmlformats.org/officeDocument/2006/relationships/slide" Target="slides/slide4.xml"/><Relationship Id="rId66" Type="http://schemas.openxmlformats.org/officeDocument/2006/relationships/slide" Target="slides/slide48.xml"/><Relationship Id="rId21" Type="http://schemas.openxmlformats.org/officeDocument/2006/relationships/slide" Target="slides/slide3.xml"/><Relationship Id="rId65" Type="http://schemas.openxmlformats.org/officeDocument/2006/relationships/slide" Target="slides/slide47.xml"/><Relationship Id="rId24" Type="http://schemas.openxmlformats.org/officeDocument/2006/relationships/slide" Target="slides/slide6.xml"/><Relationship Id="rId68" Type="http://schemas.openxmlformats.org/officeDocument/2006/relationships/font" Target="fonts/Corbel-bold.fntdata"/><Relationship Id="rId23" Type="http://schemas.openxmlformats.org/officeDocument/2006/relationships/slide" Target="slides/slide5.xml"/><Relationship Id="rId67" Type="http://schemas.openxmlformats.org/officeDocument/2006/relationships/font" Target="fonts/Corbel-regular.fntdata"/><Relationship Id="rId60" Type="http://schemas.openxmlformats.org/officeDocument/2006/relationships/slide" Target="slides/slide42.xml"/><Relationship Id="rId26" Type="http://schemas.openxmlformats.org/officeDocument/2006/relationships/slide" Target="slides/slide8.xml"/><Relationship Id="rId25" Type="http://schemas.openxmlformats.org/officeDocument/2006/relationships/slide" Target="slides/slide7.xml"/><Relationship Id="rId69" Type="http://schemas.openxmlformats.org/officeDocument/2006/relationships/font" Target="fonts/Corbel-italic.fntdata"/><Relationship Id="rId28" Type="http://schemas.openxmlformats.org/officeDocument/2006/relationships/slide" Target="slides/slide10.xml"/><Relationship Id="rId27" Type="http://schemas.openxmlformats.org/officeDocument/2006/relationships/slide" Target="slides/slide9.xml"/><Relationship Id="rId29" Type="http://schemas.openxmlformats.org/officeDocument/2006/relationships/slide" Target="slides/slide11.xml"/><Relationship Id="rId51" Type="http://schemas.openxmlformats.org/officeDocument/2006/relationships/slide" Target="slides/slide33.xml"/><Relationship Id="rId50" Type="http://schemas.openxmlformats.org/officeDocument/2006/relationships/slide" Target="slides/slide32.xml"/><Relationship Id="rId53" Type="http://schemas.openxmlformats.org/officeDocument/2006/relationships/slide" Target="slides/slide35.xml"/><Relationship Id="rId52" Type="http://schemas.openxmlformats.org/officeDocument/2006/relationships/slide" Target="slides/slide34.xml"/><Relationship Id="rId11" Type="http://schemas.openxmlformats.org/officeDocument/2006/relationships/slideMaster" Target="slideMasters/slideMaster8.xml"/><Relationship Id="rId55" Type="http://schemas.openxmlformats.org/officeDocument/2006/relationships/slide" Target="slides/slide37.xml"/><Relationship Id="rId10" Type="http://schemas.openxmlformats.org/officeDocument/2006/relationships/slideMaster" Target="slideMasters/slideMaster7.xml"/><Relationship Id="rId54" Type="http://schemas.openxmlformats.org/officeDocument/2006/relationships/slide" Target="slides/slide36.xml"/><Relationship Id="rId13" Type="http://schemas.openxmlformats.org/officeDocument/2006/relationships/slideMaster" Target="slideMasters/slideMaster10.xml"/><Relationship Id="rId57" Type="http://schemas.openxmlformats.org/officeDocument/2006/relationships/slide" Target="slides/slide39.xml"/><Relationship Id="rId12" Type="http://schemas.openxmlformats.org/officeDocument/2006/relationships/slideMaster" Target="slideMasters/slideMaster9.xml"/><Relationship Id="rId56" Type="http://schemas.openxmlformats.org/officeDocument/2006/relationships/slide" Target="slides/slide38.xml"/><Relationship Id="rId15" Type="http://schemas.openxmlformats.org/officeDocument/2006/relationships/slideMaster" Target="slideMasters/slideMaster12.xml"/><Relationship Id="rId59" Type="http://schemas.openxmlformats.org/officeDocument/2006/relationships/slide" Target="slides/slide41.xml"/><Relationship Id="rId14" Type="http://schemas.openxmlformats.org/officeDocument/2006/relationships/slideMaster" Target="slideMasters/slideMaster11.xml"/><Relationship Id="rId58" Type="http://schemas.openxmlformats.org/officeDocument/2006/relationships/slide" Target="slides/slide40.xml"/><Relationship Id="rId17" Type="http://schemas.openxmlformats.org/officeDocument/2006/relationships/slideMaster" Target="slideMasters/slideMaster14.xml"/><Relationship Id="rId16" Type="http://schemas.openxmlformats.org/officeDocument/2006/relationships/slideMaster" Target="slideMasters/slideMaster13.xml"/><Relationship Id="rId19" Type="http://schemas.openxmlformats.org/officeDocument/2006/relationships/slide" Target="slides/slide1.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 name="Google Shape;468;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5" name="Google Shape;59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4" name="Google Shape;61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0" name="Google Shape;680;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8" name="Google Shape;71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1" name="Google Shape;73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2" name="Google Shape;732;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5" name="Google Shape;785;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6" name="Google Shape;786;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5" name="Google Shape;79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1" name="Google Shape;831;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2" name="Google Shape;832;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5" name="Google Shape;87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0" name="Google Shape;89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1" name="Google Shape;891;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2" name="Google Shape;902;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9" name="Google Shape;91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3" name="Google Shape;93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4" name="Google Shape;934;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8" name="Google Shape;948;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9" name="Google Shape;949;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3" name="Google Shape;96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4" name="Google Shape;964;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6" name="Google Shape;1006;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7" name="Google Shape;1007;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4" name="Google Shape;1124;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6" name="Google Shape;1136;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7" name="Google Shape;1137;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7" name="Google Shape;1187;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8" name="Google Shape;1188;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3" name="Google Shape;120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4" name="Google Shape;1204;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5" name="Google Shape;121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2" name="Google Shape;123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3" name="Google Shape;1233;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5" name="Google Shape;124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7" name="Google Shape;1257;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8" name="Google Shape;1258;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1" name="Google Shape;1271;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2" name="Google Shape;1272;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5" name="Google Shape;1285;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6" name="Google Shape;1286;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7" name="Google Shape;1297;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8" name="Google Shape;1298;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1" name="Google Shape;1311;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2" name="Google Shape;1312;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9" name="Google Shape;1319;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0" name="Google Shape;1320;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7" name="Google Shape;1327;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8" name="Google Shape;1328;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5" name="Google Shape;1335;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6" name="Google Shape;1336;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3" name="Google Shape;1343;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4" name="Google Shape;1344;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1" name="Google Shape;1351;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2" name="Google Shape;1352;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9" name="Google Shape;1359;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0" name="Google Shape;1360;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7" name="Google Shape;1367;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8" name="Google Shape;1368;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5" name="Google Shape;1375;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6" name="Google Shape;1376;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3" name="Google Shape;1383;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4" name="Google Shape;1384;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1" name="Google Shape;1391;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2" name="Google Shape;1392;p4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9" name="Google Shape;1399;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0" name="Google Shape;1400;p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7" name="Google Shape;1407;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8" name="Google Shape;1408;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5" name="Google Shape;1415;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6" name="Google Shape;1416;p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7" name="Shape 27"/>
        <p:cNvGrpSpPr/>
        <p:nvPr/>
      </p:nvGrpSpPr>
      <p:grpSpPr>
        <a:xfrm>
          <a:off x="0" y="0"/>
          <a:ext cx="0" cy="0"/>
          <a:chOff x="0" y="0"/>
          <a:chExt cx="0" cy="0"/>
        </a:xfrm>
      </p:grpSpPr>
      <p:sp>
        <p:nvSpPr>
          <p:cNvPr id="28" name="Google Shape;28;p50"/>
          <p:cNvSpPr txBox="1"/>
          <p:nvPr>
            <p:ph type="ctrTitle"/>
          </p:nvPr>
        </p:nvSpPr>
        <p:spPr>
          <a:xfrm>
            <a:off x="1143000" y="1115568"/>
            <a:ext cx="6705600" cy="5334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b="1" sz="3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0"/>
          <p:cNvSpPr txBox="1"/>
          <p:nvPr>
            <p:ph idx="1" type="subTitle"/>
          </p:nvPr>
        </p:nvSpPr>
        <p:spPr>
          <a:xfrm>
            <a:off x="3505200" y="2971800"/>
            <a:ext cx="4343400" cy="685800"/>
          </a:xfrm>
          <a:prstGeom prst="rect">
            <a:avLst/>
          </a:prstGeom>
          <a:noFill/>
          <a:ln>
            <a:noFill/>
          </a:ln>
        </p:spPr>
        <p:txBody>
          <a:bodyPr anchorCtr="0" anchor="t" bIns="45700" lIns="91425" spcFirstLastPara="1" rIns="91425" wrap="square" tIns="45700">
            <a:noAutofit/>
          </a:bodyPr>
          <a:lstStyle>
            <a:lvl1pPr lvl="0" algn="r">
              <a:lnSpc>
                <a:spcPct val="100000"/>
              </a:lnSpc>
              <a:spcBef>
                <a:spcPts val="400"/>
              </a:spcBef>
              <a:spcAft>
                <a:spcPts val="0"/>
              </a:spcAft>
              <a:buSzPts val="2000"/>
              <a:buFont typeface="Noto Sans Symbols"/>
              <a:buNone/>
              <a:defRPr sz="2000">
                <a:solidFill>
                  <a:schemeClr val="lt1"/>
                </a:solidFill>
              </a:defRPr>
            </a:lvl1pPr>
            <a:lvl2pPr lvl="1" algn="l">
              <a:lnSpc>
                <a:spcPct val="100000"/>
              </a:lnSpc>
              <a:spcBef>
                <a:spcPts val="360"/>
              </a:spcBef>
              <a:spcAft>
                <a:spcPts val="0"/>
              </a:spcAft>
              <a:buSzPts val="1800"/>
              <a:buChar char="▪"/>
              <a:defRPr/>
            </a:lvl2pPr>
            <a:lvl3pPr lvl="2" algn="l">
              <a:lnSpc>
                <a:spcPct val="100000"/>
              </a:lnSpc>
              <a:spcBef>
                <a:spcPts val="360"/>
              </a:spcBef>
              <a:spcAft>
                <a:spcPts val="0"/>
              </a:spcAft>
              <a:buSzPts val="1800"/>
              <a:buChar char="•"/>
              <a:defRPr/>
            </a:lvl3pPr>
            <a:lvl4pPr lvl="3" algn="l">
              <a:lnSpc>
                <a:spcPct val="100000"/>
              </a:lnSpc>
              <a:spcBef>
                <a:spcPts val="360"/>
              </a:spcBef>
              <a:spcAft>
                <a:spcPts val="0"/>
              </a:spcAft>
              <a:buClr>
                <a:schemeClr val="dk1"/>
              </a:buClr>
              <a:buSzPts val="1800"/>
              <a:buChar char="–"/>
              <a:defRPr/>
            </a:lvl4pPr>
            <a:lvl5pPr lvl="4" algn="l">
              <a:lnSpc>
                <a:spcPct val="100000"/>
              </a:lnSpc>
              <a:spcBef>
                <a:spcPts val="360"/>
              </a:spcBef>
              <a:spcAft>
                <a:spcPts val="0"/>
              </a:spcAft>
              <a:buClr>
                <a:schemeClr val="dk1"/>
              </a:buClr>
              <a:buSzPts val="1800"/>
              <a:buChar char="»"/>
              <a:defRPr/>
            </a:lvl5pPr>
            <a:lvl6pPr lvl="5" algn="l">
              <a:lnSpc>
                <a:spcPct val="100000"/>
              </a:lnSpc>
              <a:spcBef>
                <a:spcPts val="360"/>
              </a:spcBef>
              <a:spcAft>
                <a:spcPts val="0"/>
              </a:spcAft>
              <a:buClr>
                <a:schemeClr val="dk1"/>
              </a:buClr>
              <a:buSzPts val="1800"/>
              <a:buChar char="»"/>
              <a:defRPr/>
            </a:lvl6pPr>
            <a:lvl7pPr lvl="6" algn="l">
              <a:lnSpc>
                <a:spcPct val="100000"/>
              </a:lnSpc>
              <a:spcBef>
                <a:spcPts val="360"/>
              </a:spcBef>
              <a:spcAft>
                <a:spcPts val="0"/>
              </a:spcAft>
              <a:buClr>
                <a:schemeClr val="dk1"/>
              </a:buClr>
              <a:buSzPts val="1800"/>
              <a:buChar char="»"/>
              <a:defRPr/>
            </a:lvl7pPr>
            <a:lvl8pPr lvl="7" algn="l">
              <a:lnSpc>
                <a:spcPct val="100000"/>
              </a:lnSpc>
              <a:spcBef>
                <a:spcPts val="360"/>
              </a:spcBef>
              <a:spcAft>
                <a:spcPts val="0"/>
              </a:spcAft>
              <a:buClr>
                <a:schemeClr val="dk1"/>
              </a:buClr>
              <a:buSzPts val="1800"/>
              <a:buChar char="»"/>
              <a:defRPr/>
            </a:lvl8pPr>
            <a:lvl9pPr lvl="8" algn="l">
              <a:lnSpc>
                <a:spcPct val="100000"/>
              </a:lnSpc>
              <a:spcBef>
                <a:spcPts val="360"/>
              </a:spcBef>
              <a:spcAft>
                <a:spcPts val="0"/>
              </a:spcAft>
              <a:buClr>
                <a:schemeClr val="dk1"/>
              </a:buClr>
              <a:buSzPts val="1800"/>
              <a:buChar char="»"/>
              <a:defRPr/>
            </a:lvl9pPr>
          </a:lstStyle>
          <a:p/>
        </p:txBody>
      </p:sp>
      <p:sp>
        <p:nvSpPr>
          <p:cNvPr id="30" name="Google Shape;30;p50"/>
          <p:cNvSpPr txBox="1"/>
          <p:nvPr>
            <p:ph idx="10" type="dt"/>
          </p:nvPr>
        </p:nvSpPr>
        <p:spPr>
          <a:xfrm>
            <a:off x="3352800" y="6553200"/>
            <a:ext cx="2133600" cy="152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0"/>
          <p:cNvSpPr txBox="1"/>
          <p:nvPr>
            <p:ph idx="11" type="ftr"/>
          </p:nvPr>
        </p:nvSpPr>
        <p:spPr>
          <a:xfrm>
            <a:off x="304800" y="6477000"/>
            <a:ext cx="2590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2"/>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2"/>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2"/>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1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0" name="Shape 70"/>
        <p:cNvGrpSpPr/>
        <p:nvPr/>
      </p:nvGrpSpPr>
      <p:grpSpPr>
        <a:xfrm>
          <a:off x="0" y="0"/>
          <a:ext cx="0" cy="0"/>
          <a:chOff x="0" y="0"/>
          <a:chExt cx="0" cy="0"/>
        </a:xfrm>
      </p:grpSpPr>
      <p:sp>
        <p:nvSpPr>
          <p:cNvPr id="71" name="Google Shape;71;p54"/>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4"/>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SzPts val="2800"/>
              <a:buChar char="❖"/>
              <a:defRPr b="0"/>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3" name="Google Shape;73;p54"/>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4"/>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1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8" name="Shape 108"/>
        <p:cNvGrpSpPr/>
        <p:nvPr/>
      </p:nvGrpSpPr>
      <p:grpSpPr>
        <a:xfrm>
          <a:off x="0" y="0"/>
          <a:ext cx="0" cy="0"/>
          <a:chOff x="0" y="0"/>
          <a:chExt cx="0" cy="0"/>
        </a:xfrm>
      </p:grpSpPr>
      <p:sp>
        <p:nvSpPr>
          <p:cNvPr id="109" name="Google Shape;109;p5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5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SzPts val="2000"/>
              <a:buNone/>
              <a:defRPr sz="2000"/>
            </a:lvl1pPr>
            <a:lvl2pPr indent="-228600" lvl="1" marL="914400" algn="l">
              <a:lnSpc>
                <a:spcPct val="100000"/>
              </a:lnSpc>
              <a:spcBef>
                <a:spcPts val="360"/>
              </a:spcBef>
              <a:spcAft>
                <a:spcPts val="0"/>
              </a:spcAft>
              <a:buSzPts val="1800"/>
              <a:buNone/>
              <a:defRPr sz="1800"/>
            </a:lvl2pPr>
            <a:lvl3pPr indent="-228600" lvl="2" marL="1371600" algn="l">
              <a:lnSpc>
                <a:spcPct val="100000"/>
              </a:lnSpc>
              <a:spcBef>
                <a:spcPts val="320"/>
              </a:spcBef>
              <a:spcAft>
                <a:spcPts val="0"/>
              </a:spcAft>
              <a:buSzPts val="1600"/>
              <a:buFont typeface="Tahoma"/>
              <a:buNone/>
              <a:defRPr sz="1600"/>
            </a:lvl3pPr>
            <a:lvl4pPr indent="-228600" lvl="3" marL="1828800" algn="l">
              <a:lnSpc>
                <a:spcPct val="100000"/>
              </a:lnSpc>
              <a:spcBef>
                <a:spcPts val="280"/>
              </a:spcBef>
              <a:spcAft>
                <a:spcPts val="0"/>
              </a:spcAft>
              <a:buClr>
                <a:schemeClr val="dk1"/>
              </a:buClr>
              <a:buSzPts val="1400"/>
              <a:buFont typeface="Tahoma"/>
              <a:buNone/>
              <a:defRPr sz="1400"/>
            </a:lvl4pPr>
            <a:lvl5pPr indent="-228600" lvl="4" marL="2286000" algn="l">
              <a:lnSpc>
                <a:spcPct val="100000"/>
              </a:lnSpc>
              <a:spcBef>
                <a:spcPts val="280"/>
              </a:spcBef>
              <a:spcAft>
                <a:spcPts val="0"/>
              </a:spcAft>
              <a:buClr>
                <a:schemeClr val="dk1"/>
              </a:buClr>
              <a:buSzPts val="1400"/>
              <a:buFont typeface="Tahoma"/>
              <a:buNone/>
              <a:defRPr sz="1400"/>
            </a:lvl5pPr>
            <a:lvl6pPr indent="-228600" lvl="5" marL="2743200" algn="l">
              <a:lnSpc>
                <a:spcPct val="100000"/>
              </a:lnSpc>
              <a:spcBef>
                <a:spcPts val="280"/>
              </a:spcBef>
              <a:spcAft>
                <a:spcPts val="0"/>
              </a:spcAft>
              <a:buClr>
                <a:schemeClr val="dk1"/>
              </a:buClr>
              <a:buSzPts val="1400"/>
              <a:buFont typeface="Arial"/>
              <a:buNone/>
              <a:defRPr sz="1400"/>
            </a:lvl6pPr>
            <a:lvl7pPr indent="-228600" lvl="6" marL="3200400" algn="l">
              <a:lnSpc>
                <a:spcPct val="100000"/>
              </a:lnSpc>
              <a:spcBef>
                <a:spcPts val="280"/>
              </a:spcBef>
              <a:spcAft>
                <a:spcPts val="0"/>
              </a:spcAft>
              <a:buClr>
                <a:schemeClr val="dk1"/>
              </a:buClr>
              <a:buSzPts val="1400"/>
              <a:buFont typeface="Arial"/>
              <a:buNone/>
              <a:defRPr sz="1400"/>
            </a:lvl7pPr>
            <a:lvl8pPr indent="-228600" lvl="7" marL="3657600" algn="l">
              <a:lnSpc>
                <a:spcPct val="100000"/>
              </a:lnSpc>
              <a:spcBef>
                <a:spcPts val="280"/>
              </a:spcBef>
              <a:spcAft>
                <a:spcPts val="0"/>
              </a:spcAft>
              <a:buClr>
                <a:schemeClr val="dk1"/>
              </a:buClr>
              <a:buSzPts val="1400"/>
              <a:buFont typeface="Arial"/>
              <a:buNone/>
              <a:defRPr sz="1400"/>
            </a:lvl8pPr>
            <a:lvl9pPr indent="-228600" lvl="8" marL="4114800" algn="l">
              <a:lnSpc>
                <a:spcPct val="100000"/>
              </a:lnSpc>
              <a:spcBef>
                <a:spcPts val="280"/>
              </a:spcBef>
              <a:spcAft>
                <a:spcPts val="0"/>
              </a:spcAft>
              <a:buClr>
                <a:schemeClr val="dk1"/>
              </a:buClr>
              <a:buSzPts val="1400"/>
              <a:buFont typeface="Arial"/>
              <a:buNone/>
              <a:defRPr sz="1400"/>
            </a:lvl9pPr>
          </a:lstStyle>
          <a:p/>
        </p:txBody>
      </p:sp>
      <p:sp>
        <p:nvSpPr>
          <p:cNvPr id="111" name="Google Shape;111;p57"/>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57"/>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1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0" name="Shape 130"/>
        <p:cNvGrpSpPr/>
        <p:nvPr/>
      </p:nvGrpSpPr>
      <p:grpSpPr>
        <a:xfrm>
          <a:off x="0" y="0"/>
          <a:ext cx="0" cy="0"/>
          <a:chOff x="0" y="0"/>
          <a:chExt cx="0" cy="0"/>
        </a:xfrm>
      </p:grpSpPr>
      <p:sp>
        <p:nvSpPr>
          <p:cNvPr id="131" name="Google Shape;131;p59"/>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59"/>
          <p:cNvSpPr txBox="1"/>
          <p:nvPr>
            <p:ph idx="1" type="body"/>
          </p:nvPr>
        </p:nvSpPr>
        <p:spPr>
          <a:xfrm>
            <a:off x="457200" y="1076325"/>
            <a:ext cx="4038600" cy="5248275"/>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SzPts val="2800"/>
              <a:buChar char="❖"/>
              <a:defRPr sz="2800"/>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Font typeface="Tahoma"/>
              <a:buChar char="•"/>
              <a:defRPr sz="2000"/>
            </a:lvl3pPr>
            <a:lvl4pPr indent="-342900" lvl="3" marL="1828800" algn="l">
              <a:lnSpc>
                <a:spcPct val="100000"/>
              </a:lnSpc>
              <a:spcBef>
                <a:spcPts val="360"/>
              </a:spcBef>
              <a:spcAft>
                <a:spcPts val="0"/>
              </a:spcAft>
              <a:buClr>
                <a:schemeClr val="dk1"/>
              </a:buClr>
              <a:buSzPts val="1800"/>
              <a:buFont typeface="Tahoma"/>
              <a:buChar char="–"/>
              <a:defRPr sz="1800"/>
            </a:lvl4pPr>
            <a:lvl5pPr indent="-342900" lvl="4" marL="2286000" algn="l">
              <a:lnSpc>
                <a:spcPct val="100000"/>
              </a:lnSpc>
              <a:spcBef>
                <a:spcPts val="360"/>
              </a:spcBef>
              <a:spcAft>
                <a:spcPts val="0"/>
              </a:spcAft>
              <a:buClr>
                <a:schemeClr val="dk1"/>
              </a:buClr>
              <a:buSzPts val="1800"/>
              <a:buFont typeface="Tahoma"/>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133" name="Google Shape;133;p59"/>
          <p:cNvSpPr txBox="1"/>
          <p:nvPr>
            <p:ph idx="2" type="body"/>
          </p:nvPr>
        </p:nvSpPr>
        <p:spPr>
          <a:xfrm>
            <a:off x="4648200" y="1076325"/>
            <a:ext cx="4038600" cy="5248275"/>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SzPts val="2800"/>
              <a:buChar char="❖"/>
              <a:defRPr sz="2800"/>
            </a:lvl1pPr>
            <a:lvl2pPr indent="-381000" lvl="1" marL="914400" algn="l">
              <a:lnSpc>
                <a:spcPct val="100000"/>
              </a:lnSpc>
              <a:spcBef>
                <a:spcPts val="480"/>
              </a:spcBef>
              <a:spcAft>
                <a:spcPts val="0"/>
              </a:spcAft>
              <a:buSzPts val="2400"/>
              <a:buChar char="▪"/>
              <a:defRPr sz="2400"/>
            </a:lvl2pPr>
            <a:lvl3pPr indent="-355600" lvl="2" marL="1371600" algn="l">
              <a:lnSpc>
                <a:spcPct val="100000"/>
              </a:lnSpc>
              <a:spcBef>
                <a:spcPts val="400"/>
              </a:spcBef>
              <a:spcAft>
                <a:spcPts val="0"/>
              </a:spcAft>
              <a:buSzPts val="2000"/>
              <a:buFont typeface="Tahoma"/>
              <a:buChar char="•"/>
              <a:defRPr sz="2000"/>
            </a:lvl3pPr>
            <a:lvl4pPr indent="-342900" lvl="3" marL="1828800" algn="l">
              <a:lnSpc>
                <a:spcPct val="100000"/>
              </a:lnSpc>
              <a:spcBef>
                <a:spcPts val="360"/>
              </a:spcBef>
              <a:spcAft>
                <a:spcPts val="0"/>
              </a:spcAft>
              <a:buClr>
                <a:schemeClr val="dk1"/>
              </a:buClr>
              <a:buSzPts val="1800"/>
              <a:buFont typeface="Tahoma"/>
              <a:buChar char="–"/>
              <a:defRPr sz="1800"/>
            </a:lvl4pPr>
            <a:lvl5pPr indent="-342900" lvl="4" marL="2286000" algn="l">
              <a:lnSpc>
                <a:spcPct val="100000"/>
              </a:lnSpc>
              <a:spcBef>
                <a:spcPts val="360"/>
              </a:spcBef>
              <a:spcAft>
                <a:spcPts val="0"/>
              </a:spcAft>
              <a:buClr>
                <a:schemeClr val="dk1"/>
              </a:buClr>
              <a:buSzPts val="1800"/>
              <a:buFont typeface="Tahoma"/>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134" name="Google Shape;134;p59"/>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59"/>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1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53" name="Shape 153"/>
        <p:cNvGrpSpPr/>
        <p:nvPr/>
      </p:nvGrpSpPr>
      <p:grpSpPr>
        <a:xfrm>
          <a:off x="0" y="0"/>
          <a:ext cx="0" cy="0"/>
          <a:chOff x="0" y="0"/>
          <a:chExt cx="0" cy="0"/>
        </a:xfrm>
      </p:grpSpPr>
      <p:sp>
        <p:nvSpPr>
          <p:cNvPr id="154" name="Google Shape;154;p6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2400"/>
              <a:buNone/>
              <a:defRPr b="1" sz="2400"/>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Font typeface="Tahoma"/>
              <a:buNone/>
              <a:defRPr b="1" sz="1800"/>
            </a:lvl3pPr>
            <a:lvl4pPr indent="-228600" lvl="3" marL="1828800" algn="l">
              <a:lnSpc>
                <a:spcPct val="100000"/>
              </a:lnSpc>
              <a:spcBef>
                <a:spcPts val="320"/>
              </a:spcBef>
              <a:spcAft>
                <a:spcPts val="0"/>
              </a:spcAft>
              <a:buClr>
                <a:schemeClr val="dk1"/>
              </a:buClr>
              <a:buSzPts val="1600"/>
              <a:buFont typeface="Tahoma"/>
              <a:buNone/>
              <a:defRPr b="1" sz="1600"/>
            </a:lvl4pPr>
            <a:lvl5pPr indent="-228600" lvl="4" marL="2286000" algn="l">
              <a:lnSpc>
                <a:spcPct val="100000"/>
              </a:lnSpc>
              <a:spcBef>
                <a:spcPts val="320"/>
              </a:spcBef>
              <a:spcAft>
                <a:spcPts val="0"/>
              </a:spcAft>
              <a:buClr>
                <a:schemeClr val="dk1"/>
              </a:buClr>
              <a:buSzPts val="1600"/>
              <a:buFont typeface="Tahoma"/>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155" name="Google Shape;155;p6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SzPts val="2400"/>
              <a:buChar char="❖"/>
              <a:defRPr sz="2400"/>
            </a:lvl1pPr>
            <a:lvl2pPr indent="-355600" lvl="1" marL="914400" algn="l">
              <a:lnSpc>
                <a:spcPct val="100000"/>
              </a:lnSpc>
              <a:spcBef>
                <a:spcPts val="400"/>
              </a:spcBef>
              <a:spcAft>
                <a:spcPts val="0"/>
              </a:spcAft>
              <a:buSzPts val="2000"/>
              <a:buChar char="▪"/>
              <a:defRPr sz="2000"/>
            </a:lvl2pPr>
            <a:lvl3pPr indent="-342900" lvl="2" marL="1371600" algn="l">
              <a:lnSpc>
                <a:spcPct val="100000"/>
              </a:lnSpc>
              <a:spcBef>
                <a:spcPts val="360"/>
              </a:spcBef>
              <a:spcAft>
                <a:spcPts val="0"/>
              </a:spcAft>
              <a:buSzPts val="1800"/>
              <a:buFont typeface="Tahoma"/>
              <a:buChar char="•"/>
              <a:defRPr sz="1800"/>
            </a:lvl3pPr>
            <a:lvl4pPr indent="-330200" lvl="3" marL="1828800" algn="l">
              <a:lnSpc>
                <a:spcPct val="100000"/>
              </a:lnSpc>
              <a:spcBef>
                <a:spcPts val="320"/>
              </a:spcBef>
              <a:spcAft>
                <a:spcPts val="0"/>
              </a:spcAft>
              <a:buClr>
                <a:schemeClr val="dk1"/>
              </a:buClr>
              <a:buSzPts val="1600"/>
              <a:buFont typeface="Tahoma"/>
              <a:buChar char="–"/>
              <a:defRPr sz="1600"/>
            </a:lvl4pPr>
            <a:lvl5pPr indent="-330200" lvl="4" marL="2286000" algn="l">
              <a:lnSpc>
                <a:spcPct val="100000"/>
              </a:lnSpc>
              <a:spcBef>
                <a:spcPts val="320"/>
              </a:spcBef>
              <a:spcAft>
                <a:spcPts val="0"/>
              </a:spcAft>
              <a:buClr>
                <a:schemeClr val="dk1"/>
              </a:buClr>
              <a:buSzPts val="1600"/>
              <a:buFont typeface="Tahoma"/>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156" name="Google Shape;156;p6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2400"/>
              <a:buNone/>
              <a:defRPr b="1" sz="2400"/>
            </a:lvl1pPr>
            <a:lvl2pPr indent="-228600" lvl="1" marL="914400" algn="l">
              <a:lnSpc>
                <a:spcPct val="100000"/>
              </a:lnSpc>
              <a:spcBef>
                <a:spcPts val="400"/>
              </a:spcBef>
              <a:spcAft>
                <a:spcPts val="0"/>
              </a:spcAft>
              <a:buSzPts val="2000"/>
              <a:buNone/>
              <a:defRPr b="1" sz="2000"/>
            </a:lvl2pPr>
            <a:lvl3pPr indent="-228600" lvl="2" marL="1371600" algn="l">
              <a:lnSpc>
                <a:spcPct val="100000"/>
              </a:lnSpc>
              <a:spcBef>
                <a:spcPts val="360"/>
              </a:spcBef>
              <a:spcAft>
                <a:spcPts val="0"/>
              </a:spcAft>
              <a:buSzPts val="1800"/>
              <a:buFont typeface="Tahoma"/>
              <a:buNone/>
              <a:defRPr b="1" sz="1800"/>
            </a:lvl3pPr>
            <a:lvl4pPr indent="-228600" lvl="3" marL="1828800" algn="l">
              <a:lnSpc>
                <a:spcPct val="100000"/>
              </a:lnSpc>
              <a:spcBef>
                <a:spcPts val="320"/>
              </a:spcBef>
              <a:spcAft>
                <a:spcPts val="0"/>
              </a:spcAft>
              <a:buClr>
                <a:schemeClr val="dk1"/>
              </a:buClr>
              <a:buSzPts val="1600"/>
              <a:buFont typeface="Tahoma"/>
              <a:buNone/>
              <a:defRPr b="1" sz="1600"/>
            </a:lvl4pPr>
            <a:lvl5pPr indent="-228600" lvl="4" marL="2286000" algn="l">
              <a:lnSpc>
                <a:spcPct val="100000"/>
              </a:lnSpc>
              <a:spcBef>
                <a:spcPts val="320"/>
              </a:spcBef>
              <a:spcAft>
                <a:spcPts val="0"/>
              </a:spcAft>
              <a:buClr>
                <a:schemeClr val="dk1"/>
              </a:buClr>
              <a:buSzPts val="1600"/>
              <a:buFont typeface="Tahoma"/>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157" name="Google Shape;157;p6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SzPts val="2400"/>
              <a:buChar char="❖"/>
              <a:defRPr sz="2400"/>
            </a:lvl1pPr>
            <a:lvl2pPr indent="-355600" lvl="1" marL="914400" algn="l">
              <a:lnSpc>
                <a:spcPct val="100000"/>
              </a:lnSpc>
              <a:spcBef>
                <a:spcPts val="400"/>
              </a:spcBef>
              <a:spcAft>
                <a:spcPts val="0"/>
              </a:spcAft>
              <a:buSzPts val="2000"/>
              <a:buChar char="▪"/>
              <a:defRPr sz="2000"/>
            </a:lvl2pPr>
            <a:lvl3pPr indent="-342900" lvl="2" marL="1371600" algn="l">
              <a:lnSpc>
                <a:spcPct val="100000"/>
              </a:lnSpc>
              <a:spcBef>
                <a:spcPts val="360"/>
              </a:spcBef>
              <a:spcAft>
                <a:spcPts val="0"/>
              </a:spcAft>
              <a:buSzPts val="1800"/>
              <a:buFont typeface="Tahoma"/>
              <a:buChar char="•"/>
              <a:defRPr sz="1800"/>
            </a:lvl3pPr>
            <a:lvl4pPr indent="-330200" lvl="3" marL="1828800" algn="l">
              <a:lnSpc>
                <a:spcPct val="100000"/>
              </a:lnSpc>
              <a:spcBef>
                <a:spcPts val="320"/>
              </a:spcBef>
              <a:spcAft>
                <a:spcPts val="0"/>
              </a:spcAft>
              <a:buClr>
                <a:schemeClr val="dk1"/>
              </a:buClr>
              <a:buSzPts val="1600"/>
              <a:buFont typeface="Tahoma"/>
              <a:buChar char="–"/>
              <a:defRPr sz="1600"/>
            </a:lvl4pPr>
            <a:lvl5pPr indent="-330200" lvl="4" marL="2286000" algn="l">
              <a:lnSpc>
                <a:spcPct val="100000"/>
              </a:lnSpc>
              <a:spcBef>
                <a:spcPts val="320"/>
              </a:spcBef>
              <a:spcAft>
                <a:spcPts val="0"/>
              </a:spcAft>
              <a:buClr>
                <a:schemeClr val="dk1"/>
              </a:buClr>
              <a:buSzPts val="1600"/>
              <a:buFont typeface="Tahoma"/>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158" name="Google Shape;158;p61"/>
          <p:cNvSpPr txBox="1"/>
          <p:nvPr>
            <p:ph type="title"/>
          </p:nvPr>
        </p:nvSpPr>
        <p:spPr>
          <a:xfrm>
            <a:off x="1143000" y="381000"/>
            <a:ext cx="6705600" cy="56356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61"/>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61"/>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1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8" name="Shape 178"/>
        <p:cNvGrpSpPr/>
        <p:nvPr/>
      </p:nvGrpSpPr>
      <p:grpSpPr>
        <a:xfrm>
          <a:off x="0" y="0"/>
          <a:ext cx="0" cy="0"/>
          <a:chOff x="0" y="0"/>
          <a:chExt cx="0" cy="0"/>
        </a:xfrm>
      </p:grpSpPr>
      <p:sp>
        <p:nvSpPr>
          <p:cNvPr id="179" name="Google Shape;179;p63"/>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p63"/>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1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8" name="Shape 198"/>
        <p:cNvGrpSpPr/>
        <p:nvPr/>
      </p:nvGrpSpPr>
      <p:grpSpPr>
        <a:xfrm>
          <a:off x="0" y="0"/>
          <a:ext cx="0" cy="0"/>
          <a:chOff x="0" y="0"/>
          <a:chExt cx="0" cy="0"/>
        </a:xfrm>
      </p:grpSpPr>
      <p:sp>
        <p:nvSpPr>
          <p:cNvPr id="199" name="Google Shape;199;p6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6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SzPts val="3200"/>
              <a:buChar char="❖"/>
              <a:defRPr sz="3200"/>
            </a:lvl1pPr>
            <a:lvl2pPr indent="-406400" lvl="1" marL="914400" algn="l">
              <a:lnSpc>
                <a:spcPct val="100000"/>
              </a:lnSpc>
              <a:spcBef>
                <a:spcPts val="560"/>
              </a:spcBef>
              <a:spcAft>
                <a:spcPts val="0"/>
              </a:spcAft>
              <a:buSzPts val="2800"/>
              <a:buChar char="▪"/>
              <a:defRPr sz="2800"/>
            </a:lvl2pPr>
            <a:lvl3pPr indent="-381000" lvl="2" marL="1371600" algn="l">
              <a:lnSpc>
                <a:spcPct val="100000"/>
              </a:lnSpc>
              <a:spcBef>
                <a:spcPts val="480"/>
              </a:spcBef>
              <a:spcAft>
                <a:spcPts val="0"/>
              </a:spcAft>
              <a:buSzPts val="2400"/>
              <a:buFont typeface="Tahoma"/>
              <a:buChar char="•"/>
              <a:defRPr sz="2400"/>
            </a:lvl3pPr>
            <a:lvl4pPr indent="-355600" lvl="3" marL="1828800" algn="l">
              <a:lnSpc>
                <a:spcPct val="100000"/>
              </a:lnSpc>
              <a:spcBef>
                <a:spcPts val="400"/>
              </a:spcBef>
              <a:spcAft>
                <a:spcPts val="0"/>
              </a:spcAft>
              <a:buClr>
                <a:schemeClr val="dk1"/>
              </a:buClr>
              <a:buSzPts val="2000"/>
              <a:buFont typeface="Tahoma"/>
              <a:buChar char="–"/>
              <a:defRPr sz="2000"/>
            </a:lvl4pPr>
            <a:lvl5pPr indent="-355600" lvl="4" marL="2286000" algn="l">
              <a:lnSpc>
                <a:spcPct val="100000"/>
              </a:lnSpc>
              <a:spcBef>
                <a:spcPts val="400"/>
              </a:spcBef>
              <a:spcAft>
                <a:spcPts val="0"/>
              </a:spcAft>
              <a:buClr>
                <a:schemeClr val="dk1"/>
              </a:buClr>
              <a:buSzPts val="2000"/>
              <a:buFont typeface="Tahoma"/>
              <a:buChar char="»"/>
              <a:defRPr sz="2000"/>
            </a:lvl5pPr>
            <a:lvl6pPr indent="-355600" lvl="5" marL="2743200" algn="l">
              <a:lnSpc>
                <a:spcPct val="100000"/>
              </a:lnSpc>
              <a:spcBef>
                <a:spcPts val="400"/>
              </a:spcBef>
              <a:spcAft>
                <a:spcPts val="0"/>
              </a:spcAft>
              <a:buClr>
                <a:schemeClr val="dk1"/>
              </a:buClr>
              <a:buSzPts val="2000"/>
              <a:buFont typeface="Arial"/>
              <a:buChar char="»"/>
              <a:defRPr sz="2000"/>
            </a:lvl6pPr>
            <a:lvl7pPr indent="-355600" lvl="6" marL="3200400" algn="l">
              <a:lnSpc>
                <a:spcPct val="100000"/>
              </a:lnSpc>
              <a:spcBef>
                <a:spcPts val="400"/>
              </a:spcBef>
              <a:spcAft>
                <a:spcPts val="0"/>
              </a:spcAft>
              <a:buClr>
                <a:schemeClr val="dk1"/>
              </a:buClr>
              <a:buSzPts val="2000"/>
              <a:buFont typeface="Arial"/>
              <a:buChar char="»"/>
              <a:defRPr sz="2000"/>
            </a:lvl7pPr>
            <a:lvl8pPr indent="-355600" lvl="7" marL="3657600" algn="l">
              <a:lnSpc>
                <a:spcPct val="100000"/>
              </a:lnSpc>
              <a:spcBef>
                <a:spcPts val="400"/>
              </a:spcBef>
              <a:spcAft>
                <a:spcPts val="0"/>
              </a:spcAft>
              <a:buClr>
                <a:schemeClr val="dk1"/>
              </a:buClr>
              <a:buSzPts val="2000"/>
              <a:buFont typeface="Arial"/>
              <a:buChar char="»"/>
              <a:defRPr sz="2000"/>
            </a:lvl8pPr>
            <a:lvl9pPr indent="-355600" lvl="8" marL="4114800" algn="l">
              <a:lnSpc>
                <a:spcPct val="100000"/>
              </a:lnSpc>
              <a:spcBef>
                <a:spcPts val="400"/>
              </a:spcBef>
              <a:spcAft>
                <a:spcPts val="0"/>
              </a:spcAft>
              <a:buClr>
                <a:schemeClr val="dk1"/>
              </a:buClr>
              <a:buSzPts val="2000"/>
              <a:buFont typeface="Arial"/>
              <a:buChar char="»"/>
              <a:defRPr sz="2000"/>
            </a:lvl9pPr>
          </a:lstStyle>
          <a:p/>
        </p:txBody>
      </p:sp>
      <p:sp>
        <p:nvSpPr>
          <p:cNvPr id="201" name="Google Shape;201;p6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1400"/>
              <a:buNone/>
              <a:defRPr sz="1400"/>
            </a:lvl1pPr>
            <a:lvl2pPr indent="-228600" lvl="1" marL="914400" algn="l">
              <a:lnSpc>
                <a:spcPct val="100000"/>
              </a:lnSpc>
              <a:spcBef>
                <a:spcPts val="240"/>
              </a:spcBef>
              <a:spcAft>
                <a:spcPts val="0"/>
              </a:spcAft>
              <a:buSzPts val="1200"/>
              <a:buNone/>
              <a:defRPr sz="1200"/>
            </a:lvl2pPr>
            <a:lvl3pPr indent="-228600" lvl="2" marL="1371600" algn="l">
              <a:lnSpc>
                <a:spcPct val="100000"/>
              </a:lnSpc>
              <a:spcBef>
                <a:spcPts val="200"/>
              </a:spcBef>
              <a:spcAft>
                <a:spcPts val="0"/>
              </a:spcAft>
              <a:buSzPts val="1000"/>
              <a:buFont typeface="Tahoma"/>
              <a:buNone/>
              <a:defRPr sz="1000"/>
            </a:lvl3pPr>
            <a:lvl4pPr indent="-228600" lvl="3" marL="1828800" algn="l">
              <a:lnSpc>
                <a:spcPct val="100000"/>
              </a:lnSpc>
              <a:spcBef>
                <a:spcPts val="180"/>
              </a:spcBef>
              <a:spcAft>
                <a:spcPts val="0"/>
              </a:spcAft>
              <a:buClr>
                <a:schemeClr val="dk1"/>
              </a:buClr>
              <a:buSzPts val="900"/>
              <a:buFont typeface="Tahoma"/>
              <a:buNone/>
              <a:defRPr sz="900"/>
            </a:lvl4pPr>
            <a:lvl5pPr indent="-228600" lvl="4" marL="2286000" algn="l">
              <a:lnSpc>
                <a:spcPct val="100000"/>
              </a:lnSpc>
              <a:spcBef>
                <a:spcPts val="180"/>
              </a:spcBef>
              <a:spcAft>
                <a:spcPts val="0"/>
              </a:spcAft>
              <a:buClr>
                <a:schemeClr val="dk1"/>
              </a:buClr>
              <a:buSzPts val="900"/>
              <a:buFont typeface="Tahoma"/>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202" name="Google Shape;202;p65"/>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65"/>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1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1" name="Shape 221"/>
        <p:cNvGrpSpPr/>
        <p:nvPr/>
      </p:nvGrpSpPr>
      <p:grpSpPr>
        <a:xfrm>
          <a:off x="0" y="0"/>
          <a:ext cx="0" cy="0"/>
          <a:chOff x="0" y="0"/>
          <a:chExt cx="0" cy="0"/>
        </a:xfrm>
      </p:grpSpPr>
      <p:sp>
        <p:nvSpPr>
          <p:cNvPr id="222" name="Google Shape;222;p6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67"/>
          <p:cNvSpPr/>
          <p:nvPr>
            <p:ph idx="2" type="pic"/>
          </p:nvPr>
        </p:nvSpPr>
        <p:spPr>
          <a:xfrm>
            <a:off x="1792288" y="612775"/>
            <a:ext cx="5486400" cy="4114800"/>
          </a:xfrm>
          <a:prstGeom prst="rect">
            <a:avLst/>
          </a:prstGeom>
          <a:noFill/>
          <a:ln>
            <a:noFill/>
          </a:ln>
        </p:spPr>
      </p:sp>
      <p:sp>
        <p:nvSpPr>
          <p:cNvPr id="224" name="Google Shape;224;p6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1400"/>
              <a:buNone/>
              <a:defRPr sz="1400"/>
            </a:lvl1pPr>
            <a:lvl2pPr indent="-228600" lvl="1" marL="914400" algn="l">
              <a:lnSpc>
                <a:spcPct val="100000"/>
              </a:lnSpc>
              <a:spcBef>
                <a:spcPts val="240"/>
              </a:spcBef>
              <a:spcAft>
                <a:spcPts val="0"/>
              </a:spcAft>
              <a:buSzPts val="1200"/>
              <a:buNone/>
              <a:defRPr sz="1200"/>
            </a:lvl2pPr>
            <a:lvl3pPr indent="-228600" lvl="2" marL="1371600" algn="l">
              <a:lnSpc>
                <a:spcPct val="100000"/>
              </a:lnSpc>
              <a:spcBef>
                <a:spcPts val="200"/>
              </a:spcBef>
              <a:spcAft>
                <a:spcPts val="0"/>
              </a:spcAft>
              <a:buSzPts val="1000"/>
              <a:buFont typeface="Tahoma"/>
              <a:buNone/>
              <a:defRPr sz="1000"/>
            </a:lvl3pPr>
            <a:lvl4pPr indent="-228600" lvl="3" marL="1828800" algn="l">
              <a:lnSpc>
                <a:spcPct val="100000"/>
              </a:lnSpc>
              <a:spcBef>
                <a:spcPts val="180"/>
              </a:spcBef>
              <a:spcAft>
                <a:spcPts val="0"/>
              </a:spcAft>
              <a:buClr>
                <a:schemeClr val="dk1"/>
              </a:buClr>
              <a:buSzPts val="900"/>
              <a:buFont typeface="Tahoma"/>
              <a:buNone/>
              <a:defRPr sz="900"/>
            </a:lvl4pPr>
            <a:lvl5pPr indent="-228600" lvl="4" marL="2286000" algn="l">
              <a:lnSpc>
                <a:spcPct val="100000"/>
              </a:lnSpc>
              <a:spcBef>
                <a:spcPts val="180"/>
              </a:spcBef>
              <a:spcAft>
                <a:spcPts val="0"/>
              </a:spcAft>
              <a:buClr>
                <a:schemeClr val="dk1"/>
              </a:buClr>
              <a:buSzPts val="900"/>
              <a:buFont typeface="Tahoma"/>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225" name="Google Shape;225;p67"/>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6" name="Google Shape;226;p67"/>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1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4" name="Shape 244"/>
        <p:cNvGrpSpPr/>
        <p:nvPr/>
      </p:nvGrpSpPr>
      <p:grpSpPr>
        <a:xfrm>
          <a:off x="0" y="0"/>
          <a:ext cx="0" cy="0"/>
          <a:chOff x="0" y="0"/>
          <a:chExt cx="0" cy="0"/>
        </a:xfrm>
      </p:grpSpPr>
      <p:sp>
        <p:nvSpPr>
          <p:cNvPr id="245" name="Google Shape;245;p69"/>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p69"/>
          <p:cNvSpPr txBox="1"/>
          <p:nvPr>
            <p:ph idx="1" type="body"/>
          </p:nvPr>
        </p:nvSpPr>
        <p:spPr>
          <a:xfrm rot="5400000">
            <a:off x="1947863" y="-414337"/>
            <a:ext cx="5248275"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7" name="Google Shape;247;p69"/>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 name="Google Shape;248;p69"/>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1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66" name="Shape 266"/>
        <p:cNvGrpSpPr/>
        <p:nvPr/>
      </p:nvGrpSpPr>
      <p:grpSpPr>
        <a:xfrm>
          <a:off x="0" y="0"/>
          <a:ext cx="0" cy="0"/>
          <a:chOff x="0" y="0"/>
          <a:chExt cx="0" cy="0"/>
        </a:xfrm>
      </p:grpSpPr>
      <p:sp>
        <p:nvSpPr>
          <p:cNvPr id="267" name="Google Shape;267;p71"/>
          <p:cNvSpPr txBox="1"/>
          <p:nvPr>
            <p:ph type="title"/>
          </p:nvPr>
        </p:nvSpPr>
        <p:spPr>
          <a:xfrm rot="5400000">
            <a:off x="4686300" y="2324100"/>
            <a:ext cx="5943600" cy="20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8" name="Google Shape;268;p71"/>
          <p:cNvSpPr txBox="1"/>
          <p:nvPr>
            <p:ph idx="1" type="body"/>
          </p:nvPr>
        </p:nvSpPr>
        <p:spPr>
          <a:xfrm rot="5400000">
            <a:off x="495300" y="342900"/>
            <a:ext cx="5943600"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9" name="Google Shape;269;p71"/>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0" name="Google Shape;270;p71"/>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1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288" name="Shape 288"/>
        <p:cNvGrpSpPr/>
        <p:nvPr/>
      </p:nvGrpSpPr>
      <p:grpSpPr>
        <a:xfrm>
          <a:off x="0" y="0"/>
          <a:ext cx="0" cy="0"/>
          <a:chOff x="0" y="0"/>
          <a:chExt cx="0" cy="0"/>
        </a:xfrm>
      </p:grpSpPr>
      <p:sp>
        <p:nvSpPr>
          <p:cNvPr id="289" name="Google Shape;289;p73"/>
          <p:cNvSpPr txBox="1"/>
          <p:nvPr>
            <p:ph type="title"/>
          </p:nvPr>
        </p:nvSpPr>
        <p:spPr>
          <a:xfrm>
            <a:off x="1143000" y="381000"/>
            <a:ext cx="6705600" cy="56356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0" name="Google Shape;290;p73"/>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1" name="Google Shape;291;p73"/>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1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type="chart">
  <p:cSld name="CHART">
    <p:spTree>
      <p:nvGrpSpPr>
        <p:cNvPr id="309" name="Shape 309"/>
        <p:cNvGrpSpPr/>
        <p:nvPr/>
      </p:nvGrpSpPr>
      <p:grpSpPr>
        <a:xfrm>
          <a:off x="0" y="0"/>
          <a:ext cx="0" cy="0"/>
          <a:chOff x="0" y="0"/>
          <a:chExt cx="0" cy="0"/>
        </a:xfrm>
      </p:grpSpPr>
      <p:sp>
        <p:nvSpPr>
          <p:cNvPr id="310" name="Google Shape;310;p75"/>
          <p:cNvSpPr txBox="1"/>
          <p:nvPr>
            <p:ph type="title"/>
          </p:nvPr>
        </p:nvSpPr>
        <p:spPr>
          <a:xfrm>
            <a:off x="1143000" y="381000"/>
            <a:ext cx="6705600" cy="56356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1" name="Google Shape;311;p75"/>
          <p:cNvSpPr/>
          <p:nvPr>
            <p:ph idx="2" type="chart"/>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lvl="1"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lvl="2"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lvl="3"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lvl="4"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12" name="Google Shape;312;p75"/>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3" name="Google Shape;313;p75"/>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sz="11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slideLayout" Target="../slideLayouts/slideLayout1.xml"/><Relationship Id="rId5" Type="http://schemas.openxmlformats.org/officeDocument/2006/relationships/theme" Target="../theme/theme1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1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1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1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2.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10.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15.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6.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4.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8.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3.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7.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9.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9"/>
          <p:cNvSpPr txBox="1"/>
          <p:nvPr/>
        </p:nvSpPr>
        <p:spPr>
          <a:xfrm>
            <a:off x="8004175" y="0"/>
            <a:ext cx="1139825" cy="6858000"/>
          </a:xfrm>
          <a:prstGeom prst="rect">
            <a:avLst/>
          </a:prstGeom>
          <a:solidFill>
            <a:schemeClr val="lt2">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 name="Google Shape;11;p49"/>
          <p:cNvSpPr txBox="1"/>
          <p:nvPr/>
        </p:nvSpPr>
        <p:spPr>
          <a:xfrm>
            <a:off x="0" y="4638675"/>
            <a:ext cx="9144000" cy="2219325"/>
          </a:xfrm>
          <a:prstGeom prst="rect">
            <a:avLst/>
          </a:prstGeom>
          <a:solidFill>
            <a:schemeClr val="folHlink">
              <a:alpha val="30196"/>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 name="Google Shape;12;p49"/>
          <p:cNvSpPr txBox="1"/>
          <p:nvPr/>
        </p:nvSpPr>
        <p:spPr>
          <a:xfrm>
            <a:off x="0" y="2149475"/>
            <a:ext cx="9144000" cy="249872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 name="Google Shape;13;p49"/>
          <p:cNvSpPr/>
          <p:nvPr/>
        </p:nvSpPr>
        <p:spPr>
          <a:xfrm>
            <a:off x="-9525" y="2138362"/>
            <a:ext cx="8015287" cy="2271712"/>
          </a:xfrm>
          <a:custGeom>
            <a:rect b="b" l="l" r="r" t="t"/>
            <a:pathLst>
              <a:path extrusionOk="0" h="1471" w="5049">
                <a:moveTo>
                  <a:pt x="0" y="0"/>
                </a:moveTo>
                <a:lnTo>
                  <a:pt x="5049" y="2"/>
                </a:lnTo>
                <a:lnTo>
                  <a:pt x="5048" y="1458"/>
                </a:lnTo>
                <a:lnTo>
                  <a:pt x="0" y="1471"/>
                </a:lnTo>
                <a:lnTo>
                  <a:pt x="0" y="0"/>
                </a:lnTo>
                <a:close/>
              </a:path>
            </a:pathLst>
          </a:custGeom>
          <a:solidFill>
            <a:schemeClr val="folHlink">
              <a:alpha val="72156"/>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 name="Google Shape;14;p49"/>
          <p:cNvSpPr/>
          <p:nvPr/>
        </p:nvSpPr>
        <p:spPr>
          <a:xfrm>
            <a:off x="7696200" y="5943600"/>
            <a:ext cx="609600" cy="533400"/>
          </a:xfrm>
          <a:prstGeom prst="hexagon">
            <a:avLst>
              <a:gd fmla="val 25000" name="adj"/>
              <a:gd fmla="val 115470" name="vf"/>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49"/>
          <p:cNvSpPr/>
          <p:nvPr/>
        </p:nvSpPr>
        <p:spPr>
          <a:xfrm>
            <a:off x="8229600" y="5638800"/>
            <a:ext cx="609600" cy="533400"/>
          </a:xfrm>
          <a:prstGeom prst="hexagon">
            <a:avLst>
              <a:gd fmla="val 25000" name="adj"/>
              <a:gd fmla="val 115470" name="vf"/>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 name="Google Shape;16;p49"/>
          <p:cNvSpPr/>
          <p:nvPr/>
        </p:nvSpPr>
        <p:spPr>
          <a:xfrm>
            <a:off x="8220075" y="6229350"/>
            <a:ext cx="609600" cy="533400"/>
          </a:xfrm>
          <a:prstGeom prst="hexagon">
            <a:avLst>
              <a:gd fmla="val 25000" name="adj"/>
              <a:gd fmla="val 115470" name="vf"/>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 name="Google Shape;17;p49"/>
          <p:cNvSpPr txBox="1"/>
          <p:nvPr/>
        </p:nvSpPr>
        <p:spPr>
          <a:xfrm>
            <a:off x="1143000" y="228600"/>
            <a:ext cx="6705600" cy="8826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Tahoma"/>
              <a:buNone/>
            </a:pPr>
            <a:r>
              <a:rPr b="0" i="0" lang="en-US" sz="1600" u="none" cap="none" strike="noStrike">
                <a:solidFill>
                  <a:schemeClr val="dk2"/>
                </a:solidFill>
                <a:latin typeface="Tahoma"/>
                <a:ea typeface="Tahoma"/>
                <a:cs typeface="Tahoma"/>
                <a:sym typeface="Tahoma"/>
              </a:rPr>
              <a:t>Bộ môn Công nghệ phần mềm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chemeClr val="dk2"/>
              </a:buClr>
              <a:buSzPts val="1600"/>
              <a:buFont typeface="Tahoma"/>
              <a:buNone/>
            </a:pPr>
            <a:r>
              <a:rPr b="0" i="0" lang="en-US" sz="1600" u="none" cap="none" strike="noStrike">
                <a:solidFill>
                  <a:schemeClr val="dk2"/>
                </a:solidFill>
                <a:latin typeface="Tahoma"/>
                <a:ea typeface="Tahoma"/>
                <a:cs typeface="Tahoma"/>
                <a:sym typeface="Tahoma"/>
              </a:rPr>
              <a:t>Khoa Công nghệ thông tin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chemeClr val="dk2"/>
              </a:buClr>
              <a:buSzPts val="1600"/>
              <a:buFont typeface="Tahoma"/>
              <a:buNone/>
            </a:pPr>
            <a:r>
              <a:rPr b="0" i="0" lang="en-US" sz="1600" u="none" cap="none" strike="noStrike">
                <a:solidFill>
                  <a:schemeClr val="dk2"/>
                </a:solidFill>
                <a:latin typeface="Tahoma"/>
                <a:ea typeface="Tahoma"/>
                <a:cs typeface="Tahoma"/>
                <a:sym typeface="Tahoma"/>
              </a:rPr>
              <a:t>Trường Đại học Khoa học Tự nhiên</a:t>
            </a:r>
            <a:endParaRPr b="0" i="0" sz="1400" u="none" cap="none" strike="noStrike">
              <a:solidFill>
                <a:srgbClr val="000000"/>
              </a:solidFill>
              <a:latin typeface="Arial"/>
              <a:ea typeface="Arial"/>
              <a:cs typeface="Arial"/>
              <a:sym typeface="Arial"/>
            </a:endParaRPr>
          </a:p>
        </p:txBody>
      </p:sp>
      <p:sp>
        <p:nvSpPr>
          <p:cNvPr descr="gdd01" id="18" name="Google Shape;18;p49"/>
          <p:cNvSpPr/>
          <p:nvPr/>
        </p:nvSpPr>
        <p:spPr>
          <a:xfrm>
            <a:off x="190500" y="3162300"/>
            <a:ext cx="1752600" cy="1600200"/>
          </a:xfrm>
          <a:prstGeom prst="hexagon">
            <a:avLst>
              <a:gd fmla="val 25000" name="adj"/>
              <a:gd fmla="val 115470" name="vf"/>
            </a:avLst>
          </a:prstGeom>
          <a:blipFill rotWithShape="1">
            <a:blip r:embed="rId1">
              <a:alphaModFix/>
            </a:blip>
            <a:stretch>
              <a:fillRect b="0" l="0" r="0" t="0"/>
            </a:stretch>
          </a:blipFill>
          <a:ln cap="flat" cmpd="sng" w="28575">
            <a:solidFill>
              <a:schemeClr val="lt1"/>
            </a:solidFill>
            <a:prstDash val="solid"/>
            <a:miter lim="800000"/>
            <a:headEnd len="sm" w="sm" type="none"/>
            <a:tailEnd len="sm" w="sm" type="none"/>
          </a:ln>
          <a:effectLst>
            <a:outerShdw blurRad="63500" dir="1437749" dist="125080">
              <a:schemeClr val="lt2">
                <a:alpha val="31372"/>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descr="gdd04" id="19" name="Google Shape;19;p49"/>
          <p:cNvSpPr/>
          <p:nvPr/>
        </p:nvSpPr>
        <p:spPr>
          <a:xfrm>
            <a:off x="1638300" y="2324100"/>
            <a:ext cx="1828800" cy="1600200"/>
          </a:xfrm>
          <a:prstGeom prst="hexagon">
            <a:avLst>
              <a:gd fmla="val 25000" name="adj"/>
              <a:gd fmla="val 115470" name="vf"/>
            </a:avLst>
          </a:prstGeom>
          <a:blipFill rotWithShape="1">
            <a:blip r:embed="rId2">
              <a:alphaModFix/>
            </a:blip>
            <a:stretch>
              <a:fillRect b="0" l="0" r="0" t="0"/>
            </a:stretch>
          </a:blipFill>
          <a:ln cap="flat" cmpd="sng" w="28575">
            <a:solidFill>
              <a:schemeClr val="lt1"/>
            </a:solidFill>
            <a:prstDash val="solid"/>
            <a:miter lim="800000"/>
            <a:headEnd len="sm" w="sm" type="none"/>
            <a:tailEnd len="sm" w="sm" type="none"/>
          </a:ln>
          <a:effectLst>
            <a:outerShdw blurRad="63500" dir="1437749" dist="125080">
              <a:schemeClr val="lt2">
                <a:alpha val="31372"/>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descr="gdd03" id="20" name="Google Shape;20;p49"/>
          <p:cNvSpPr/>
          <p:nvPr/>
        </p:nvSpPr>
        <p:spPr>
          <a:xfrm>
            <a:off x="1600200" y="4038600"/>
            <a:ext cx="1828800" cy="1600200"/>
          </a:xfrm>
          <a:prstGeom prst="hexagon">
            <a:avLst>
              <a:gd fmla="val 25000" name="adj"/>
              <a:gd fmla="val 115470" name="vf"/>
            </a:avLst>
          </a:prstGeom>
          <a:blipFill rotWithShape="1">
            <a:blip r:embed="rId3">
              <a:alphaModFix/>
            </a:blip>
            <a:stretch>
              <a:fillRect b="0" l="0" r="0" t="0"/>
            </a:stretch>
          </a:blipFill>
          <a:ln cap="flat" cmpd="sng" w="28575">
            <a:solidFill>
              <a:schemeClr val="lt1"/>
            </a:solidFill>
            <a:prstDash val="solid"/>
            <a:miter lim="800000"/>
            <a:headEnd len="sm" w="sm" type="none"/>
            <a:tailEnd len="sm" w="sm" type="none"/>
          </a:ln>
          <a:effectLst>
            <a:outerShdw blurRad="63500" dir="1437749" dist="125080">
              <a:schemeClr val="lt2">
                <a:alpha val="31372"/>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 name="Google Shape;21;p49"/>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22" name="Google Shape;22;p49"/>
          <p:cNvSpPr txBox="1"/>
          <p:nvPr/>
        </p:nvSpPr>
        <p:spPr>
          <a:xfrm>
            <a:off x="3505200" y="1600200"/>
            <a:ext cx="4343400" cy="5334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ThS. Đặng Bình Phương</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240"/>
              </a:spcBef>
              <a:spcAft>
                <a:spcPts val="0"/>
              </a:spcAft>
              <a:buClr>
                <a:schemeClr val="dk1"/>
              </a:buClr>
              <a:buSzPts val="1200"/>
              <a:buFont typeface="Tahoma"/>
              <a:buNone/>
            </a:pPr>
            <a:r>
              <a:rPr b="0" i="0" lang="en-US" sz="1200" u="none" cap="none" strike="noStrike">
                <a:solidFill>
                  <a:schemeClr val="dk1"/>
                </a:solidFill>
                <a:latin typeface="Tahoma"/>
                <a:ea typeface="Tahoma"/>
                <a:cs typeface="Tahoma"/>
                <a:sym typeface="Tahoma"/>
              </a:rPr>
              <a:t>dbphuong@fit.hcmus.edu.vn</a:t>
            </a:r>
            <a:endParaRPr b="0" i="0" sz="1400" u="none" cap="none" strike="noStrike">
              <a:solidFill>
                <a:srgbClr val="000000"/>
              </a:solidFill>
              <a:latin typeface="Arial"/>
              <a:ea typeface="Arial"/>
              <a:cs typeface="Arial"/>
              <a:sym typeface="Arial"/>
            </a:endParaRPr>
          </a:p>
        </p:txBody>
      </p:sp>
      <p:sp>
        <p:nvSpPr>
          <p:cNvPr id="23" name="Google Shape;23;p49"/>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4" name="Google Shape;24;p49"/>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25" name="Google Shape;25;p49"/>
          <p:cNvSpPr txBox="1"/>
          <p:nvPr>
            <p:ph idx="10" type="dt"/>
          </p:nvPr>
        </p:nvSpPr>
        <p:spPr>
          <a:xfrm>
            <a:off x="3352800" y="6553200"/>
            <a:ext cx="2133600" cy="152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6" name="Google Shape;26;p49"/>
          <p:cNvSpPr txBox="1"/>
          <p:nvPr>
            <p:ph idx="11" type="ftr"/>
          </p:nvPr>
        </p:nvSpPr>
        <p:spPr>
          <a:xfrm>
            <a:off x="304800" y="6477000"/>
            <a:ext cx="2590800" cy="2286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 name="Shape 32"/>
        <p:cNvGrpSpPr/>
        <p:nvPr/>
      </p:nvGrpSpPr>
      <p:grpSpPr>
        <a:xfrm>
          <a:off x="0" y="0"/>
          <a:ext cx="0" cy="0"/>
          <a:chOff x="0" y="0"/>
          <a:chExt cx="0" cy="0"/>
        </a:xfrm>
      </p:grpSpPr>
      <p:sp>
        <p:nvSpPr>
          <p:cNvPr id="33" name="Google Shape;33;p51"/>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4" name="Google Shape;34;p51"/>
          <p:cNvGrpSpPr/>
          <p:nvPr/>
        </p:nvGrpSpPr>
        <p:grpSpPr>
          <a:xfrm>
            <a:off x="8153400" y="0"/>
            <a:ext cx="990600" cy="6858000"/>
            <a:chOff x="5040" y="0"/>
            <a:chExt cx="720" cy="4320"/>
          </a:xfrm>
        </p:grpSpPr>
        <p:sp>
          <p:nvSpPr>
            <p:cNvPr id="35" name="Google Shape;35;p51"/>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 name="Google Shape;36;p51"/>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7" name="Google Shape;37;p51"/>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 name="Google Shape;38;p51"/>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 name="Google Shape;39;p51"/>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 name="Google Shape;40;p51"/>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41" name="Google Shape;41;p51"/>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42" name="Google Shape;42;p51"/>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43" name="Google Shape;43;p51"/>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44" name="Google Shape;44;p51"/>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45" name="Google Shape;45;p51"/>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6" name="Google Shape;46;p51"/>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47" name="Google Shape;47;p51"/>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8" name="Google Shape;48;p51"/>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53"/>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5" name="Google Shape;55;p53"/>
          <p:cNvGrpSpPr/>
          <p:nvPr/>
        </p:nvGrpSpPr>
        <p:grpSpPr>
          <a:xfrm>
            <a:off x="8153400" y="0"/>
            <a:ext cx="990600" cy="6858000"/>
            <a:chOff x="5040" y="0"/>
            <a:chExt cx="720" cy="4320"/>
          </a:xfrm>
        </p:grpSpPr>
        <p:sp>
          <p:nvSpPr>
            <p:cNvPr id="56" name="Google Shape;56;p53"/>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 name="Google Shape;57;p53"/>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8" name="Google Shape;58;p53"/>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 name="Google Shape;59;p53"/>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 name="Google Shape;60;p53"/>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 name="Google Shape;61;p53"/>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62" name="Google Shape;62;p53"/>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63" name="Google Shape;63;p53"/>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64" name="Google Shape;64;p53"/>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65" name="Google Shape;65;p53"/>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66" name="Google Shape;66;p53"/>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7" name="Google Shape;67;p53"/>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68" name="Google Shape;68;p53"/>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9" name="Google Shape;69;p53"/>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p55"/>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77" name="Google Shape;77;p55"/>
          <p:cNvGrpSpPr/>
          <p:nvPr/>
        </p:nvGrpSpPr>
        <p:grpSpPr>
          <a:xfrm>
            <a:off x="8153400" y="0"/>
            <a:ext cx="990600" cy="6858000"/>
            <a:chOff x="5040" y="0"/>
            <a:chExt cx="720" cy="4320"/>
          </a:xfrm>
        </p:grpSpPr>
        <p:sp>
          <p:nvSpPr>
            <p:cNvPr id="78" name="Google Shape;78;p55"/>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9" name="Google Shape;79;p55"/>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80" name="Google Shape;80;p55"/>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 name="Google Shape;81;p55"/>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2" name="Google Shape;82;p55"/>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3" name="Google Shape;83;p55"/>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4" name="Google Shape;84;p55"/>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5" name="Google Shape;85;p55"/>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6" name="Google Shape;86;p55"/>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87" name="Google Shape;87;p55"/>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88" name="Google Shape;88;p55"/>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89" name="Google Shape;89;p55"/>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90" name="Google Shape;90;p55"/>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56"/>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3" name="Google Shape;93;p56"/>
          <p:cNvGrpSpPr/>
          <p:nvPr/>
        </p:nvGrpSpPr>
        <p:grpSpPr>
          <a:xfrm>
            <a:off x="8153400" y="0"/>
            <a:ext cx="990600" cy="6858000"/>
            <a:chOff x="5040" y="0"/>
            <a:chExt cx="720" cy="4320"/>
          </a:xfrm>
        </p:grpSpPr>
        <p:sp>
          <p:nvSpPr>
            <p:cNvPr id="94" name="Google Shape;94;p56"/>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5" name="Google Shape;95;p56"/>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96" name="Google Shape;96;p56"/>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 name="Google Shape;97;p56"/>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8" name="Google Shape;98;p56"/>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9" name="Google Shape;99;p56"/>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100" name="Google Shape;100;p56"/>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101" name="Google Shape;101;p56"/>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102" name="Google Shape;102;p56"/>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103" name="Google Shape;103;p56"/>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104" name="Google Shape;104;p56"/>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05" name="Google Shape;105;p56"/>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106" name="Google Shape;106;p56"/>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7" name="Google Shape;107;p56"/>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58"/>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5" name="Google Shape;115;p58"/>
          <p:cNvGrpSpPr/>
          <p:nvPr/>
        </p:nvGrpSpPr>
        <p:grpSpPr>
          <a:xfrm>
            <a:off x="8153400" y="0"/>
            <a:ext cx="990600" cy="6858000"/>
            <a:chOff x="5040" y="0"/>
            <a:chExt cx="720" cy="4320"/>
          </a:xfrm>
        </p:grpSpPr>
        <p:sp>
          <p:nvSpPr>
            <p:cNvPr id="116" name="Google Shape;116;p58"/>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7" name="Google Shape;117;p58"/>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18" name="Google Shape;118;p58"/>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9" name="Google Shape;119;p58"/>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0" name="Google Shape;120;p58"/>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1" name="Google Shape;121;p58"/>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122" name="Google Shape;122;p58"/>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123" name="Google Shape;123;p58"/>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124" name="Google Shape;124;p58"/>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125" name="Google Shape;125;p58"/>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126" name="Google Shape;126;p58"/>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7" name="Google Shape;127;p58"/>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128" name="Google Shape;128;p58"/>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29" name="Google Shape;129;p58"/>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60"/>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38" name="Google Shape;138;p60"/>
          <p:cNvGrpSpPr/>
          <p:nvPr/>
        </p:nvGrpSpPr>
        <p:grpSpPr>
          <a:xfrm>
            <a:off x="8153400" y="0"/>
            <a:ext cx="990600" cy="6858000"/>
            <a:chOff x="5040" y="0"/>
            <a:chExt cx="720" cy="4320"/>
          </a:xfrm>
        </p:grpSpPr>
        <p:sp>
          <p:nvSpPr>
            <p:cNvPr id="139" name="Google Shape;139;p60"/>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0" name="Google Shape;140;p60"/>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41" name="Google Shape;141;p60"/>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2" name="Google Shape;142;p60"/>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 name="Google Shape;143;p60"/>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4" name="Google Shape;144;p60"/>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145" name="Google Shape;145;p60"/>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146" name="Google Shape;146;p60"/>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147" name="Google Shape;147;p60"/>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148" name="Google Shape;148;p60"/>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149" name="Google Shape;149;p60"/>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50" name="Google Shape;150;p60"/>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151" name="Google Shape;151;p60"/>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52" name="Google Shape;152;p60"/>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
        <p:nvSpPr>
          <p:cNvPr id="162" name="Google Shape;162;p62"/>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63" name="Google Shape;163;p62"/>
          <p:cNvGrpSpPr/>
          <p:nvPr/>
        </p:nvGrpSpPr>
        <p:grpSpPr>
          <a:xfrm>
            <a:off x="8153400" y="0"/>
            <a:ext cx="990600" cy="6858000"/>
            <a:chOff x="5040" y="0"/>
            <a:chExt cx="720" cy="4320"/>
          </a:xfrm>
        </p:grpSpPr>
        <p:sp>
          <p:nvSpPr>
            <p:cNvPr id="164" name="Google Shape;164;p62"/>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5" name="Google Shape;165;p62"/>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66" name="Google Shape;166;p62"/>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7" name="Google Shape;167;p62"/>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8" name="Google Shape;168;p62"/>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9" name="Google Shape;169;p62"/>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170" name="Google Shape;170;p62"/>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171" name="Google Shape;171;p62"/>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172" name="Google Shape;172;p62"/>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173" name="Google Shape;173;p62"/>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174" name="Google Shape;174;p62"/>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75" name="Google Shape;175;p62"/>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176" name="Google Shape;176;p62"/>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77" name="Google Shape;177;p62"/>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sp>
        <p:nvSpPr>
          <p:cNvPr id="182" name="Google Shape;182;p64"/>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83" name="Google Shape;183;p64"/>
          <p:cNvGrpSpPr/>
          <p:nvPr/>
        </p:nvGrpSpPr>
        <p:grpSpPr>
          <a:xfrm>
            <a:off x="8153400" y="0"/>
            <a:ext cx="990600" cy="6858000"/>
            <a:chOff x="5040" y="0"/>
            <a:chExt cx="720" cy="4320"/>
          </a:xfrm>
        </p:grpSpPr>
        <p:sp>
          <p:nvSpPr>
            <p:cNvPr id="184" name="Google Shape;184;p64"/>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5" name="Google Shape;185;p64"/>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86" name="Google Shape;186;p64"/>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7" name="Google Shape;187;p64"/>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8" name="Google Shape;188;p64"/>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9" name="Google Shape;189;p64"/>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190" name="Google Shape;190;p64"/>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191" name="Google Shape;191;p64"/>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192" name="Google Shape;192;p64"/>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193" name="Google Shape;193;p64"/>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194" name="Google Shape;194;p64"/>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95" name="Google Shape;195;p64"/>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196" name="Google Shape;196;p64"/>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7" name="Google Shape;197;p64"/>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4"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4" name="Shape 204"/>
        <p:cNvGrpSpPr/>
        <p:nvPr/>
      </p:nvGrpSpPr>
      <p:grpSpPr>
        <a:xfrm>
          <a:off x="0" y="0"/>
          <a:ext cx="0" cy="0"/>
          <a:chOff x="0" y="0"/>
          <a:chExt cx="0" cy="0"/>
        </a:xfrm>
      </p:grpSpPr>
      <p:sp>
        <p:nvSpPr>
          <p:cNvPr id="205" name="Google Shape;205;p66"/>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06" name="Google Shape;206;p66"/>
          <p:cNvGrpSpPr/>
          <p:nvPr/>
        </p:nvGrpSpPr>
        <p:grpSpPr>
          <a:xfrm>
            <a:off x="8153400" y="0"/>
            <a:ext cx="990600" cy="6858000"/>
            <a:chOff x="5040" y="0"/>
            <a:chExt cx="720" cy="4320"/>
          </a:xfrm>
        </p:grpSpPr>
        <p:sp>
          <p:nvSpPr>
            <p:cNvPr id="207" name="Google Shape;207;p66"/>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8" name="Google Shape;208;p66"/>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09" name="Google Shape;209;p66"/>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0" name="Google Shape;210;p66"/>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1" name="Google Shape;211;p66"/>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2" name="Google Shape;212;p66"/>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213" name="Google Shape;213;p66"/>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214" name="Google Shape;214;p66"/>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215" name="Google Shape;215;p66"/>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216" name="Google Shape;216;p66"/>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217" name="Google Shape;217;p66"/>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18" name="Google Shape;218;p66"/>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219" name="Google Shape;219;p66"/>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20" name="Google Shape;220;p66"/>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7" name="Shape 227"/>
        <p:cNvGrpSpPr/>
        <p:nvPr/>
      </p:nvGrpSpPr>
      <p:grpSpPr>
        <a:xfrm>
          <a:off x="0" y="0"/>
          <a:ext cx="0" cy="0"/>
          <a:chOff x="0" y="0"/>
          <a:chExt cx="0" cy="0"/>
        </a:xfrm>
      </p:grpSpPr>
      <p:sp>
        <p:nvSpPr>
          <p:cNvPr id="228" name="Google Shape;228;p68"/>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29" name="Google Shape;229;p68"/>
          <p:cNvGrpSpPr/>
          <p:nvPr/>
        </p:nvGrpSpPr>
        <p:grpSpPr>
          <a:xfrm>
            <a:off x="8153400" y="0"/>
            <a:ext cx="990600" cy="6858000"/>
            <a:chOff x="5040" y="0"/>
            <a:chExt cx="720" cy="4320"/>
          </a:xfrm>
        </p:grpSpPr>
        <p:sp>
          <p:nvSpPr>
            <p:cNvPr id="230" name="Google Shape;230;p68"/>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1" name="Google Shape;231;p68"/>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32" name="Google Shape;232;p68"/>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3" name="Google Shape;233;p68"/>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4" name="Google Shape;234;p68"/>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5" name="Google Shape;235;p68"/>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236" name="Google Shape;236;p68"/>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237" name="Google Shape;237;p68"/>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238" name="Google Shape;238;p68"/>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239" name="Google Shape;239;p68"/>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240" name="Google Shape;240;p68"/>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41" name="Google Shape;241;p68"/>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242" name="Google Shape;242;p68"/>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43" name="Google Shape;243;p68"/>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9" name="Shape 249"/>
        <p:cNvGrpSpPr/>
        <p:nvPr/>
      </p:nvGrpSpPr>
      <p:grpSpPr>
        <a:xfrm>
          <a:off x="0" y="0"/>
          <a:ext cx="0" cy="0"/>
          <a:chOff x="0" y="0"/>
          <a:chExt cx="0" cy="0"/>
        </a:xfrm>
      </p:grpSpPr>
      <p:sp>
        <p:nvSpPr>
          <p:cNvPr id="250" name="Google Shape;250;p70"/>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51" name="Google Shape;251;p70"/>
          <p:cNvGrpSpPr/>
          <p:nvPr/>
        </p:nvGrpSpPr>
        <p:grpSpPr>
          <a:xfrm>
            <a:off x="8153400" y="0"/>
            <a:ext cx="990600" cy="6858000"/>
            <a:chOff x="5040" y="0"/>
            <a:chExt cx="720" cy="4320"/>
          </a:xfrm>
        </p:grpSpPr>
        <p:sp>
          <p:nvSpPr>
            <p:cNvPr id="252" name="Google Shape;252;p70"/>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3" name="Google Shape;253;p70"/>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54" name="Google Shape;254;p70"/>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5" name="Google Shape;255;p70"/>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6" name="Google Shape;256;p70"/>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7" name="Google Shape;257;p70"/>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258" name="Google Shape;258;p70"/>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259" name="Google Shape;259;p70"/>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260" name="Google Shape;260;p70"/>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261" name="Google Shape;261;p70"/>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262" name="Google Shape;262;p70"/>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63" name="Google Shape;263;p70"/>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264" name="Google Shape;264;p70"/>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65" name="Google Shape;265;p70"/>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1" name="Shape 271"/>
        <p:cNvGrpSpPr/>
        <p:nvPr/>
      </p:nvGrpSpPr>
      <p:grpSpPr>
        <a:xfrm>
          <a:off x="0" y="0"/>
          <a:ext cx="0" cy="0"/>
          <a:chOff x="0" y="0"/>
          <a:chExt cx="0" cy="0"/>
        </a:xfrm>
      </p:grpSpPr>
      <p:sp>
        <p:nvSpPr>
          <p:cNvPr id="272" name="Google Shape;272;p72"/>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73" name="Google Shape;273;p72"/>
          <p:cNvGrpSpPr/>
          <p:nvPr/>
        </p:nvGrpSpPr>
        <p:grpSpPr>
          <a:xfrm>
            <a:off x="8153400" y="0"/>
            <a:ext cx="990600" cy="6858000"/>
            <a:chOff x="5040" y="0"/>
            <a:chExt cx="720" cy="4320"/>
          </a:xfrm>
        </p:grpSpPr>
        <p:sp>
          <p:nvSpPr>
            <p:cNvPr id="274" name="Google Shape;274;p72"/>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5" name="Google Shape;275;p72"/>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76" name="Google Shape;276;p72"/>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7" name="Google Shape;277;p72"/>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8" name="Google Shape;278;p72"/>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9" name="Google Shape;279;p72"/>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280" name="Google Shape;280;p72"/>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281" name="Google Shape;281;p72"/>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282" name="Google Shape;282;p72"/>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283" name="Google Shape;283;p72"/>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284" name="Google Shape;284;p72"/>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85" name="Google Shape;285;p72"/>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286" name="Google Shape;286;p72"/>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87" name="Google Shape;287;p72"/>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2" name="Shape 292"/>
        <p:cNvGrpSpPr/>
        <p:nvPr/>
      </p:nvGrpSpPr>
      <p:grpSpPr>
        <a:xfrm>
          <a:off x="0" y="0"/>
          <a:ext cx="0" cy="0"/>
          <a:chOff x="0" y="0"/>
          <a:chExt cx="0" cy="0"/>
        </a:xfrm>
      </p:grpSpPr>
      <p:sp>
        <p:nvSpPr>
          <p:cNvPr id="293" name="Google Shape;293;p74"/>
          <p:cNvSpPr/>
          <p:nvPr/>
        </p:nvSpPr>
        <p:spPr>
          <a:xfrm>
            <a:off x="-9525" y="344487"/>
            <a:ext cx="8194675" cy="633412"/>
          </a:xfrm>
          <a:custGeom>
            <a:rect b="b" l="l" r="r" t="t"/>
            <a:pathLst>
              <a:path extrusionOk="0" h="1471" w="5049">
                <a:moveTo>
                  <a:pt x="0" y="0"/>
                </a:moveTo>
                <a:lnTo>
                  <a:pt x="5049" y="2"/>
                </a:lnTo>
                <a:lnTo>
                  <a:pt x="5048" y="1458"/>
                </a:lnTo>
                <a:lnTo>
                  <a:pt x="0" y="147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94" name="Google Shape;294;p74"/>
          <p:cNvGrpSpPr/>
          <p:nvPr/>
        </p:nvGrpSpPr>
        <p:grpSpPr>
          <a:xfrm>
            <a:off x="8153400" y="0"/>
            <a:ext cx="990600" cy="6858000"/>
            <a:chOff x="5040" y="0"/>
            <a:chExt cx="720" cy="4320"/>
          </a:xfrm>
        </p:grpSpPr>
        <p:sp>
          <p:nvSpPr>
            <p:cNvPr id="295" name="Google Shape;295;p74"/>
            <p:cNvSpPr txBox="1"/>
            <p:nvPr/>
          </p:nvSpPr>
          <p:spPr>
            <a:xfrm>
              <a:off x="5042" y="0"/>
              <a:ext cx="718" cy="4320"/>
            </a:xfrm>
            <a:prstGeom prst="rect">
              <a:avLst/>
            </a:prstGeom>
            <a:solidFill>
              <a:schemeClr val="folHlink">
                <a:alpha val="39215"/>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6" name="Google Shape;296;p74"/>
            <p:cNvSpPr txBox="1"/>
            <p:nvPr/>
          </p:nvSpPr>
          <p:spPr>
            <a:xfrm>
              <a:off x="5040" y="219"/>
              <a:ext cx="720" cy="39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97" name="Google Shape;297;p74"/>
          <p:cNvSpPr/>
          <p:nvPr/>
        </p:nvSpPr>
        <p:spPr>
          <a:xfrm>
            <a:off x="7696200" y="59436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8" name="Google Shape;298;p74"/>
          <p:cNvSpPr/>
          <p:nvPr/>
        </p:nvSpPr>
        <p:spPr>
          <a:xfrm>
            <a:off x="8229600" y="563880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9" name="Google Shape;299;p74"/>
          <p:cNvSpPr/>
          <p:nvPr/>
        </p:nvSpPr>
        <p:spPr>
          <a:xfrm>
            <a:off x="8220075" y="6229350"/>
            <a:ext cx="609600" cy="533400"/>
          </a:xfrm>
          <a:prstGeom prst="hexagon">
            <a:avLst>
              <a:gd fmla="val 25000" name="adj"/>
              <a:gd fmla="val 115470" name="vf"/>
            </a:avLst>
          </a:prstGeom>
          <a:solidFill>
            <a:srgbClr val="5086C2">
              <a:alpha val="3411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0" name="Google Shape;300;p74"/>
          <p:cNvSpPr/>
          <p:nvPr/>
        </p:nvSpPr>
        <p:spPr>
          <a:xfrm>
            <a:off x="169862" y="436562"/>
            <a:ext cx="473075" cy="419100"/>
          </a:xfrm>
          <a:prstGeom prst="hexagon">
            <a:avLst>
              <a:gd fmla="val 5738" name="adj"/>
              <a:gd fmla="val 115470" name="vf"/>
            </a:avLst>
          </a:prstGeom>
          <a:solidFill>
            <a:srgbClr val="5CAD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Tahoma"/>
              <a:buNone/>
            </a:pPr>
            <a:r>
              <a:rPr b="1" i="0" lang="en-US" sz="1600" u="none" cap="none" strike="noStrike">
                <a:solidFill>
                  <a:schemeClr val="lt1"/>
                </a:solidFill>
                <a:latin typeface="Tahoma"/>
                <a:ea typeface="Tahoma"/>
                <a:cs typeface="Tahoma"/>
                <a:sym typeface="Tahoma"/>
              </a:rPr>
              <a:t>VC</a:t>
            </a:r>
            <a:endParaRPr b="0" i="0" sz="1400" u="none" cap="none" strike="noStrike">
              <a:solidFill>
                <a:srgbClr val="000000"/>
              </a:solidFill>
              <a:latin typeface="Arial"/>
              <a:ea typeface="Arial"/>
              <a:cs typeface="Arial"/>
              <a:sym typeface="Arial"/>
            </a:endParaRPr>
          </a:p>
        </p:txBody>
      </p:sp>
      <p:sp>
        <p:nvSpPr>
          <p:cNvPr id="301" name="Google Shape;301;p74"/>
          <p:cNvSpPr/>
          <p:nvPr/>
        </p:nvSpPr>
        <p:spPr>
          <a:xfrm>
            <a:off x="517525" y="228600"/>
            <a:ext cx="473075" cy="419100"/>
          </a:xfrm>
          <a:prstGeom prst="hexagon">
            <a:avLst>
              <a:gd fmla="val 5738" name="adj"/>
              <a:gd fmla="val 115470" name="vf"/>
            </a:avLst>
          </a:prstGeom>
          <a:solidFill>
            <a:srgbClr val="FFC000"/>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&amp;</a:t>
            </a:r>
            <a:endParaRPr b="0" i="0" sz="1400" u="none" cap="none" strike="noStrike">
              <a:solidFill>
                <a:srgbClr val="000000"/>
              </a:solidFill>
              <a:latin typeface="Arial"/>
              <a:ea typeface="Arial"/>
              <a:cs typeface="Arial"/>
              <a:sym typeface="Arial"/>
            </a:endParaRPr>
          </a:p>
        </p:txBody>
      </p:sp>
      <p:sp>
        <p:nvSpPr>
          <p:cNvPr id="302" name="Google Shape;302;p74"/>
          <p:cNvSpPr/>
          <p:nvPr/>
        </p:nvSpPr>
        <p:spPr>
          <a:xfrm>
            <a:off x="517525" y="647700"/>
            <a:ext cx="473075" cy="419100"/>
          </a:xfrm>
          <a:prstGeom prst="hexagon">
            <a:avLst>
              <a:gd fmla="val 5738" name="adj"/>
              <a:gd fmla="val 115470" name="vf"/>
            </a:avLst>
          </a:prstGeom>
          <a:solidFill>
            <a:srgbClr val="FF99FF"/>
          </a:solidFill>
          <a:ln cap="flat" cmpd="sng" w="28575">
            <a:solidFill>
              <a:schemeClr val="lt1"/>
            </a:solidFill>
            <a:prstDash val="solid"/>
            <a:miter lim="800000"/>
            <a:headEnd len="sm" w="sm" type="none"/>
            <a:tailEnd len="sm" w="sm" type="none"/>
          </a:ln>
          <a:effectLst>
            <a:outerShdw blurRad="63500" dir="1593903" dist="56796">
              <a:srgbClr val="666633">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BB</a:t>
            </a:r>
            <a:endParaRPr b="0" i="0" sz="1400" u="none" cap="none" strike="noStrike">
              <a:solidFill>
                <a:srgbClr val="000000"/>
              </a:solidFill>
              <a:latin typeface="Arial"/>
              <a:ea typeface="Arial"/>
              <a:cs typeface="Arial"/>
              <a:sym typeface="Arial"/>
            </a:endParaRPr>
          </a:p>
        </p:txBody>
      </p:sp>
      <p:sp>
        <p:nvSpPr>
          <p:cNvPr id="303" name="Google Shape;303;p74"/>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304" name="Google Shape;304;p74"/>
          <p:cNvSpPr txBox="1"/>
          <p:nvPr/>
        </p:nvSpPr>
        <p:spPr>
          <a:xfrm>
            <a:off x="8305800" y="6324600"/>
            <a:ext cx="4572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fld id="{00000000-1234-1234-1234-123412341234}" type="slidenum">
              <a:rPr b="0" i="0" lang="en-US" sz="1800" u="none" cap="none" strike="noStrike">
                <a:solidFill>
                  <a:schemeClr val="lt1"/>
                </a:solidFill>
                <a:latin typeface="Corbel"/>
                <a:ea typeface="Corbel"/>
                <a:cs typeface="Corbel"/>
                <a:sym typeface="Corbel"/>
              </a:rPr>
              <a:t>‹#›</a:t>
            </a:fld>
            <a:endParaRPr b="0" i="0" sz="1400" u="none" cap="none" strike="noStrike">
              <a:solidFill>
                <a:srgbClr val="000000"/>
              </a:solidFill>
              <a:latin typeface="Arial"/>
              <a:ea typeface="Arial"/>
              <a:cs typeface="Arial"/>
              <a:sym typeface="Arial"/>
            </a:endParaRPr>
          </a:p>
        </p:txBody>
      </p:sp>
      <p:sp>
        <p:nvSpPr>
          <p:cNvPr id="305" name="Google Shape;305;p74"/>
          <p:cNvSpPr txBox="1"/>
          <p:nvPr>
            <p:ph idx="1" type="body"/>
          </p:nvPr>
        </p:nvSpPr>
        <p:spPr>
          <a:xfrm>
            <a:off x="457200" y="1076325"/>
            <a:ext cx="8229600" cy="52482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hlink"/>
              </a:buClr>
              <a:buSzPts val="2800"/>
              <a:buFont typeface="Noto Sans Symbols"/>
              <a:buChar char="❖"/>
              <a:defRPr b="1" i="0" sz="2800" u="none" cap="none" strike="noStrike">
                <a:solidFill>
                  <a:schemeClr val="dk1"/>
                </a:solidFill>
                <a:latin typeface="Tahoma"/>
                <a:ea typeface="Tahoma"/>
                <a:cs typeface="Tahoma"/>
                <a:sym typeface="Tahoma"/>
              </a:defRPr>
            </a:lvl1pPr>
            <a:lvl2pPr indent="-406400" lvl="1" marL="914400" marR="0" rtl="0" algn="l">
              <a:lnSpc>
                <a:spcPct val="100000"/>
              </a:lnSpc>
              <a:spcBef>
                <a:spcPts val="560"/>
              </a:spcBef>
              <a:spcAft>
                <a:spcPts val="0"/>
              </a:spcAft>
              <a:buClr>
                <a:schemeClr val="accent1"/>
              </a:buClr>
              <a:buSzPts val="2800"/>
              <a:buFont typeface="Noto Sans Symbols"/>
              <a:buChar char="▪"/>
              <a:defRPr b="0" i="0" sz="2800" u="none" cap="none" strike="noStrike">
                <a:solidFill>
                  <a:schemeClr val="dk1"/>
                </a:solidFill>
                <a:latin typeface="Tahoma"/>
                <a:ea typeface="Tahoma"/>
                <a:cs typeface="Tahoma"/>
                <a:sym typeface="Tahoma"/>
              </a:defRPr>
            </a:lvl2pPr>
            <a:lvl3pPr indent="-381000" lvl="2" marL="1371600" marR="0" rtl="0" algn="l">
              <a:lnSpc>
                <a:spcPct val="100000"/>
              </a:lnSpc>
              <a:spcBef>
                <a:spcPts val="480"/>
              </a:spcBef>
              <a:spcAft>
                <a:spcPts val="0"/>
              </a:spcAft>
              <a:buClr>
                <a:schemeClr val="dk1"/>
              </a:buClr>
              <a:buSzPts val="2400"/>
              <a:buFont typeface="Tahoma"/>
              <a:buChar char="•"/>
              <a:defRPr b="0" i="0" sz="2400" u="none" cap="none" strike="noStrike">
                <a:solidFill>
                  <a:schemeClr val="dk1"/>
                </a:solidFill>
                <a:latin typeface="Tahoma"/>
                <a:ea typeface="Tahoma"/>
                <a:cs typeface="Tahoma"/>
                <a:sym typeface="Tahoma"/>
              </a:defRPr>
            </a:lvl3pPr>
            <a:lvl4pPr indent="-355600" lvl="3" marL="18288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4pPr>
            <a:lvl5pPr indent="-355600" lvl="4" marL="2286000" marR="0" rtl="0" algn="l">
              <a:lnSpc>
                <a:spcPct val="100000"/>
              </a:lnSpc>
              <a:spcBef>
                <a:spcPts val="400"/>
              </a:spcBef>
              <a:spcAft>
                <a:spcPts val="0"/>
              </a:spcAft>
              <a:buClr>
                <a:schemeClr val="dk1"/>
              </a:buClr>
              <a:buSzPts val="2000"/>
              <a:buFont typeface="Tahoma"/>
              <a:buChar char="»"/>
              <a:defRPr b="0" i="0" sz="2000" u="none" cap="none" strike="noStrike">
                <a:solidFill>
                  <a:schemeClr val="dk1"/>
                </a:solidFill>
                <a:latin typeface="Tahoma"/>
                <a:ea typeface="Tahoma"/>
                <a:cs typeface="Tahoma"/>
                <a:sym typeface="Tahom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06" name="Google Shape;306;p74"/>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3200" u="none" cap="none" strike="noStrike">
                <a:solidFill>
                  <a:schemeClr val="lt1"/>
                </a:solidFill>
                <a:latin typeface="Verdana"/>
                <a:ea typeface="Verdana"/>
                <a:cs typeface="Verdana"/>
                <a:sym typeface="Verdana"/>
              </a:defRPr>
            </a:lvl9pPr>
          </a:lstStyle>
          <a:p/>
        </p:txBody>
      </p:sp>
      <p:sp>
        <p:nvSpPr>
          <p:cNvPr id="307" name="Google Shape;307;p74"/>
          <p:cNvSpPr txBox="1"/>
          <p:nvPr>
            <p:ph idx="10" type="dt"/>
          </p:nvPr>
        </p:nvSpPr>
        <p:spPr>
          <a:xfrm>
            <a:off x="457200" y="6519862"/>
            <a:ext cx="2133600" cy="244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08" name="Google Shape;308;p74"/>
          <p:cNvSpPr txBox="1"/>
          <p:nvPr>
            <p:ph idx="11" type="ftr"/>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4"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
          <p:cNvSpPr txBox="1"/>
          <p:nvPr>
            <p:ph type="ctrTitle"/>
          </p:nvPr>
        </p:nvSpPr>
        <p:spPr>
          <a:xfrm>
            <a:off x="1143000" y="1116012"/>
            <a:ext cx="6705600" cy="533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2"/>
              </a:buClr>
              <a:buSzPts val="3600"/>
              <a:buFont typeface="Verdana"/>
              <a:buNone/>
            </a:pPr>
            <a:r>
              <a:rPr b="1" i="0" lang="en-US" sz="3600" u="none">
                <a:solidFill>
                  <a:schemeClr val="dk2"/>
                </a:solidFill>
                <a:latin typeface="Verdana"/>
                <a:ea typeface="Verdana"/>
                <a:cs typeface="Verdana"/>
                <a:sym typeface="Verdana"/>
              </a:rPr>
              <a:t>KỸ THUẬT LẬP TRÌNH</a:t>
            </a:r>
            <a:endParaRPr/>
          </a:p>
        </p:txBody>
      </p:sp>
      <p:sp>
        <p:nvSpPr>
          <p:cNvPr id="320" name="Google Shape;320;p1"/>
          <p:cNvSpPr/>
          <p:nvPr/>
        </p:nvSpPr>
        <p:spPr>
          <a:xfrm>
            <a:off x="304800" y="152400"/>
            <a:ext cx="708025" cy="990600"/>
          </a:xfrm>
          <a:prstGeom prst="roundRect">
            <a:avLst>
              <a:gd fmla="val 16667" name="adj"/>
            </a:avLst>
          </a:prstGeom>
          <a:blipFill rotWithShape="1">
            <a:blip r:embed="rId3">
              <a:alphaModFix/>
            </a:blip>
            <a:stretch>
              <a:fillRect b="0" l="0" r="0" t="0"/>
            </a:stretch>
          </a:blipFill>
          <a:ln cap="flat" cmpd="sng" w="25400">
            <a:solidFill>
              <a:srgbClr val="78A84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1" name="Google Shape;321;p1"/>
          <p:cNvSpPr txBox="1"/>
          <p:nvPr>
            <p:ph idx="1" type="subTitle"/>
          </p:nvPr>
        </p:nvSpPr>
        <p:spPr>
          <a:xfrm>
            <a:off x="3505200" y="2971800"/>
            <a:ext cx="4343400" cy="6858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2400"/>
              <a:buNone/>
            </a:pPr>
            <a:r>
              <a:rPr b="1" i="0" lang="en-US" sz="2400" u="none">
                <a:solidFill>
                  <a:schemeClr val="lt1"/>
                </a:solidFill>
                <a:latin typeface="Tahoma"/>
                <a:ea typeface="Tahoma"/>
                <a:cs typeface="Tahoma"/>
                <a:sym typeface="Tahoma"/>
              </a:rPr>
              <a:t>DỮ LIỆU KIỂU CON TRỎ</a:t>
            </a:r>
            <a:endParaRPr/>
          </a:p>
          <a:p>
            <a:pPr indent="0" lvl="0" marL="0" rtl="0" algn="r">
              <a:lnSpc>
                <a:spcPct val="100000"/>
              </a:lnSpc>
              <a:spcBef>
                <a:spcPts val="480"/>
              </a:spcBef>
              <a:spcAft>
                <a:spcPts val="0"/>
              </a:spcAft>
              <a:buSzPts val="2400"/>
              <a:buNone/>
            </a:pPr>
            <a:r>
              <a:rPr b="1" i="0" lang="en-US" sz="2400" u="none">
                <a:solidFill>
                  <a:schemeClr val="lt1"/>
                </a:solidFill>
                <a:latin typeface="Tahoma"/>
                <a:ea typeface="Tahoma"/>
                <a:cs typeface="Tahoma"/>
                <a:sym typeface="Tahoma"/>
              </a:rPr>
              <a:t>(NÂNG CAO)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Nội dung</a:t>
            </a:r>
            <a:endParaRPr/>
          </a:p>
        </p:txBody>
      </p:sp>
      <p:sp>
        <p:nvSpPr>
          <p:cNvPr id="328" name="Google Shape;328;p2"/>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grpSp>
        <p:nvGrpSpPr>
          <p:cNvPr id="329" name="Google Shape;329;p2"/>
          <p:cNvGrpSpPr/>
          <p:nvPr/>
        </p:nvGrpSpPr>
        <p:grpSpPr>
          <a:xfrm>
            <a:off x="2133600" y="1905000"/>
            <a:ext cx="4724400" cy="685800"/>
            <a:chOff x="1296" y="1824"/>
            <a:chExt cx="2976" cy="432"/>
          </a:xfrm>
        </p:grpSpPr>
        <p:sp>
          <p:nvSpPr>
            <p:cNvPr id="330" name="Google Shape;330;p2"/>
            <p:cNvSpPr/>
            <p:nvPr/>
          </p:nvSpPr>
          <p:spPr>
            <a:xfrm>
              <a:off x="1536" y="1899"/>
              <a:ext cx="2736" cy="288"/>
            </a:xfrm>
            <a:prstGeom prst="roundRect">
              <a:avLst>
                <a:gd fmla="val 16667" name="adj"/>
              </a:avLst>
            </a:prstGeom>
            <a:gradFill>
              <a:gsLst>
                <a:gs pos="0">
                  <a:srgbClr val="E5F0DB"/>
                </a:gs>
                <a:gs pos="100000">
                  <a:schemeClr val="accent2"/>
                </a:gs>
              </a:gsLst>
              <a:lin ang="0" scaled="0"/>
            </a:gradFill>
            <a:ln cap="flat" cmpd="sng" w="12700">
              <a:solidFill>
                <a:schemeClr val="lt1"/>
              </a:solidFill>
              <a:prstDash val="solid"/>
              <a:miter lim="800000"/>
              <a:headEnd len="sm" w="sm" type="none"/>
              <a:tailEnd len="sm" w="sm" type="none"/>
            </a:ln>
            <a:effectLst>
              <a:outerShdw blurRad="63500" dir="2388334" dist="99190">
                <a:srgbClr val="333333">
                  <a:alpha val="4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1" name="Google Shape;331;p2"/>
            <p:cNvSpPr/>
            <p:nvPr/>
          </p:nvSpPr>
          <p:spPr>
            <a:xfrm>
              <a:off x="1296" y="1824"/>
              <a:ext cx="432" cy="432"/>
            </a:xfrm>
            <a:prstGeom prst="diamond">
              <a:avLst/>
            </a:prstGeom>
            <a:solidFill>
              <a:schemeClr val="accent2"/>
            </a:solidFill>
            <a:ln cap="flat" cmpd="sng" w="25400">
              <a:solidFill>
                <a:schemeClr val="lt1"/>
              </a:solidFill>
              <a:prstDash val="solid"/>
              <a:miter lim="800000"/>
              <a:headEnd len="sm" w="sm" type="none"/>
              <a:tailEnd len="sm" w="sm" type="none"/>
            </a:ln>
            <a:effectLst>
              <a:outerShdw blurRad="63500" dir="2212194" dist="63500">
                <a:srgbClr val="333333">
                  <a:alpha val="4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2" name="Google Shape;332;p2"/>
            <p:cNvSpPr txBox="1"/>
            <p:nvPr/>
          </p:nvSpPr>
          <p:spPr>
            <a:xfrm>
              <a:off x="1824" y="1934"/>
              <a:ext cx="2448"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Con trỏ cấp 2</a:t>
              </a:r>
              <a:endParaRPr b="0" i="0" sz="1400" u="none" cap="none" strike="noStrike">
                <a:solidFill>
                  <a:srgbClr val="000000"/>
                </a:solidFill>
                <a:latin typeface="Arial"/>
                <a:ea typeface="Arial"/>
                <a:cs typeface="Arial"/>
                <a:sym typeface="Arial"/>
              </a:endParaRPr>
            </a:p>
          </p:txBody>
        </p:sp>
        <p:sp>
          <p:nvSpPr>
            <p:cNvPr id="333" name="Google Shape;333;p2"/>
            <p:cNvSpPr txBox="1"/>
            <p:nvPr/>
          </p:nvSpPr>
          <p:spPr>
            <a:xfrm>
              <a:off x="1393" y="1886"/>
              <a:ext cx="223"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grpSp>
      <p:grpSp>
        <p:nvGrpSpPr>
          <p:cNvPr id="334" name="Google Shape;334;p2"/>
          <p:cNvGrpSpPr/>
          <p:nvPr/>
        </p:nvGrpSpPr>
        <p:grpSpPr>
          <a:xfrm>
            <a:off x="2133600" y="2743200"/>
            <a:ext cx="4724400" cy="685800"/>
            <a:chOff x="1296" y="1824"/>
            <a:chExt cx="2976" cy="432"/>
          </a:xfrm>
        </p:grpSpPr>
        <p:sp>
          <p:nvSpPr>
            <p:cNvPr id="335" name="Google Shape;335;p2"/>
            <p:cNvSpPr/>
            <p:nvPr/>
          </p:nvSpPr>
          <p:spPr>
            <a:xfrm>
              <a:off x="1536" y="1899"/>
              <a:ext cx="2736" cy="288"/>
            </a:xfrm>
            <a:prstGeom prst="roundRect">
              <a:avLst>
                <a:gd fmla="val 16667" name="adj"/>
              </a:avLst>
            </a:prstGeom>
            <a:gradFill>
              <a:gsLst>
                <a:gs pos="0">
                  <a:srgbClr val="F8E6D8"/>
                </a:gs>
                <a:gs pos="100000">
                  <a:schemeClr val="accent1"/>
                </a:gs>
              </a:gsLst>
              <a:lin ang="0" scaled="0"/>
            </a:gradFill>
            <a:ln cap="flat" cmpd="sng" w="12700">
              <a:solidFill>
                <a:schemeClr val="lt1"/>
              </a:solidFill>
              <a:prstDash val="solid"/>
              <a:miter lim="800000"/>
              <a:headEnd len="sm" w="sm" type="none"/>
              <a:tailEnd len="sm" w="sm" type="none"/>
            </a:ln>
            <a:effectLst>
              <a:outerShdw blurRad="63500" dir="2388334" dist="99190">
                <a:srgbClr val="333333">
                  <a:alpha val="4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6" name="Google Shape;336;p2"/>
            <p:cNvSpPr/>
            <p:nvPr/>
          </p:nvSpPr>
          <p:spPr>
            <a:xfrm>
              <a:off x="1296" y="1824"/>
              <a:ext cx="432" cy="432"/>
            </a:xfrm>
            <a:prstGeom prst="diamond">
              <a:avLst/>
            </a:prstGeom>
            <a:solidFill>
              <a:schemeClr val="accent1"/>
            </a:solidFill>
            <a:ln cap="flat" cmpd="sng" w="25400">
              <a:solidFill>
                <a:schemeClr val="lt1"/>
              </a:solidFill>
              <a:prstDash val="solid"/>
              <a:miter lim="800000"/>
              <a:headEnd len="sm" w="sm" type="none"/>
              <a:tailEnd len="sm" w="sm" type="none"/>
            </a:ln>
            <a:effectLst>
              <a:outerShdw blurRad="63500" dir="2212194" dist="63500">
                <a:srgbClr val="333333">
                  <a:alpha val="4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7" name="Google Shape;337;p2"/>
            <p:cNvSpPr txBox="1"/>
            <p:nvPr/>
          </p:nvSpPr>
          <p:spPr>
            <a:xfrm>
              <a:off x="1824" y="1934"/>
              <a:ext cx="2448"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Con trỏ và mảng nhiều chiều</a:t>
              </a:r>
              <a:endParaRPr b="0" i="0" sz="1400" u="none" cap="none" strike="noStrike">
                <a:solidFill>
                  <a:srgbClr val="000000"/>
                </a:solidFill>
                <a:latin typeface="Arial"/>
                <a:ea typeface="Arial"/>
                <a:cs typeface="Arial"/>
                <a:sym typeface="Arial"/>
              </a:endParaRPr>
            </a:p>
          </p:txBody>
        </p:sp>
        <p:sp>
          <p:nvSpPr>
            <p:cNvPr id="338" name="Google Shape;338;p2"/>
            <p:cNvSpPr txBox="1"/>
            <p:nvPr/>
          </p:nvSpPr>
          <p:spPr>
            <a:xfrm>
              <a:off x="1393" y="1886"/>
              <a:ext cx="223"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grpSp>
      <p:grpSp>
        <p:nvGrpSpPr>
          <p:cNvPr id="339" name="Google Shape;339;p2"/>
          <p:cNvGrpSpPr/>
          <p:nvPr/>
        </p:nvGrpSpPr>
        <p:grpSpPr>
          <a:xfrm>
            <a:off x="2133600" y="3581400"/>
            <a:ext cx="4724400" cy="685800"/>
            <a:chOff x="1296" y="1824"/>
            <a:chExt cx="2976" cy="432"/>
          </a:xfrm>
        </p:grpSpPr>
        <p:sp>
          <p:nvSpPr>
            <p:cNvPr id="340" name="Google Shape;340;p2"/>
            <p:cNvSpPr/>
            <p:nvPr/>
          </p:nvSpPr>
          <p:spPr>
            <a:xfrm>
              <a:off x="1536" y="1899"/>
              <a:ext cx="2736" cy="288"/>
            </a:xfrm>
            <a:prstGeom prst="roundRect">
              <a:avLst>
                <a:gd fmla="val 16667" name="adj"/>
              </a:avLst>
            </a:prstGeom>
            <a:gradFill>
              <a:gsLst>
                <a:gs pos="0">
                  <a:srgbClr val="DAE5F2"/>
                </a:gs>
                <a:gs pos="100000">
                  <a:schemeClr val="dk2"/>
                </a:gs>
              </a:gsLst>
              <a:lin ang="0" scaled="0"/>
            </a:gradFill>
            <a:ln cap="flat" cmpd="sng" w="12700">
              <a:solidFill>
                <a:schemeClr val="lt1"/>
              </a:solidFill>
              <a:prstDash val="solid"/>
              <a:miter lim="800000"/>
              <a:headEnd len="sm" w="sm" type="none"/>
              <a:tailEnd len="sm" w="sm" type="none"/>
            </a:ln>
            <a:effectLst>
              <a:outerShdw blurRad="63500" dir="2388334" dist="99190">
                <a:srgbClr val="333333">
                  <a:alpha val="4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1" name="Google Shape;341;p2"/>
            <p:cNvSpPr/>
            <p:nvPr/>
          </p:nvSpPr>
          <p:spPr>
            <a:xfrm>
              <a:off x="1296" y="1824"/>
              <a:ext cx="432" cy="432"/>
            </a:xfrm>
            <a:prstGeom prst="diamond">
              <a:avLst/>
            </a:prstGeom>
            <a:solidFill>
              <a:schemeClr val="hlink"/>
            </a:solidFill>
            <a:ln cap="flat" cmpd="sng" w="25400">
              <a:solidFill>
                <a:schemeClr val="lt1"/>
              </a:solidFill>
              <a:prstDash val="solid"/>
              <a:miter lim="800000"/>
              <a:headEnd len="sm" w="sm" type="none"/>
              <a:tailEnd len="sm" w="sm" type="none"/>
            </a:ln>
            <a:effectLst>
              <a:outerShdw blurRad="63500" dir="2212194" dist="63500">
                <a:srgbClr val="333333">
                  <a:alpha val="4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2" name="Google Shape;342;p2"/>
            <p:cNvSpPr txBox="1"/>
            <p:nvPr/>
          </p:nvSpPr>
          <p:spPr>
            <a:xfrm>
              <a:off x="1824" y="1934"/>
              <a:ext cx="244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Mảng con trỏ</a:t>
              </a:r>
              <a:endParaRPr b="0" i="0" sz="1400" u="none" cap="none" strike="noStrike">
                <a:solidFill>
                  <a:srgbClr val="000000"/>
                </a:solidFill>
                <a:latin typeface="Arial"/>
                <a:ea typeface="Arial"/>
                <a:cs typeface="Arial"/>
                <a:sym typeface="Arial"/>
              </a:endParaRPr>
            </a:p>
          </p:txBody>
        </p:sp>
        <p:sp>
          <p:nvSpPr>
            <p:cNvPr id="343" name="Google Shape;343;p2"/>
            <p:cNvSpPr txBox="1"/>
            <p:nvPr/>
          </p:nvSpPr>
          <p:spPr>
            <a:xfrm>
              <a:off x="1393" y="1886"/>
              <a:ext cx="223"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grpSp>
        <p:nvGrpSpPr>
          <p:cNvPr id="344" name="Google Shape;344;p2"/>
          <p:cNvGrpSpPr/>
          <p:nvPr/>
        </p:nvGrpSpPr>
        <p:grpSpPr>
          <a:xfrm>
            <a:off x="2133600" y="4495800"/>
            <a:ext cx="4724400" cy="685800"/>
            <a:chOff x="1296" y="1824"/>
            <a:chExt cx="2976" cy="432"/>
          </a:xfrm>
        </p:grpSpPr>
        <p:sp>
          <p:nvSpPr>
            <p:cNvPr id="345" name="Google Shape;345;p2"/>
            <p:cNvSpPr/>
            <p:nvPr/>
          </p:nvSpPr>
          <p:spPr>
            <a:xfrm>
              <a:off x="1536" y="1899"/>
              <a:ext cx="2736" cy="288"/>
            </a:xfrm>
            <a:prstGeom prst="roundRect">
              <a:avLst>
                <a:gd fmla="val 16667" name="adj"/>
              </a:avLst>
            </a:prstGeom>
            <a:gradFill>
              <a:gsLst>
                <a:gs pos="0">
                  <a:srgbClr val="EBEFF3"/>
                </a:gs>
                <a:gs pos="100000">
                  <a:schemeClr val="folHlink"/>
                </a:gs>
              </a:gsLst>
              <a:lin ang="0" scaled="0"/>
            </a:gradFill>
            <a:ln cap="flat" cmpd="sng" w="12700">
              <a:solidFill>
                <a:schemeClr val="lt1"/>
              </a:solidFill>
              <a:prstDash val="solid"/>
              <a:miter lim="800000"/>
              <a:headEnd len="sm" w="sm" type="none"/>
              <a:tailEnd len="sm" w="sm" type="none"/>
            </a:ln>
            <a:effectLst>
              <a:outerShdw blurRad="63500" dir="2388334" dist="99190">
                <a:srgbClr val="333333">
                  <a:alpha val="4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6" name="Google Shape;346;p2"/>
            <p:cNvSpPr/>
            <p:nvPr/>
          </p:nvSpPr>
          <p:spPr>
            <a:xfrm>
              <a:off x="1296" y="1824"/>
              <a:ext cx="432" cy="432"/>
            </a:xfrm>
            <a:prstGeom prst="diamond">
              <a:avLst/>
            </a:prstGeom>
            <a:solidFill>
              <a:schemeClr val="folHlink"/>
            </a:solidFill>
            <a:ln cap="flat" cmpd="sng" w="25400">
              <a:solidFill>
                <a:schemeClr val="lt1"/>
              </a:solidFill>
              <a:prstDash val="solid"/>
              <a:miter lim="800000"/>
              <a:headEnd len="sm" w="sm" type="none"/>
              <a:tailEnd len="sm" w="sm" type="none"/>
            </a:ln>
            <a:effectLst>
              <a:outerShdw blurRad="63500" dir="2212194" dist="63500">
                <a:srgbClr val="333333">
                  <a:alpha val="4941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7" name="Google Shape;347;p2"/>
            <p:cNvSpPr txBox="1"/>
            <p:nvPr/>
          </p:nvSpPr>
          <p:spPr>
            <a:xfrm>
              <a:off x="1824" y="1934"/>
              <a:ext cx="2448"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Con trỏ hàm</a:t>
              </a:r>
              <a:endParaRPr b="0" i="0" sz="1400" u="none" cap="none" strike="noStrike">
                <a:solidFill>
                  <a:srgbClr val="000000"/>
                </a:solidFill>
                <a:latin typeface="Arial"/>
                <a:ea typeface="Arial"/>
                <a:cs typeface="Arial"/>
                <a:sym typeface="Arial"/>
              </a:endParaRPr>
            </a:p>
          </p:txBody>
        </p:sp>
        <p:sp>
          <p:nvSpPr>
            <p:cNvPr id="348" name="Google Shape;348;p2"/>
            <p:cNvSpPr txBox="1"/>
            <p:nvPr/>
          </p:nvSpPr>
          <p:spPr>
            <a:xfrm>
              <a:off x="1393" y="1886"/>
              <a:ext cx="223"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
          <p:cNvSpPr txBox="1"/>
          <p:nvPr>
            <p:ph type="title"/>
          </p:nvPr>
        </p:nvSpPr>
        <p:spPr>
          <a:xfrm>
            <a:off x="1143000" y="381000"/>
            <a:ext cx="80010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cấp 2 (con trỏ đến con trỏ)</a:t>
            </a:r>
            <a:endParaRPr/>
          </a:p>
        </p:txBody>
      </p:sp>
      <p:sp>
        <p:nvSpPr>
          <p:cNvPr id="355" name="Google Shape;355;p3"/>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Đặt vấn đề</a:t>
            </a:r>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cap="none" strike="noStrike">
              <a:solidFill>
                <a:srgbClr val="0A85FF"/>
              </a:solidFill>
              <a:latin typeface="Tahoma"/>
              <a:ea typeface="Tahoma"/>
              <a:cs typeface="Tahoma"/>
              <a:sym typeface="Tahoma"/>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cap="none" strike="noStrike">
              <a:solidFill>
                <a:srgbClr val="0A85FF"/>
              </a:solidFill>
              <a:latin typeface="Tahoma"/>
              <a:ea typeface="Tahoma"/>
              <a:cs typeface="Tahoma"/>
              <a:sym typeface="Tahoma"/>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cap="none" strike="noStrike">
              <a:solidFill>
                <a:srgbClr val="0A85FF"/>
              </a:solidFill>
              <a:latin typeface="Tahoma"/>
              <a:ea typeface="Tahoma"/>
              <a:cs typeface="Tahoma"/>
              <a:sym typeface="Tahoma"/>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cap="none" strike="noStrike">
              <a:solidFill>
                <a:srgbClr val="0A85FF"/>
              </a:solidFill>
              <a:latin typeface="Tahoma"/>
              <a:ea typeface="Tahoma"/>
              <a:cs typeface="Tahoma"/>
              <a:sym typeface="Tahoma"/>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cap="none" strike="noStrike">
              <a:solidFill>
                <a:srgbClr val="0A85FF"/>
              </a:solidFill>
              <a:latin typeface="Tahoma"/>
              <a:ea typeface="Tahoma"/>
              <a:cs typeface="Tahoma"/>
              <a:sym typeface="Tahoma"/>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cap="none" strike="noStrike">
              <a:solidFill>
                <a:srgbClr val="0A85FF"/>
              </a:solidFill>
              <a:latin typeface="Tahoma"/>
              <a:ea typeface="Tahoma"/>
              <a:cs typeface="Tahoma"/>
              <a:sym typeface="Tahoma"/>
            </a:endParaRPr>
          </a:p>
          <a:p>
            <a:pPr indent="-285750" lvl="1" marL="742950" marR="0" rtl="0" algn="l">
              <a:lnSpc>
                <a:spcPct val="100000"/>
              </a:lnSpc>
              <a:spcBef>
                <a:spcPts val="560"/>
              </a:spcBef>
              <a:spcAft>
                <a:spcPts val="0"/>
              </a:spcAft>
              <a:buClr>
                <a:schemeClr val="accent1"/>
              </a:buClr>
              <a:buSzPts val="2800"/>
              <a:buFont typeface="Noto Sans Symbols"/>
              <a:buNone/>
            </a:pPr>
            <a:r>
              <a:rPr b="0" i="0" lang="en-US" sz="2800" u="none" cap="none" strike="noStrike">
                <a:solidFill>
                  <a:schemeClr val="dk1"/>
                </a:solidFill>
                <a:latin typeface="Tahoma"/>
                <a:ea typeface="Tahoma"/>
                <a:cs typeface="Tahoma"/>
                <a:sym typeface="Tahoma"/>
              </a:rPr>
              <a:t>	</a:t>
            </a:r>
            <a:r>
              <a:rPr b="0" i="0" lang="en-US" sz="2800" u="none" cap="none" strike="noStrike">
                <a:solidFill>
                  <a:srgbClr val="FF0000"/>
                </a:solidFill>
                <a:latin typeface="Tahoma"/>
                <a:ea typeface="Tahoma"/>
                <a:cs typeface="Tahoma"/>
                <a:sym typeface="Tahoma"/>
              </a:rPr>
              <a:t>Làm sao thay đổi giá trị của con trỏ (không phải giá trị mà nó trỏ đến) sau khi gọi hàm?</a:t>
            </a:r>
            <a:endParaRPr/>
          </a:p>
        </p:txBody>
      </p:sp>
      <p:sp>
        <p:nvSpPr>
          <p:cNvPr id="356" name="Google Shape;356;p3"/>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357" name="Google Shape;357;p3"/>
          <p:cNvSpPr/>
          <p:nvPr/>
        </p:nvSpPr>
        <p:spPr>
          <a:xfrm>
            <a:off x="685800" y="2057400"/>
            <a:ext cx="152400" cy="3124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8" name="Google Shape;358;p3"/>
          <p:cNvSpPr txBox="1"/>
          <p:nvPr/>
        </p:nvSpPr>
        <p:spPr>
          <a:xfrm>
            <a:off x="838200" y="2057400"/>
            <a:ext cx="7315200" cy="317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CapPhat(int *p, int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 = (int *)malloc(n * sizeof(int));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*a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CapPhat(a,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 a vẫn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
          <p:cNvSpPr/>
          <p:nvPr/>
        </p:nvSpPr>
        <p:spPr>
          <a:xfrm>
            <a:off x="1828800" y="4267200"/>
            <a:ext cx="16104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NULL</a:t>
            </a:r>
            <a:endParaRPr b="0" i="0" sz="1400" u="none" cap="none" strike="noStrike">
              <a:solidFill>
                <a:srgbClr val="000000"/>
              </a:solidFill>
              <a:latin typeface="Arial"/>
              <a:ea typeface="Arial"/>
              <a:cs typeface="Arial"/>
              <a:sym typeface="Arial"/>
            </a:endParaRPr>
          </a:p>
        </p:txBody>
      </p:sp>
      <p:sp>
        <p:nvSpPr>
          <p:cNvPr id="365" name="Google Shape;365;p4"/>
          <p:cNvSpPr/>
          <p:nvPr/>
        </p:nvSpPr>
        <p:spPr>
          <a:xfrm>
            <a:off x="16002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6" name="Google Shape;366;p4"/>
          <p:cNvSpPr/>
          <p:nvPr/>
        </p:nvSpPr>
        <p:spPr>
          <a:xfrm>
            <a:off x="20574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7" name="Google Shape;367;p4"/>
          <p:cNvSpPr/>
          <p:nvPr/>
        </p:nvSpPr>
        <p:spPr>
          <a:xfrm>
            <a:off x="25146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8" name="Google Shape;368;p4"/>
          <p:cNvSpPr/>
          <p:nvPr/>
        </p:nvSpPr>
        <p:spPr>
          <a:xfrm>
            <a:off x="29718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9" name="Google Shape;369;p4"/>
          <p:cNvSpPr/>
          <p:nvPr/>
        </p:nvSpPr>
        <p:spPr>
          <a:xfrm>
            <a:off x="34290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0" name="Google Shape;370;p4"/>
          <p:cNvSpPr/>
          <p:nvPr/>
        </p:nvSpPr>
        <p:spPr>
          <a:xfrm>
            <a:off x="38862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1" name="Google Shape;371;p4"/>
          <p:cNvSpPr/>
          <p:nvPr/>
        </p:nvSpPr>
        <p:spPr>
          <a:xfrm>
            <a:off x="43434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2" name="Google Shape;372;p4"/>
          <p:cNvSpPr/>
          <p:nvPr/>
        </p:nvSpPr>
        <p:spPr>
          <a:xfrm>
            <a:off x="48006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3" name="Google Shape;373;p4"/>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cấp 2</a:t>
            </a:r>
            <a:endParaRPr/>
          </a:p>
        </p:txBody>
      </p:sp>
      <p:sp>
        <p:nvSpPr>
          <p:cNvPr id="374" name="Google Shape;374;p4"/>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375" name="Google Shape;375;p4"/>
          <p:cNvSpPr/>
          <p:nvPr/>
        </p:nvSpPr>
        <p:spPr>
          <a:xfrm>
            <a:off x="7543800" y="54102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376" name="Google Shape;376;p4"/>
          <p:cNvSpPr/>
          <p:nvPr/>
        </p:nvSpPr>
        <p:spPr>
          <a:xfrm>
            <a:off x="685800" y="54102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377" name="Google Shape;377;p4"/>
          <p:cNvSpPr/>
          <p:nvPr/>
        </p:nvSpPr>
        <p:spPr>
          <a:xfrm>
            <a:off x="11430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8" name="Google Shape;378;p4"/>
          <p:cNvSpPr/>
          <p:nvPr/>
        </p:nvSpPr>
        <p:spPr>
          <a:xfrm>
            <a:off x="52578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9" name="Google Shape;379;p4"/>
          <p:cNvSpPr/>
          <p:nvPr/>
        </p:nvSpPr>
        <p:spPr>
          <a:xfrm>
            <a:off x="57150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0" name="Google Shape;380;p4"/>
          <p:cNvSpPr/>
          <p:nvPr/>
        </p:nvSpPr>
        <p:spPr>
          <a:xfrm>
            <a:off x="61722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1" name="Google Shape;381;p4"/>
          <p:cNvSpPr/>
          <p:nvPr/>
        </p:nvSpPr>
        <p:spPr>
          <a:xfrm>
            <a:off x="66294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2" name="Google Shape;382;p4"/>
          <p:cNvSpPr/>
          <p:nvPr/>
        </p:nvSpPr>
        <p:spPr>
          <a:xfrm>
            <a:off x="70866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3" name="Google Shape;383;p4"/>
          <p:cNvSpPr/>
          <p:nvPr/>
        </p:nvSpPr>
        <p:spPr>
          <a:xfrm>
            <a:off x="1600200" y="6248400"/>
            <a:ext cx="25920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int *a = NULL</a:t>
            </a:r>
            <a:endParaRPr b="0" i="0" sz="1400" u="none" cap="none" strike="noStrike">
              <a:solidFill>
                <a:srgbClr val="000000"/>
              </a:solidFill>
              <a:latin typeface="Arial"/>
              <a:ea typeface="Arial"/>
              <a:cs typeface="Arial"/>
              <a:sym typeface="Arial"/>
            </a:endParaRPr>
          </a:p>
        </p:txBody>
      </p:sp>
      <p:sp>
        <p:nvSpPr>
          <p:cNvPr id="384" name="Google Shape;384;p4"/>
          <p:cNvSpPr/>
          <p:nvPr/>
        </p:nvSpPr>
        <p:spPr>
          <a:xfrm>
            <a:off x="11430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0A</a:t>
            </a:r>
            <a:endParaRPr b="0" i="0" sz="800" u="none" cap="none" strike="noStrike">
              <a:solidFill>
                <a:srgbClr val="000000"/>
              </a:solidFill>
              <a:latin typeface="Arial"/>
              <a:ea typeface="Arial"/>
              <a:cs typeface="Arial"/>
              <a:sym typeface="Arial"/>
            </a:endParaRPr>
          </a:p>
        </p:txBody>
      </p:sp>
      <p:sp>
        <p:nvSpPr>
          <p:cNvPr id="385" name="Google Shape;385;p4"/>
          <p:cNvSpPr/>
          <p:nvPr/>
        </p:nvSpPr>
        <p:spPr>
          <a:xfrm>
            <a:off x="16002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0B</a:t>
            </a:r>
            <a:endParaRPr b="0" i="0" sz="800" u="none" cap="none" strike="noStrike">
              <a:solidFill>
                <a:srgbClr val="000000"/>
              </a:solidFill>
              <a:latin typeface="Arial"/>
              <a:ea typeface="Arial"/>
              <a:cs typeface="Arial"/>
              <a:sym typeface="Arial"/>
            </a:endParaRPr>
          </a:p>
        </p:txBody>
      </p:sp>
      <p:sp>
        <p:nvSpPr>
          <p:cNvPr id="386" name="Google Shape;386;p4"/>
          <p:cNvSpPr/>
          <p:nvPr/>
        </p:nvSpPr>
        <p:spPr>
          <a:xfrm>
            <a:off x="20574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0C</a:t>
            </a:r>
            <a:endParaRPr b="0" i="0" sz="800" u="none" cap="none" strike="noStrike">
              <a:solidFill>
                <a:srgbClr val="000000"/>
              </a:solidFill>
              <a:latin typeface="Arial"/>
              <a:ea typeface="Arial"/>
              <a:cs typeface="Arial"/>
              <a:sym typeface="Arial"/>
            </a:endParaRPr>
          </a:p>
        </p:txBody>
      </p:sp>
      <p:sp>
        <p:nvSpPr>
          <p:cNvPr id="387" name="Google Shape;387;p4"/>
          <p:cNvSpPr/>
          <p:nvPr/>
        </p:nvSpPr>
        <p:spPr>
          <a:xfrm>
            <a:off x="25146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0D</a:t>
            </a:r>
            <a:endParaRPr b="0" i="0" sz="800" u="none" cap="none" strike="noStrike">
              <a:solidFill>
                <a:srgbClr val="000000"/>
              </a:solidFill>
              <a:latin typeface="Arial"/>
              <a:ea typeface="Arial"/>
              <a:cs typeface="Arial"/>
              <a:sym typeface="Arial"/>
            </a:endParaRPr>
          </a:p>
        </p:txBody>
      </p:sp>
      <p:sp>
        <p:nvSpPr>
          <p:cNvPr id="388" name="Google Shape;388;p4"/>
          <p:cNvSpPr/>
          <p:nvPr/>
        </p:nvSpPr>
        <p:spPr>
          <a:xfrm>
            <a:off x="29718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0E</a:t>
            </a:r>
            <a:endParaRPr b="0" i="0" sz="800" u="none" cap="none" strike="noStrike">
              <a:solidFill>
                <a:srgbClr val="000000"/>
              </a:solidFill>
              <a:latin typeface="Arial"/>
              <a:ea typeface="Arial"/>
              <a:cs typeface="Arial"/>
              <a:sym typeface="Arial"/>
            </a:endParaRPr>
          </a:p>
        </p:txBody>
      </p:sp>
      <p:sp>
        <p:nvSpPr>
          <p:cNvPr id="389" name="Google Shape;389;p4"/>
          <p:cNvSpPr/>
          <p:nvPr/>
        </p:nvSpPr>
        <p:spPr>
          <a:xfrm>
            <a:off x="34290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0F</a:t>
            </a:r>
            <a:endParaRPr b="0" i="0" sz="800" u="none" cap="none" strike="noStrike">
              <a:solidFill>
                <a:srgbClr val="000000"/>
              </a:solidFill>
              <a:latin typeface="Arial"/>
              <a:ea typeface="Arial"/>
              <a:cs typeface="Arial"/>
              <a:sym typeface="Arial"/>
            </a:endParaRPr>
          </a:p>
        </p:txBody>
      </p:sp>
      <p:sp>
        <p:nvSpPr>
          <p:cNvPr id="390" name="Google Shape;390;p4"/>
          <p:cNvSpPr/>
          <p:nvPr/>
        </p:nvSpPr>
        <p:spPr>
          <a:xfrm>
            <a:off x="38862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10</a:t>
            </a:r>
            <a:endParaRPr b="0" i="0" sz="800" u="none" cap="none" strike="noStrike">
              <a:solidFill>
                <a:srgbClr val="000000"/>
              </a:solidFill>
              <a:latin typeface="Arial"/>
              <a:ea typeface="Arial"/>
              <a:cs typeface="Arial"/>
              <a:sym typeface="Arial"/>
            </a:endParaRPr>
          </a:p>
        </p:txBody>
      </p:sp>
      <p:sp>
        <p:nvSpPr>
          <p:cNvPr id="391" name="Google Shape;391;p4"/>
          <p:cNvSpPr/>
          <p:nvPr/>
        </p:nvSpPr>
        <p:spPr>
          <a:xfrm>
            <a:off x="43434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11</a:t>
            </a:r>
            <a:endParaRPr b="0" i="0" sz="800" u="none" cap="none" strike="noStrike">
              <a:solidFill>
                <a:srgbClr val="000000"/>
              </a:solidFill>
              <a:latin typeface="Arial"/>
              <a:ea typeface="Arial"/>
              <a:cs typeface="Arial"/>
              <a:sym typeface="Arial"/>
            </a:endParaRPr>
          </a:p>
        </p:txBody>
      </p:sp>
      <p:sp>
        <p:nvSpPr>
          <p:cNvPr id="392" name="Google Shape;392;p4"/>
          <p:cNvSpPr/>
          <p:nvPr/>
        </p:nvSpPr>
        <p:spPr>
          <a:xfrm>
            <a:off x="48006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12</a:t>
            </a:r>
            <a:endParaRPr b="0" i="0" sz="800" u="none" cap="none" strike="noStrike">
              <a:solidFill>
                <a:srgbClr val="000000"/>
              </a:solidFill>
              <a:latin typeface="Arial"/>
              <a:ea typeface="Arial"/>
              <a:cs typeface="Arial"/>
              <a:sym typeface="Arial"/>
            </a:endParaRPr>
          </a:p>
        </p:txBody>
      </p:sp>
      <p:sp>
        <p:nvSpPr>
          <p:cNvPr id="393" name="Google Shape;393;p4"/>
          <p:cNvSpPr/>
          <p:nvPr/>
        </p:nvSpPr>
        <p:spPr>
          <a:xfrm>
            <a:off x="52578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13</a:t>
            </a:r>
            <a:endParaRPr b="0" i="0" sz="800" u="none" cap="none" strike="noStrike">
              <a:solidFill>
                <a:srgbClr val="000000"/>
              </a:solidFill>
              <a:latin typeface="Arial"/>
              <a:ea typeface="Arial"/>
              <a:cs typeface="Arial"/>
              <a:sym typeface="Arial"/>
            </a:endParaRPr>
          </a:p>
        </p:txBody>
      </p:sp>
      <p:sp>
        <p:nvSpPr>
          <p:cNvPr id="394" name="Google Shape;394;p4"/>
          <p:cNvSpPr/>
          <p:nvPr/>
        </p:nvSpPr>
        <p:spPr>
          <a:xfrm>
            <a:off x="57150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14</a:t>
            </a:r>
            <a:endParaRPr b="0" i="0" sz="800" u="none" cap="none" strike="noStrike">
              <a:solidFill>
                <a:srgbClr val="000000"/>
              </a:solidFill>
              <a:latin typeface="Arial"/>
              <a:ea typeface="Arial"/>
              <a:cs typeface="Arial"/>
              <a:sym typeface="Arial"/>
            </a:endParaRPr>
          </a:p>
        </p:txBody>
      </p:sp>
      <p:sp>
        <p:nvSpPr>
          <p:cNvPr id="395" name="Google Shape;395;p4"/>
          <p:cNvSpPr/>
          <p:nvPr/>
        </p:nvSpPr>
        <p:spPr>
          <a:xfrm>
            <a:off x="61722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15</a:t>
            </a:r>
            <a:endParaRPr b="0" i="0" sz="800" u="none" cap="none" strike="noStrike">
              <a:solidFill>
                <a:srgbClr val="000000"/>
              </a:solidFill>
              <a:latin typeface="Arial"/>
              <a:ea typeface="Arial"/>
              <a:cs typeface="Arial"/>
              <a:sym typeface="Arial"/>
            </a:endParaRPr>
          </a:p>
        </p:txBody>
      </p:sp>
      <p:sp>
        <p:nvSpPr>
          <p:cNvPr id="396" name="Google Shape;396;p4"/>
          <p:cNvSpPr/>
          <p:nvPr/>
        </p:nvSpPr>
        <p:spPr>
          <a:xfrm>
            <a:off x="66294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16</a:t>
            </a:r>
            <a:endParaRPr b="0" i="0" sz="800" u="none" cap="none" strike="noStrike">
              <a:solidFill>
                <a:srgbClr val="000000"/>
              </a:solidFill>
              <a:latin typeface="Arial"/>
              <a:ea typeface="Arial"/>
              <a:cs typeface="Arial"/>
              <a:sym typeface="Arial"/>
            </a:endParaRPr>
          </a:p>
        </p:txBody>
      </p:sp>
      <p:sp>
        <p:nvSpPr>
          <p:cNvPr id="397" name="Google Shape;397;p4"/>
          <p:cNvSpPr/>
          <p:nvPr/>
        </p:nvSpPr>
        <p:spPr>
          <a:xfrm>
            <a:off x="70866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17</a:t>
            </a:r>
            <a:endParaRPr b="0" i="0" sz="800" u="none" cap="none" strike="noStrike">
              <a:solidFill>
                <a:srgbClr val="000000"/>
              </a:solidFill>
              <a:latin typeface="Arial"/>
              <a:ea typeface="Arial"/>
              <a:cs typeface="Arial"/>
              <a:sym typeface="Arial"/>
            </a:endParaRPr>
          </a:p>
        </p:txBody>
      </p:sp>
      <p:cxnSp>
        <p:nvCxnSpPr>
          <p:cNvPr id="398" name="Google Shape;398;p4"/>
          <p:cNvCxnSpPr/>
          <p:nvPr/>
        </p:nvCxnSpPr>
        <p:spPr>
          <a:xfrm rot="-5400000">
            <a:off x="1639887" y="6132512"/>
            <a:ext cx="379412" cy="1587"/>
          </a:xfrm>
          <a:prstGeom prst="straightConnector1">
            <a:avLst/>
          </a:prstGeom>
          <a:noFill/>
          <a:ln cap="flat" cmpd="sng" w="38100">
            <a:solidFill>
              <a:srgbClr val="DD8443"/>
            </a:solidFill>
            <a:prstDash val="solid"/>
            <a:miter lim="800000"/>
            <a:headEnd len="sm" w="sm" type="none"/>
            <a:tailEnd len="med" w="med" type="stealth"/>
          </a:ln>
        </p:spPr>
      </p:cxnSp>
      <p:sp>
        <p:nvSpPr>
          <p:cNvPr id="399" name="Google Shape;399;p4"/>
          <p:cNvSpPr/>
          <p:nvPr/>
        </p:nvSpPr>
        <p:spPr>
          <a:xfrm>
            <a:off x="2514600" y="3733800"/>
            <a:ext cx="1219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int </a:t>
            </a:r>
            <a:r>
              <a:rPr b="0" i="0" lang="en-US" sz="2400" u="none" cap="none" strike="noStrike">
                <a:solidFill>
                  <a:srgbClr val="FF0000"/>
                </a:solidFill>
                <a:latin typeface="Verdana"/>
                <a:ea typeface="Verdana"/>
                <a:cs typeface="Verdana"/>
                <a:sym typeface="Verdana"/>
              </a:rPr>
              <a:t>*p</a:t>
            </a:r>
            <a:endParaRPr b="0" i="0" sz="1400" u="none" cap="none" strike="noStrike">
              <a:solidFill>
                <a:srgbClr val="000000"/>
              </a:solidFill>
              <a:latin typeface="Arial"/>
              <a:ea typeface="Arial"/>
              <a:cs typeface="Arial"/>
              <a:sym typeface="Arial"/>
            </a:endParaRPr>
          </a:p>
        </p:txBody>
      </p:sp>
      <p:sp>
        <p:nvSpPr>
          <p:cNvPr id="400" name="Google Shape;400;p4"/>
          <p:cNvSpPr/>
          <p:nvPr/>
        </p:nvSpPr>
        <p:spPr>
          <a:xfrm>
            <a:off x="3886200" y="3733800"/>
            <a:ext cx="12954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int n</a:t>
            </a:r>
            <a:endParaRPr b="0" i="0" sz="1400" u="none" cap="none" strike="noStrike">
              <a:solidFill>
                <a:srgbClr val="000000"/>
              </a:solidFill>
              <a:latin typeface="Arial"/>
              <a:ea typeface="Arial"/>
              <a:cs typeface="Arial"/>
              <a:sym typeface="Arial"/>
            </a:endParaRPr>
          </a:p>
        </p:txBody>
      </p:sp>
      <p:sp>
        <p:nvSpPr>
          <p:cNvPr id="401" name="Google Shape;401;p4"/>
          <p:cNvSpPr/>
          <p:nvPr/>
        </p:nvSpPr>
        <p:spPr>
          <a:xfrm>
            <a:off x="1143000" y="3657600"/>
            <a:ext cx="4114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2" name="Google Shape;402;p4"/>
          <p:cNvSpPr/>
          <p:nvPr/>
        </p:nvSpPr>
        <p:spPr>
          <a:xfrm>
            <a:off x="1295400" y="3733800"/>
            <a:ext cx="10668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A85FF"/>
              </a:buClr>
              <a:buSzPts val="2400"/>
              <a:buFont typeface="Verdana"/>
              <a:buNone/>
            </a:pPr>
            <a:r>
              <a:rPr b="0" i="0" lang="en-US" sz="1400" u="none" cap="none" strike="noStrike">
                <a:solidFill>
                  <a:srgbClr val="0A85FF"/>
                </a:solidFill>
                <a:latin typeface="Verdana"/>
                <a:ea typeface="Verdana"/>
                <a:cs typeface="Verdana"/>
                <a:sym typeface="Verdana"/>
              </a:rPr>
              <a:t>CapPhat</a:t>
            </a:r>
            <a:endParaRPr b="0" i="0" sz="800" u="none" cap="none" strike="noStrike">
              <a:solidFill>
                <a:srgbClr val="000000"/>
              </a:solidFill>
              <a:latin typeface="Arial"/>
              <a:ea typeface="Arial"/>
              <a:cs typeface="Arial"/>
              <a:sym typeface="Arial"/>
            </a:endParaRPr>
          </a:p>
        </p:txBody>
      </p:sp>
      <p:cxnSp>
        <p:nvCxnSpPr>
          <p:cNvPr id="403" name="Google Shape;403;p4"/>
          <p:cNvCxnSpPr/>
          <p:nvPr/>
        </p:nvCxnSpPr>
        <p:spPr>
          <a:xfrm rot="5400000">
            <a:off x="2857500" y="4457700"/>
            <a:ext cx="533400" cy="3175"/>
          </a:xfrm>
          <a:prstGeom prst="straightConnector1">
            <a:avLst/>
          </a:prstGeom>
          <a:noFill/>
          <a:ln cap="flat" cmpd="sng" w="38100">
            <a:solidFill>
              <a:srgbClr val="DD8443"/>
            </a:solidFill>
            <a:prstDash val="solid"/>
            <a:miter lim="800000"/>
            <a:headEnd len="med" w="med" type="stealth"/>
            <a:tailEnd len="sm" w="sm" type="none"/>
          </a:ln>
        </p:spPr>
      </p:cxnSp>
      <p:cxnSp>
        <p:nvCxnSpPr>
          <p:cNvPr id="404" name="Google Shape;404;p4"/>
          <p:cNvCxnSpPr/>
          <p:nvPr/>
        </p:nvCxnSpPr>
        <p:spPr>
          <a:xfrm rot="5400000">
            <a:off x="2324893" y="4914106"/>
            <a:ext cx="381000" cy="1587"/>
          </a:xfrm>
          <a:prstGeom prst="straightConnector1">
            <a:avLst/>
          </a:prstGeom>
          <a:noFill/>
          <a:ln cap="flat" cmpd="sng" w="38100">
            <a:solidFill>
              <a:srgbClr val="DD8443"/>
            </a:solidFill>
            <a:prstDash val="solid"/>
            <a:miter lim="800000"/>
            <a:headEnd len="sm" w="sm" type="none"/>
            <a:tailEnd len="sm" w="sm" type="none"/>
          </a:ln>
        </p:spPr>
      </p:cxnSp>
      <p:cxnSp>
        <p:nvCxnSpPr>
          <p:cNvPr id="405" name="Google Shape;405;p4"/>
          <p:cNvCxnSpPr/>
          <p:nvPr/>
        </p:nvCxnSpPr>
        <p:spPr>
          <a:xfrm>
            <a:off x="2514600" y="4724400"/>
            <a:ext cx="609600" cy="1587"/>
          </a:xfrm>
          <a:prstGeom prst="straightConnector1">
            <a:avLst/>
          </a:prstGeom>
          <a:noFill/>
          <a:ln cap="flat" cmpd="sng" w="38100">
            <a:solidFill>
              <a:srgbClr val="DD8443"/>
            </a:solidFill>
            <a:prstDash val="solid"/>
            <a:miter lim="800000"/>
            <a:headEnd len="sm" w="sm" type="none"/>
            <a:tailEnd len="sm" w="sm" type="none"/>
          </a:ln>
        </p:spPr>
      </p:cxnSp>
      <p:cxnSp>
        <p:nvCxnSpPr>
          <p:cNvPr id="406" name="Google Shape;406;p4"/>
          <p:cNvCxnSpPr/>
          <p:nvPr/>
        </p:nvCxnSpPr>
        <p:spPr>
          <a:xfrm flipH="1" rot="-5400000">
            <a:off x="4264818" y="4460081"/>
            <a:ext cx="546100" cy="7937"/>
          </a:xfrm>
          <a:prstGeom prst="straightConnector1">
            <a:avLst/>
          </a:prstGeom>
          <a:noFill/>
          <a:ln cap="flat" cmpd="sng" w="38100">
            <a:solidFill>
              <a:srgbClr val="DD8443"/>
            </a:solidFill>
            <a:prstDash val="solid"/>
            <a:miter lim="800000"/>
            <a:headEnd len="med" w="med" type="stealth"/>
            <a:tailEnd len="sm" w="sm" type="none"/>
          </a:ln>
        </p:spPr>
      </p:cxnSp>
      <p:sp>
        <p:nvSpPr>
          <p:cNvPr id="407" name="Google Shape;407;p4"/>
          <p:cNvSpPr/>
          <p:nvPr/>
        </p:nvSpPr>
        <p:spPr>
          <a:xfrm>
            <a:off x="7543800" y="22098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408" name="Google Shape;408;p4"/>
          <p:cNvSpPr/>
          <p:nvPr/>
        </p:nvSpPr>
        <p:spPr>
          <a:xfrm>
            <a:off x="685800" y="22098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409" name="Google Shape;409;p4"/>
          <p:cNvSpPr/>
          <p:nvPr/>
        </p:nvSpPr>
        <p:spPr>
          <a:xfrm>
            <a:off x="11430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0" name="Google Shape;410;p4"/>
          <p:cNvSpPr/>
          <p:nvPr/>
        </p:nvSpPr>
        <p:spPr>
          <a:xfrm>
            <a:off x="16002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1" name="Google Shape;411;p4"/>
          <p:cNvSpPr/>
          <p:nvPr/>
        </p:nvSpPr>
        <p:spPr>
          <a:xfrm>
            <a:off x="20574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2" name="Google Shape;412;p4"/>
          <p:cNvSpPr/>
          <p:nvPr/>
        </p:nvSpPr>
        <p:spPr>
          <a:xfrm>
            <a:off x="25146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3" name="Google Shape;413;p4"/>
          <p:cNvSpPr/>
          <p:nvPr/>
        </p:nvSpPr>
        <p:spPr>
          <a:xfrm>
            <a:off x="29718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4" name="Google Shape;414;p4"/>
          <p:cNvSpPr/>
          <p:nvPr/>
        </p:nvSpPr>
        <p:spPr>
          <a:xfrm>
            <a:off x="34290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5" name="Google Shape;415;p4"/>
          <p:cNvSpPr/>
          <p:nvPr/>
        </p:nvSpPr>
        <p:spPr>
          <a:xfrm>
            <a:off x="38862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6" name="Google Shape;416;p4"/>
          <p:cNvSpPr/>
          <p:nvPr/>
        </p:nvSpPr>
        <p:spPr>
          <a:xfrm>
            <a:off x="43434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7" name="Google Shape;417;p4"/>
          <p:cNvSpPr/>
          <p:nvPr/>
        </p:nvSpPr>
        <p:spPr>
          <a:xfrm>
            <a:off x="48006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8" name="Google Shape;418;p4"/>
          <p:cNvSpPr/>
          <p:nvPr/>
        </p:nvSpPr>
        <p:spPr>
          <a:xfrm>
            <a:off x="52578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9" name="Google Shape;419;p4"/>
          <p:cNvSpPr/>
          <p:nvPr/>
        </p:nvSpPr>
        <p:spPr>
          <a:xfrm>
            <a:off x="57150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0" name="Google Shape;420;p4"/>
          <p:cNvSpPr/>
          <p:nvPr/>
        </p:nvSpPr>
        <p:spPr>
          <a:xfrm>
            <a:off x="61722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1" name="Google Shape;421;p4"/>
          <p:cNvSpPr/>
          <p:nvPr/>
        </p:nvSpPr>
        <p:spPr>
          <a:xfrm>
            <a:off x="66294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2" name="Google Shape;422;p4"/>
          <p:cNvSpPr/>
          <p:nvPr/>
        </p:nvSpPr>
        <p:spPr>
          <a:xfrm>
            <a:off x="70866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3" name="Google Shape;423;p4"/>
          <p:cNvSpPr/>
          <p:nvPr/>
        </p:nvSpPr>
        <p:spPr>
          <a:xfrm>
            <a:off x="11430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18</a:t>
            </a:r>
            <a:endParaRPr b="0" i="0" sz="800" u="none" cap="none" strike="noStrike">
              <a:solidFill>
                <a:srgbClr val="000000"/>
              </a:solidFill>
              <a:latin typeface="Arial"/>
              <a:ea typeface="Arial"/>
              <a:cs typeface="Arial"/>
              <a:sym typeface="Arial"/>
            </a:endParaRPr>
          </a:p>
        </p:txBody>
      </p:sp>
      <p:sp>
        <p:nvSpPr>
          <p:cNvPr id="424" name="Google Shape;424;p4"/>
          <p:cNvSpPr/>
          <p:nvPr/>
        </p:nvSpPr>
        <p:spPr>
          <a:xfrm>
            <a:off x="16002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19</a:t>
            </a:r>
            <a:endParaRPr b="0" i="0" sz="800" u="none" cap="none" strike="noStrike">
              <a:solidFill>
                <a:srgbClr val="000000"/>
              </a:solidFill>
              <a:latin typeface="Arial"/>
              <a:ea typeface="Arial"/>
              <a:cs typeface="Arial"/>
              <a:sym typeface="Arial"/>
            </a:endParaRPr>
          </a:p>
        </p:txBody>
      </p:sp>
      <p:sp>
        <p:nvSpPr>
          <p:cNvPr id="425" name="Google Shape;425;p4"/>
          <p:cNvSpPr/>
          <p:nvPr/>
        </p:nvSpPr>
        <p:spPr>
          <a:xfrm>
            <a:off x="20574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1A</a:t>
            </a:r>
            <a:endParaRPr b="0" i="0" sz="800" u="none" cap="none" strike="noStrike">
              <a:solidFill>
                <a:srgbClr val="000000"/>
              </a:solidFill>
              <a:latin typeface="Arial"/>
              <a:ea typeface="Arial"/>
              <a:cs typeface="Arial"/>
              <a:sym typeface="Arial"/>
            </a:endParaRPr>
          </a:p>
        </p:txBody>
      </p:sp>
      <p:sp>
        <p:nvSpPr>
          <p:cNvPr id="426" name="Google Shape;426;p4"/>
          <p:cNvSpPr/>
          <p:nvPr/>
        </p:nvSpPr>
        <p:spPr>
          <a:xfrm>
            <a:off x="25146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1B</a:t>
            </a:r>
            <a:endParaRPr b="0" i="0" sz="800" u="none" cap="none" strike="noStrike">
              <a:solidFill>
                <a:srgbClr val="000000"/>
              </a:solidFill>
              <a:latin typeface="Arial"/>
              <a:ea typeface="Arial"/>
              <a:cs typeface="Arial"/>
              <a:sym typeface="Arial"/>
            </a:endParaRPr>
          </a:p>
        </p:txBody>
      </p:sp>
      <p:sp>
        <p:nvSpPr>
          <p:cNvPr id="427" name="Google Shape;427;p4"/>
          <p:cNvSpPr/>
          <p:nvPr/>
        </p:nvSpPr>
        <p:spPr>
          <a:xfrm>
            <a:off x="29718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1C</a:t>
            </a:r>
            <a:endParaRPr b="0" i="0" sz="800" u="none" cap="none" strike="noStrike">
              <a:solidFill>
                <a:srgbClr val="000000"/>
              </a:solidFill>
              <a:latin typeface="Arial"/>
              <a:ea typeface="Arial"/>
              <a:cs typeface="Arial"/>
              <a:sym typeface="Arial"/>
            </a:endParaRPr>
          </a:p>
        </p:txBody>
      </p:sp>
      <p:sp>
        <p:nvSpPr>
          <p:cNvPr id="428" name="Google Shape;428;p4"/>
          <p:cNvSpPr/>
          <p:nvPr/>
        </p:nvSpPr>
        <p:spPr>
          <a:xfrm>
            <a:off x="34290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1D</a:t>
            </a:r>
            <a:endParaRPr b="0" i="0" sz="800" u="none" cap="none" strike="noStrike">
              <a:solidFill>
                <a:srgbClr val="000000"/>
              </a:solidFill>
              <a:latin typeface="Arial"/>
              <a:ea typeface="Arial"/>
              <a:cs typeface="Arial"/>
              <a:sym typeface="Arial"/>
            </a:endParaRPr>
          </a:p>
        </p:txBody>
      </p:sp>
      <p:sp>
        <p:nvSpPr>
          <p:cNvPr id="429" name="Google Shape;429;p4"/>
          <p:cNvSpPr/>
          <p:nvPr/>
        </p:nvSpPr>
        <p:spPr>
          <a:xfrm>
            <a:off x="38862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1E</a:t>
            </a:r>
            <a:endParaRPr b="0" i="0" sz="800" u="none" cap="none" strike="noStrike">
              <a:solidFill>
                <a:srgbClr val="000000"/>
              </a:solidFill>
              <a:latin typeface="Arial"/>
              <a:ea typeface="Arial"/>
              <a:cs typeface="Arial"/>
              <a:sym typeface="Arial"/>
            </a:endParaRPr>
          </a:p>
        </p:txBody>
      </p:sp>
      <p:sp>
        <p:nvSpPr>
          <p:cNvPr id="430" name="Google Shape;430;p4"/>
          <p:cNvSpPr/>
          <p:nvPr/>
        </p:nvSpPr>
        <p:spPr>
          <a:xfrm>
            <a:off x="43434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1F</a:t>
            </a:r>
            <a:endParaRPr b="0" i="0" sz="800" u="none" cap="none" strike="noStrike">
              <a:solidFill>
                <a:srgbClr val="000000"/>
              </a:solidFill>
              <a:latin typeface="Arial"/>
              <a:ea typeface="Arial"/>
              <a:cs typeface="Arial"/>
              <a:sym typeface="Arial"/>
            </a:endParaRPr>
          </a:p>
        </p:txBody>
      </p:sp>
      <p:sp>
        <p:nvSpPr>
          <p:cNvPr id="431" name="Google Shape;431;p4"/>
          <p:cNvSpPr/>
          <p:nvPr/>
        </p:nvSpPr>
        <p:spPr>
          <a:xfrm>
            <a:off x="48006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20</a:t>
            </a:r>
            <a:endParaRPr b="0" i="0" sz="800" u="none" cap="none" strike="noStrike">
              <a:solidFill>
                <a:srgbClr val="000000"/>
              </a:solidFill>
              <a:latin typeface="Arial"/>
              <a:ea typeface="Arial"/>
              <a:cs typeface="Arial"/>
              <a:sym typeface="Arial"/>
            </a:endParaRPr>
          </a:p>
        </p:txBody>
      </p:sp>
      <p:sp>
        <p:nvSpPr>
          <p:cNvPr id="432" name="Google Shape;432;p4"/>
          <p:cNvSpPr/>
          <p:nvPr/>
        </p:nvSpPr>
        <p:spPr>
          <a:xfrm>
            <a:off x="52578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21</a:t>
            </a:r>
            <a:endParaRPr b="0" i="0" sz="800" u="none" cap="none" strike="noStrike">
              <a:solidFill>
                <a:srgbClr val="000000"/>
              </a:solidFill>
              <a:latin typeface="Arial"/>
              <a:ea typeface="Arial"/>
              <a:cs typeface="Arial"/>
              <a:sym typeface="Arial"/>
            </a:endParaRPr>
          </a:p>
        </p:txBody>
      </p:sp>
      <p:sp>
        <p:nvSpPr>
          <p:cNvPr id="433" name="Google Shape;433;p4"/>
          <p:cNvSpPr/>
          <p:nvPr/>
        </p:nvSpPr>
        <p:spPr>
          <a:xfrm>
            <a:off x="57150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22</a:t>
            </a:r>
            <a:endParaRPr b="0" i="0" sz="800" u="none" cap="none" strike="noStrike">
              <a:solidFill>
                <a:srgbClr val="000000"/>
              </a:solidFill>
              <a:latin typeface="Arial"/>
              <a:ea typeface="Arial"/>
              <a:cs typeface="Arial"/>
              <a:sym typeface="Arial"/>
            </a:endParaRPr>
          </a:p>
        </p:txBody>
      </p:sp>
      <p:sp>
        <p:nvSpPr>
          <p:cNvPr id="434" name="Google Shape;434;p4"/>
          <p:cNvSpPr/>
          <p:nvPr/>
        </p:nvSpPr>
        <p:spPr>
          <a:xfrm>
            <a:off x="61722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23</a:t>
            </a:r>
            <a:endParaRPr b="0" i="0" sz="800" u="none" cap="none" strike="noStrike">
              <a:solidFill>
                <a:srgbClr val="000000"/>
              </a:solidFill>
              <a:latin typeface="Arial"/>
              <a:ea typeface="Arial"/>
              <a:cs typeface="Arial"/>
              <a:sym typeface="Arial"/>
            </a:endParaRPr>
          </a:p>
        </p:txBody>
      </p:sp>
      <p:sp>
        <p:nvSpPr>
          <p:cNvPr id="435" name="Google Shape;435;p4"/>
          <p:cNvSpPr/>
          <p:nvPr/>
        </p:nvSpPr>
        <p:spPr>
          <a:xfrm>
            <a:off x="66294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24</a:t>
            </a:r>
            <a:endParaRPr b="0" i="0" sz="800" u="none" cap="none" strike="noStrike">
              <a:solidFill>
                <a:srgbClr val="000000"/>
              </a:solidFill>
              <a:latin typeface="Arial"/>
              <a:ea typeface="Arial"/>
              <a:cs typeface="Arial"/>
              <a:sym typeface="Arial"/>
            </a:endParaRPr>
          </a:p>
        </p:txBody>
      </p:sp>
      <p:sp>
        <p:nvSpPr>
          <p:cNvPr id="436" name="Google Shape;436;p4"/>
          <p:cNvSpPr/>
          <p:nvPr/>
        </p:nvSpPr>
        <p:spPr>
          <a:xfrm>
            <a:off x="70866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25</a:t>
            </a:r>
            <a:endParaRPr b="0" i="0" sz="800" u="none" cap="none" strike="noStrike">
              <a:solidFill>
                <a:srgbClr val="000000"/>
              </a:solidFill>
              <a:latin typeface="Arial"/>
              <a:ea typeface="Arial"/>
              <a:cs typeface="Arial"/>
              <a:sym typeface="Arial"/>
            </a:endParaRPr>
          </a:p>
        </p:txBody>
      </p:sp>
      <p:sp>
        <p:nvSpPr>
          <p:cNvPr id="437" name="Google Shape;437;p4"/>
          <p:cNvSpPr/>
          <p:nvPr/>
        </p:nvSpPr>
        <p:spPr>
          <a:xfrm>
            <a:off x="1600200" y="990600"/>
            <a:ext cx="15225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int *p</a:t>
            </a:r>
            <a:endParaRPr b="0" i="0" sz="1400" u="none" cap="none" strike="noStrike">
              <a:solidFill>
                <a:srgbClr val="000000"/>
              </a:solidFill>
              <a:latin typeface="Arial"/>
              <a:ea typeface="Arial"/>
              <a:cs typeface="Arial"/>
              <a:sym typeface="Arial"/>
            </a:endParaRPr>
          </a:p>
        </p:txBody>
      </p:sp>
      <p:cxnSp>
        <p:nvCxnSpPr>
          <p:cNvPr id="438" name="Google Shape;438;p4"/>
          <p:cNvCxnSpPr/>
          <p:nvPr/>
        </p:nvCxnSpPr>
        <p:spPr>
          <a:xfrm rot="5400000">
            <a:off x="1600993" y="1675606"/>
            <a:ext cx="457200" cy="1587"/>
          </a:xfrm>
          <a:prstGeom prst="straightConnector1">
            <a:avLst/>
          </a:prstGeom>
          <a:noFill/>
          <a:ln cap="flat" cmpd="sng" w="38100">
            <a:solidFill>
              <a:srgbClr val="DD8443"/>
            </a:solidFill>
            <a:prstDash val="solid"/>
            <a:miter lim="800000"/>
            <a:headEnd len="sm" w="sm" type="none"/>
            <a:tailEnd len="med" w="med" type="stealth"/>
          </a:ln>
        </p:spPr>
      </p:cxnSp>
      <p:sp>
        <p:nvSpPr>
          <p:cNvPr id="439" name="Google Shape;439;p4"/>
          <p:cNvSpPr/>
          <p:nvPr/>
        </p:nvSpPr>
        <p:spPr>
          <a:xfrm>
            <a:off x="16002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N</a:t>
            </a:r>
            <a:endParaRPr b="0" i="0" sz="1400" u="none" cap="none" strike="noStrike">
              <a:solidFill>
                <a:srgbClr val="000000"/>
              </a:solidFill>
              <a:latin typeface="Arial"/>
              <a:ea typeface="Arial"/>
              <a:cs typeface="Arial"/>
              <a:sym typeface="Arial"/>
            </a:endParaRPr>
          </a:p>
        </p:txBody>
      </p:sp>
      <p:sp>
        <p:nvSpPr>
          <p:cNvPr id="440" name="Google Shape;440;p4"/>
          <p:cNvSpPr/>
          <p:nvPr/>
        </p:nvSpPr>
        <p:spPr>
          <a:xfrm>
            <a:off x="20574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U</a:t>
            </a:r>
            <a:endParaRPr b="0" i="0" sz="1400" u="none" cap="none" strike="noStrike">
              <a:solidFill>
                <a:srgbClr val="000000"/>
              </a:solidFill>
              <a:latin typeface="Arial"/>
              <a:ea typeface="Arial"/>
              <a:cs typeface="Arial"/>
              <a:sym typeface="Arial"/>
            </a:endParaRPr>
          </a:p>
        </p:txBody>
      </p:sp>
      <p:sp>
        <p:nvSpPr>
          <p:cNvPr id="441" name="Google Shape;441;p4"/>
          <p:cNvSpPr/>
          <p:nvPr/>
        </p:nvSpPr>
        <p:spPr>
          <a:xfrm>
            <a:off x="25146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L</a:t>
            </a:r>
            <a:endParaRPr b="0" i="0" sz="1400" u="none" cap="none" strike="noStrike">
              <a:solidFill>
                <a:srgbClr val="000000"/>
              </a:solidFill>
              <a:latin typeface="Arial"/>
              <a:ea typeface="Arial"/>
              <a:cs typeface="Arial"/>
              <a:sym typeface="Arial"/>
            </a:endParaRPr>
          </a:p>
        </p:txBody>
      </p:sp>
      <p:sp>
        <p:nvSpPr>
          <p:cNvPr id="442" name="Google Shape;442;p4"/>
          <p:cNvSpPr/>
          <p:nvPr/>
        </p:nvSpPr>
        <p:spPr>
          <a:xfrm>
            <a:off x="29718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L</a:t>
            </a:r>
            <a:endParaRPr b="0" i="0" sz="1400" u="none" cap="none" strike="noStrike">
              <a:solidFill>
                <a:srgbClr val="000000"/>
              </a:solidFill>
              <a:latin typeface="Arial"/>
              <a:ea typeface="Arial"/>
              <a:cs typeface="Arial"/>
              <a:sym typeface="Arial"/>
            </a:endParaRPr>
          </a:p>
        </p:txBody>
      </p:sp>
      <p:sp>
        <p:nvSpPr>
          <p:cNvPr id="443" name="Google Shape;443;p4"/>
          <p:cNvSpPr/>
          <p:nvPr/>
        </p:nvSpPr>
        <p:spPr>
          <a:xfrm>
            <a:off x="1600200" y="21336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4" name="Google Shape;444;p4"/>
          <p:cNvSpPr/>
          <p:nvPr/>
        </p:nvSpPr>
        <p:spPr>
          <a:xfrm>
            <a:off x="16002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N</a:t>
            </a:r>
            <a:endParaRPr b="0" i="0" sz="1400" u="none" cap="none" strike="noStrike">
              <a:solidFill>
                <a:srgbClr val="000000"/>
              </a:solidFill>
              <a:latin typeface="Arial"/>
              <a:ea typeface="Arial"/>
              <a:cs typeface="Arial"/>
              <a:sym typeface="Arial"/>
            </a:endParaRPr>
          </a:p>
        </p:txBody>
      </p:sp>
      <p:sp>
        <p:nvSpPr>
          <p:cNvPr id="445" name="Google Shape;445;p4"/>
          <p:cNvSpPr/>
          <p:nvPr/>
        </p:nvSpPr>
        <p:spPr>
          <a:xfrm>
            <a:off x="20574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U</a:t>
            </a:r>
            <a:endParaRPr b="0" i="0" sz="1400" u="none" cap="none" strike="noStrike">
              <a:solidFill>
                <a:srgbClr val="000000"/>
              </a:solidFill>
              <a:latin typeface="Arial"/>
              <a:ea typeface="Arial"/>
              <a:cs typeface="Arial"/>
              <a:sym typeface="Arial"/>
            </a:endParaRPr>
          </a:p>
        </p:txBody>
      </p:sp>
      <p:sp>
        <p:nvSpPr>
          <p:cNvPr id="446" name="Google Shape;446;p4"/>
          <p:cNvSpPr/>
          <p:nvPr/>
        </p:nvSpPr>
        <p:spPr>
          <a:xfrm>
            <a:off x="25146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L</a:t>
            </a:r>
            <a:endParaRPr b="0" i="0" sz="1400" u="none" cap="none" strike="noStrike">
              <a:solidFill>
                <a:srgbClr val="000000"/>
              </a:solidFill>
              <a:latin typeface="Arial"/>
              <a:ea typeface="Arial"/>
              <a:cs typeface="Arial"/>
              <a:sym typeface="Arial"/>
            </a:endParaRPr>
          </a:p>
        </p:txBody>
      </p:sp>
      <p:sp>
        <p:nvSpPr>
          <p:cNvPr id="447" name="Google Shape;447;p4"/>
          <p:cNvSpPr/>
          <p:nvPr/>
        </p:nvSpPr>
        <p:spPr>
          <a:xfrm>
            <a:off x="29718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L</a:t>
            </a:r>
            <a:endParaRPr b="0" i="0" sz="1400" u="none" cap="none" strike="noStrike">
              <a:solidFill>
                <a:srgbClr val="000000"/>
              </a:solidFill>
              <a:latin typeface="Arial"/>
              <a:ea typeface="Arial"/>
              <a:cs typeface="Arial"/>
              <a:sym typeface="Arial"/>
            </a:endParaRPr>
          </a:p>
        </p:txBody>
      </p:sp>
      <p:sp>
        <p:nvSpPr>
          <p:cNvPr id="448" name="Google Shape;448;p4"/>
          <p:cNvSpPr/>
          <p:nvPr/>
        </p:nvSpPr>
        <p:spPr>
          <a:xfrm>
            <a:off x="1600200" y="53340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9" name="Google Shape;449;p4"/>
          <p:cNvSpPr/>
          <p:nvPr/>
        </p:nvSpPr>
        <p:spPr>
          <a:xfrm>
            <a:off x="4572000" y="4343400"/>
            <a:ext cx="12954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450" name="Google Shape;450;p4"/>
          <p:cNvSpPr/>
          <p:nvPr/>
        </p:nvSpPr>
        <p:spPr>
          <a:xfrm>
            <a:off x="34290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400" u="none" cap="none" strike="noStrike">
                <a:solidFill>
                  <a:srgbClr val="003366"/>
                </a:solidFill>
                <a:latin typeface="Verdana"/>
                <a:ea typeface="Verdana"/>
                <a:cs typeface="Verdana"/>
                <a:sym typeface="Verdana"/>
              </a:rPr>
              <a:t>02</a:t>
            </a:r>
            <a:endParaRPr b="0" i="0" sz="400" u="none" cap="none" strike="noStrike">
              <a:solidFill>
                <a:srgbClr val="000000"/>
              </a:solidFill>
              <a:latin typeface="Arial"/>
              <a:ea typeface="Arial"/>
              <a:cs typeface="Arial"/>
              <a:sym typeface="Arial"/>
            </a:endParaRPr>
          </a:p>
        </p:txBody>
      </p:sp>
      <p:sp>
        <p:nvSpPr>
          <p:cNvPr id="451" name="Google Shape;451;p4"/>
          <p:cNvSpPr/>
          <p:nvPr/>
        </p:nvSpPr>
        <p:spPr>
          <a:xfrm>
            <a:off x="38862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400" u="none" cap="none" strike="noStrike">
                <a:solidFill>
                  <a:srgbClr val="003366"/>
                </a:solidFill>
                <a:latin typeface="Verdana"/>
                <a:ea typeface="Verdana"/>
                <a:cs typeface="Verdana"/>
                <a:sym typeface="Verdana"/>
              </a:rPr>
              <a:t>00</a:t>
            </a:r>
            <a:endParaRPr b="0" i="0" sz="400" u="none" cap="none" strike="noStrike">
              <a:solidFill>
                <a:srgbClr val="000000"/>
              </a:solidFill>
              <a:latin typeface="Arial"/>
              <a:ea typeface="Arial"/>
              <a:cs typeface="Arial"/>
              <a:sym typeface="Arial"/>
            </a:endParaRPr>
          </a:p>
        </p:txBody>
      </p:sp>
      <p:sp>
        <p:nvSpPr>
          <p:cNvPr id="452" name="Google Shape;452;p4"/>
          <p:cNvSpPr/>
          <p:nvPr/>
        </p:nvSpPr>
        <p:spPr>
          <a:xfrm>
            <a:off x="43434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400" u="none" cap="none" strike="noStrike">
                <a:solidFill>
                  <a:srgbClr val="003366"/>
                </a:solidFill>
                <a:latin typeface="Verdana"/>
                <a:ea typeface="Verdana"/>
                <a:cs typeface="Verdana"/>
                <a:sym typeface="Verdana"/>
              </a:rPr>
              <a:t>00</a:t>
            </a:r>
            <a:endParaRPr b="0" i="0" sz="400" u="none" cap="none" strike="noStrike">
              <a:solidFill>
                <a:srgbClr val="000000"/>
              </a:solidFill>
              <a:latin typeface="Arial"/>
              <a:ea typeface="Arial"/>
              <a:cs typeface="Arial"/>
              <a:sym typeface="Arial"/>
            </a:endParaRPr>
          </a:p>
        </p:txBody>
      </p:sp>
      <p:sp>
        <p:nvSpPr>
          <p:cNvPr id="453" name="Google Shape;453;p4"/>
          <p:cNvSpPr/>
          <p:nvPr/>
        </p:nvSpPr>
        <p:spPr>
          <a:xfrm>
            <a:off x="48006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400" u="none" cap="none" strike="noStrike">
                <a:solidFill>
                  <a:srgbClr val="003366"/>
                </a:solidFill>
                <a:latin typeface="Verdana"/>
                <a:ea typeface="Verdana"/>
                <a:cs typeface="Verdana"/>
                <a:sym typeface="Verdana"/>
              </a:rPr>
              <a:t>00</a:t>
            </a:r>
            <a:endParaRPr b="0" i="0" sz="400" u="none" cap="none" strike="noStrike">
              <a:solidFill>
                <a:srgbClr val="000000"/>
              </a:solidFill>
              <a:latin typeface="Arial"/>
              <a:ea typeface="Arial"/>
              <a:cs typeface="Arial"/>
              <a:sym typeface="Arial"/>
            </a:endParaRPr>
          </a:p>
        </p:txBody>
      </p:sp>
      <p:sp>
        <p:nvSpPr>
          <p:cNvPr id="454" name="Google Shape;454;p4"/>
          <p:cNvSpPr/>
          <p:nvPr/>
        </p:nvSpPr>
        <p:spPr>
          <a:xfrm>
            <a:off x="3429000" y="21336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p:txBody>
      </p:sp>
      <p:sp>
        <p:nvSpPr>
          <p:cNvPr id="455" name="Google Shape;455;p4"/>
          <p:cNvSpPr/>
          <p:nvPr/>
        </p:nvSpPr>
        <p:spPr>
          <a:xfrm>
            <a:off x="3429000" y="990600"/>
            <a:ext cx="12954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int n</a:t>
            </a:r>
            <a:endParaRPr b="0" i="0" sz="1400" u="none" cap="none" strike="noStrike">
              <a:solidFill>
                <a:srgbClr val="000000"/>
              </a:solidFill>
              <a:latin typeface="Arial"/>
              <a:ea typeface="Arial"/>
              <a:cs typeface="Arial"/>
              <a:sym typeface="Arial"/>
            </a:endParaRPr>
          </a:p>
        </p:txBody>
      </p:sp>
      <p:cxnSp>
        <p:nvCxnSpPr>
          <p:cNvPr id="456" name="Google Shape;456;p4"/>
          <p:cNvCxnSpPr/>
          <p:nvPr/>
        </p:nvCxnSpPr>
        <p:spPr>
          <a:xfrm rot="5400000">
            <a:off x="3429793" y="1675606"/>
            <a:ext cx="457200" cy="1587"/>
          </a:xfrm>
          <a:prstGeom prst="straightConnector1">
            <a:avLst/>
          </a:prstGeom>
          <a:noFill/>
          <a:ln cap="flat" cmpd="sng" w="38100">
            <a:solidFill>
              <a:srgbClr val="DD8443"/>
            </a:solidFill>
            <a:prstDash val="solid"/>
            <a:miter lim="800000"/>
            <a:headEnd len="sm" w="sm" type="none"/>
            <a:tailEnd len="med" w="med" type="stealth"/>
          </a:ln>
        </p:spPr>
      </p:cxnSp>
      <p:sp>
        <p:nvSpPr>
          <p:cNvPr id="457" name="Google Shape;457;p4"/>
          <p:cNvSpPr/>
          <p:nvPr/>
        </p:nvSpPr>
        <p:spPr>
          <a:xfrm>
            <a:off x="5715000" y="2133600"/>
            <a:ext cx="23622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8" name="Google Shape;458;p4"/>
          <p:cNvSpPr/>
          <p:nvPr/>
        </p:nvSpPr>
        <p:spPr>
          <a:xfrm>
            <a:off x="16002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22</a:t>
            </a:r>
            <a:endParaRPr b="0" i="0" sz="300" u="none" cap="none" strike="noStrike">
              <a:solidFill>
                <a:srgbClr val="000000"/>
              </a:solidFill>
              <a:latin typeface="Arial"/>
              <a:ea typeface="Arial"/>
              <a:cs typeface="Arial"/>
              <a:sym typeface="Arial"/>
            </a:endParaRPr>
          </a:p>
        </p:txBody>
      </p:sp>
      <p:sp>
        <p:nvSpPr>
          <p:cNvPr id="459" name="Google Shape;459;p4"/>
          <p:cNvSpPr/>
          <p:nvPr/>
        </p:nvSpPr>
        <p:spPr>
          <a:xfrm>
            <a:off x="20574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00</a:t>
            </a:r>
            <a:endParaRPr b="0" i="0" sz="300" u="none" cap="none" strike="noStrike">
              <a:solidFill>
                <a:srgbClr val="000000"/>
              </a:solidFill>
              <a:latin typeface="Arial"/>
              <a:ea typeface="Arial"/>
              <a:cs typeface="Arial"/>
              <a:sym typeface="Arial"/>
            </a:endParaRPr>
          </a:p>
        </p:txBody>
      </p:sp>
      <p:sp>
        <p:nvSpPr>
          <p:cNvPr id="460" name="Google Shape;460;p4"/>
          <p:cNvSpPr/>
          <p:nvPr/>
        </p:nvSpPr>
        <p:spPr>
          <a:xfrm>
            <a:off x="25146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00</a:t>
            </a:r>
            <a:endParaRPr b="0" i="0" sz="300" u="none" cap="none" strike="noStrike">
              <a:solidFill>
                <a:srgbClr val="000000"/>
              </a:solidFill>
              <a:latin typeface="Arial"/>
              <a:ea typeface="Arial"/>
              <a:cs typeface="Arial"/>
              <a:sym typeface="Arial"/>
            </a:endParaRPr>
          </a:p>
        </p:txBody>
      </p:sp>
      <p:sp>
        <p:nvSpPr>
          <p:cNvPr id="461" name="Google Shape;461;p4"/>
          <p:cNvSpPr/>
          <p:nvPr/>
        </p:nvSpPr>
        <p:spPr>
          <a:xfrm>
            <a:off x="29718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00</a:t>
            </a:r>
            <a:endParaRPr b="0" i="0" sz="300" u="none" cap="none" strike="noStrike">
              <a:solidFill>
                <a:srgbClr val="000000"/>
              </a:solidFill>
              <a:latin typeface="Arial"/>
              <a:ea typeface="Arial"/>
              <a:cs typeface="Arial"/>
              <a:sym typeface="Arial"/>
            </a:endParaRPr>
          </a:p>
        </p:txBody>
      </p:sp>
      <p:cxnSp>
        <p:nvCxnSpPr>
          <p:cNvPr id="462" name="Google Shape;462;p4"/>
          <p:cNvCxnSpPr/>
          <p:nvPr/>
        </p:nvCxnSpPr>
        <p:spPr>
          <a:xfrm rot="5400000">
            <a:off x="1639093" y="2932906"/>
            <a:ext cx="381000" cy="1587"/>
          </a:xfrm>
          <a:prstGeom prst="straightConnector1">
            <a:avLst/>
          </a:prstGeom>
          <a:noFill/>
          <a:ln cap="flat" cmpd="sng" w="38100">
            <a:solidFill>
              <a:srgbClr val="DD8443"/>
            </a:solidFill>
            <a:prstDash val="solid"/>
            <a:miter lim="800000"/>
            <a:headEnd len="sm" w="sm" type="none"/>
            <a:tailEnd len="sm" w="sm" type="none"/>
          </a:ln>
        </p:spPr>
      </p:cxnSp>
      <p:cxnSp>
        <p:nvCxnSpPr>
          <p:cNvPr id="463" name="Google Shape;463;p4"/>
          <p:cNvCxnSpPr/>
          <p:nvPr/>
        </p:nvCxnSpPr>
        <p:spPr>
          <a:xfrm>
            <a:off x="1828800" y="3124200"/>
            <a:ext cx="4114800" cy="1587"/>
          </a:xfrm>
          <a:prstGeom prst="straightConnector1">
            <a:avLst/>
          </a:prstGeom>
          <a:noFill/>
          <a:ln cap="flat" cmpd="sng" w="38100">
            <a:solidFill>
              <a:srgbClr val="DD8443"/>
            </a:solidFill>
            <a:prstDash val="solid"/>
            <a:miter lim="800000"/>
            <a:headEnd len="sm" w="sm" type="none"/>
            <a:tailEnd len="sm" w="sm" type="none"/>
          </a:ln>
        </p:spPr>
      </p:cxnSp>
      <p:cxnSp>
        <p:nvCxnSpPr>
          <p:cNvPr id="464" name="Google Shape;464;p4"/>
          <p:cNvCxnSpPr/>
          <p:nvPr/>
        </p:nvCxnSpPr>
        <p:spPr>
          <a:xfrm rot="5400000">
            <a:off x="5753893" y="2932906"/>
            <a:ext cx="381000" cy="1587"/>
          </a:xfrm>
          <a:prstGeom prst="straightConnector1">
            <a:avLst/>
          </a:prstGeom>
          <a:noFill/>
          <a:ln cap="flat" cmpd="sng" w="38100">
            <a:solidFill>
              <a:srgbClr val="DD8443"/>
            </a:solidFill>
            <a:prstDash val="solid"/>
            <a:miter lim="800000"/>
            <a:headEnd len="med" w="med" type="stealth"/>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par>
                                <p:cTn fill="hold" nodeType="with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500"/>
                                        <p:tgtEl>
                                          <p:spTgt spid="366"/>
                                        </p:tgtEl>
                                      </p:cBhvr>
                                    </p:animEffect>
                                  </p:childTnLst>
                                </p:cTn>
                              </p:par>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par>
                                <p:cTn fill="hold" nodeType="with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par>
                                <p:cTn fill="hold" nodeType="with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par>
                                <p:cTn fill="hold" nodeType="with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par>
                                <p:cTn fill="hold" nodeType="with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500"/>
                                        <p:tgtEl>
                                          <p:spTgt spid="372"/>
                                        </p:tgtEl>
                                      </p:cBhvr>
                                    </p:animEffect>
                                  </p:childTnLst>
                                </p:cTn>
                              </p:par>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par>
                                <p:cTn fill="hold" nodeType="with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500"/>
                                        <p:tgtEl>
                                          <p:spTgt spid="377"/>
                                        </p:tgtEl>
                                      </p:cBhvr>
                                    </p:animEffect>
                                  </p:childTnLst>
                                </p:cTn>
                              </p:par>
                              <p:par>
                                <p:cTn fill="hold" nodeType="with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par>
                                <p:cTn fill="hold" nodeType="with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500"/>
                                        <p:tgtEl>
                                          <p:spTgt spid="379"/>
                                        </p:tgtEl>
                                      </p:cBhvr>
                                    </p:animEffect>
                                  </p:childTnLst>
                                </p:cTn>
                              </p:par>
                              <p:par>
                                <p:cTn fill="hold" nodeType="with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500"/>
                                        <p:tgtEl>
                                          <p:spTgt spid="380"/>
                                        </p:tgtEl>
                                      </p:cBhvr>
                                    </p:animEffect>
                                  </p:childTnLst>
                                </p:cTn>
                              </p:par>
                              <p:par>
                                <p:cTn fill="hold" nodeType="with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par>
                                <p:cTn fill="hold" nodeType="with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par>
                                <p:cTn fill="hold" nodeType="with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500"/>
                                        <p:tgtEl>
                                          <p:spTgt spid="383"/>
                                        </p:tgtEl>
                                      </p:cBhvr>
                                    </p:animEffect>
                                  </p:childTnLst>
                                </p:cTn>
                              </p:par>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par>
                                <p:cTn fill="hold" nodeType="with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par>
                                <p:cTn fill="hold" nodeType="with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par>
                                <p:cTn fill="hold" nodeType="with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par>
                                <p:cTn fill="hold" nodeType="with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par>
                                <p:cTn fill="hold" nodeType="with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par>
                                <p:cTn fill="hold" nodeType="with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par>
                                <p:cTn fill="hold" nodeType="with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par>
                                <p:cTn fill="hold" nodeType="with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par>
                                <p:cTn fill="hold" nodeType="with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par>
                                <p:cTn fill="hold" nodeType="with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500"/>
                                        <p:tgtEl>
                                          <p:spTgt spid="444"/>
                                        </p:tgtEl>
                                      </p:cBhvr>
                                    </p:animEffect>
                                  </p:childTnLst>
                                </p:cTn>
                              </p:par>
                              <p:par>
                                <p:cTn fill="hold" nodeType="with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500"/>
                                        <p:tgtEl>
                                          <p:spTgt spid="445"/>
                                        </p:tgtEl>
                                      </p:cBhvr>
                                    </p:animEffect>
                                  </p:childTnLst>
                                </p:cTn>
                              </p:par>
                              <p:par>
                                <p:cTn fill="hold" nodeType="with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par>
                                <p:cTn fill="hold" nodeType="with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par>
                                <p:cTn fill="hold" nodeType="with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500"/>
                                        <p:tgtEl>
                                          <p:spTgt spid="448"/>
                                        </p:tgtEl>
                                      </p:cBhvr>
                                    </p:animEffect>
                                  </p:childTnLst>
                                </p:cTn>
                              </p:par>
                              <p:par>
                                <p:cTn fill="hold" nodeType="with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
                                        <p:tgtEl>
                                          <p:spTgt spid="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500"/>
                                        <p:tgtEl>
                                          <p:spTgt spid="40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500"/>
                                        <p:tgtEl>
                                          <p:spTgt spid="449"/>
                                        </p:tgtEl>
                                      </p:cBhvr>
                                    </p:animEffect>
                                  </p:childTnLst>
                                </p:cTn>
                              </p:par>
                              <p:par>
                                <p:cTn fill="hold" nodeType="with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par>
                                <p:cTn fill="hold" nodeType="with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par>
                                <p:cTn fill="hold" nodeType="with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par>
                                <p:cTn fill="hold" nodeType="with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par>
                                <p:cTn fill="hold" nodeType="with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par>
                                <p:cTn fill="hold" nodeType="with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par>
                                <p:cTn fill="hold" nodeType="with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500"/>
                                        <p:tgtEl>
                                          <p:spTgt spid="415"/>
                                        </p:tgtEl>
                                      </p:cBhvr>
                                    </p:animEffect>
                                  </p:childTnLst>
                                </p:cTn>
                              </p:par>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par>
                                <p:cTn fill="hold" nodeType="with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par>
                                <p:cTn fill="hold" nodeType="with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par>
                                <p:cTn fill="hold" nodeType="with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par>
                                <p:cTn fill="hold" nodeType="with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500"/>
                                        <p:tgtEl>
                                          <p:spTgt spid="421"/>
                                        </p:tgtEl>
                                      </p:cBhvr>
                                    </p:animEffect>
                                  </p:childTnLst>
                                </p:cTn>
                              </p:par>
                              <p:par>
                                <p:cTn fill="hold" nodeType="with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500"/>
                                        <p:tgtEl>
                                          <p:spTgt spid="422"/>
                                        </p:tgtEl>
                                      </p:cBhvr>
                                    </p:animEffect>
                                  </p:childTnLst>
                                </p:cTn>
                              </p:par>
                              <p:par>
                                <p:cTn fill="hold" nodeType="with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500"/>
                                        <p:tgtEl>
                                          <p:spTgt spid="423"/>
                                        </p:tgtEl>
                                      </p:cBhvr>
                                    </p:animEffect>
                                  </p:childTnLst>
                                </p:cTn>
                              </p:par>
                              <p:par>
                                <p:cTn fill="hold" nodeType="with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par>
                                <p:cTn fill="hold" nodeType="with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500"/>
                                        <p:tgtEl>
                                          <p:spTgt spid="425"/>
                                        </p:tgtEl>
                                      </p:cBhvr>
                                    </p:animEffect>
                                  </p:childTnLst>
                                </p:cTn>
                              </p:par>
                              <p:par>
                                <p:cTn fill="hold" nodeType="with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500"/>
                                        <p:tgtEl>
                                          <p:spTgt spid="426"/>
                                        </p:tgtEl>
                                      </p:cBhvr>
                                    </p:animEffect>
                                  </p:childTnLst>
                                </p:cTn>
                              </p:par>
                              <p:par>
                                <p:cTn fill="hold" nodeType="with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500"/>
                                        <p:tgtEl>
                                          <p:spTgt spid="427"/>
                                        </p:tgtEl>
                                      </p:cBhvr>
                                    </p:animEffect>
                                  </p:childTnLst>
                                </p:cTn>
                              </p:par>
                              <p:par>
                                <p:cTn fill="hold" nodeType="with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500"/>
                                        <p:tgtEl>
                                          <p:spTgt spid="428"/>
                                        </p:tgtEl>
                                      </p:cBhvr>
                                    </p:animEffect>
                                  </p:childTnLst>
                                </p:cTn>
                              </p:par>
                              <p:par>
                                <p:cTn fill="hold" nodeType="with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500"/>
                                        <p:tgtEl>
                                          <p:spTgt spid="429"/>
                                        </p:tgtEl>
                                      </p:cBhvr>
                                    </p:animEffect>
                                  </p:childTnLst>
                                </p:cTn>
                              </p:par>
                              <p:par>
                                <p:cTn fill="hold" nodeType="with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par>
                                <p:cTn fill="hold" nodeType="with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par>
                                <p:cTn fill="hold" nodeType="with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par>
                                <p:cTn fill="hold" nodeType="with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500"/>
                                        <p:tgtEl>
                                          <p:spTgt spid="433"/>
                                        </p:tgtEl>
                                      </p:cBhvr>
                                    </p:animEffect>
                                  </p:childTnLst>
                                </p:cTn>
                              </p:par>
                              <p:par>
                                <p:cTn fill="hold" nodeType="with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500"/>
                                        <p:tgtEl>
                                          <p:spTgt spid="434"/>
                                        </p:tgtEl>
                                      </p:cBhvr>
                                    </p:animEffect>
                                  </p:childTnLst>
                                </p:cTn>
                              </p:par>
                              <p:par>
                                <p:cTn fill="hold" nodeType="with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par>
                                <p:cTn fill="hold" nodeType="with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500"/>
                                        <p:tgtEl>
                                          <p:spTgt spid="44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500"/>
                                        <p:tgtEl>
                                          <p:spTgt spid="43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500"/>
                                        <p:tgtEl>
                                          <p:spTgt spid="43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500"/>
                                        <p:tgtEl>
                                          <p:spTgt spid="439"/>
                                        </p:tgtEl>
                                      </p:cBhvr>
                                    </p:animEffect>
                                  </p:childTnLst>
                                </p:cTn>
                              </p:par>
                              <p:par>
                                <p:cTn fill="hold" nodeType="with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par>
                                <p:cTn fill="hold" nodeType="with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par>
                                <p:cTn fill="hold" nodeType="with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500"/>
                                        <p:tgtEl>
                                          <p:spTgt spid="442"/>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404"/>
                                        </p:tgtEl>
                                      </p:cBhvr>
                                    </p:animEffect>
                                    <p:set>
                                      <p:cBhvr>
                                        <p:cTn dur="1" fill="hold">
                                          <p:stCondLst>
                                            <p:cond delay="500"/>
                                          </p:stCondLst>
                                        </p:cTn>
                                        <p:tgtEl>
                                          <p:spTgt spid="40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05"/>
                                        </p:tgtEl>
                                      </p:cBhvr>
                                    </p:animEffect>
                                    <p:set>
                                      <p:cBhvr>
                                        <p:cTn dur="1" fill="hold">
                                          <p:stCondLst>
                                            <p:cond delay="500"/>
                                          </p:stCondLst>
                                        </p:cTn>
                                        <p:tgtEl>
                                          <p:spTgt spid="40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03"/>
                                        </p:tgtEl>
                                      </p:cBhvr>
                                    </p:animEffect>
                                    <p:set>
                                      <p:cBhvr>
                                        <p:cTn dur="1" fill="hold">
                                          <p:stCondLst>
                                            <p:cond delay="500"/>
                                          </p:stCondLst>
                                        </p:cTn>
                                        <p:tgtEl>
                                          <p:spTgt spid="40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4"/>
                                        </p:tgtEl>
                                      </p:cBhvr>
                                    </p:animEffect>
                                    <p:set>
                                      <p:cBhvr>
                                        <p:cTn dur="1" fill="hold">
                                          <p:stCondLst>
                                            <p:cond delay="500"/>
                                          </p:stCondLst>
                                        </p:cTn>
                                        <p:tgtEl>
                                          <p:spTgt spid="364"/>
                                        </p:tgtEl>
                                        <p:attrNameLst>
                                          <p:attrName>style.visibility</p:attrName>
                                        </p:attrNameLst>
                                      </p:cBhvr>
                                      <p:to>
                                        <p:strVal val="hidden"/>
                                      </p:to>
                                    </p:se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par>
                                <p:cTn fill="hold" nodeType="with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500"/>
                                        <p:tgtEl>
                                          <p:spTgt spid="451"/>
                                        </p:tgtEl>
                                      </p:cBhvr>
                                    </p:animEffect>
                                  </p:childTnLst>
                                </p:cTn>
                              </p:par>
                              <p:par>
                                <p:cTn fill="hold" nodeType="with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500"/>
                                        <p:tgtEl>
                                          <p:spTgt spid="452"/>
                                        </p:tgtEl>
                                      </p:cBhvr>
                                    </p:animEffect>
                                  </p:childTnLst>
                                </p:cTn>
                              </p:par>
                              <p:par>
                                <p:cTn fill="hold" nodeType="with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childTnLst>
                          </p:cTn>
                        </p:par>
                        <p:par>
                          <p:cTn fill="hold">
                            <p:stCondLst>
                              <p:cond delay="4500"/>
                            </p:stCondLst>
                            <p:childTnLst>
                              <p:par>
                                <p:cTn fill="hold" nodeType="afterEffect" presetClass="exit" presetID="10" presetSubtype="0">
                                  <p:stCondLst>
                                    <p:cond delay="0"/>
                                  </p:stCondLst>
                                  <p:childTnLst>
                                    <p:animEffect filter="fade" transition="out">
                                      <p:cBhvr>
                                        <p:cTn dur="500"/>
                                        <p:tgtEl>
                                          <p:spTgt spid="406"/>
                                        </p:tgtEl>
                                      </p:cBhvr>
                                    </p:animEffect>
                                    <p:set>
                                      <p:cBhvr>
                                        <p:cTn dur="1" fill="hold">
                                          <p:stCondLst>
                                            <p:cond delay="500"/>
                                          </p:stCondLst>
                                        </p:cTn>
                                        <p:tgtEl>
                                          <p:spTgt spid="40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49"/>
                                        </p:tgtEl>
                                      </p:cBhvr>
                                    </p:animEffect>
                                    <p:set>
                                      <p:cBhvr>
                                        <p:cTn dur="1" fill="hold">
                                          <p:stCondLst>
                                            <p:cond delay="500"/>
                                          </p:stCondLst>
                                        </p:cTn>
                                        <p:tgtEl>
                                          <p:spTgt spid="4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500"/>
                                        <p:tgtEl>
                                          <p:spTgt spid="458"/>
                                        </p:tgtEl>
                                      </p:cBhvr>
                                    </p:animEffect>
                                  </p:childTnLst>
                                </p:cTn>
                              </p:par>
                              <p:par>
                                <p:cTn fill="hold" nodeType="with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par>
                                <p:cTn fill="hold" nodeType="with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500"/>
                                        <p:tgtEl>
                                          <p:spTgt spid="460"/>
                                        </p:tgtEl>
                                      </p:cBhvr>
                                    </p:animEffect>
                                  </p:childTnLst>
                                </p:cTn>
                              </p:par>
                              <p:par>
                                <p:cTn fill="hold" nodeType="with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500"/>
                                        <p:tgtEl>
                                          <p:spTgt spid="46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cấp 2</a:t>
            </a:r>
            <a:endParaRPr/>
          </a:p>
        </p:txBody>
      </p:sp>
      <p:sp>
        <p:nvSpPr>
          <p:cNvPr id="471" name="Google Shape;471;p5"/>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Giải pháp</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Sử dụng tham chiếu </a:t>
            </a:r>
            <a:r>
              <a:rPr b="0" i="0" lang="en-US" sz="2800" u="none" cap="none" strike="noStrike">
                <a:solidFill>
                  <a:srgbClr val="FF0000"/>
                </a:solidFill>
                <a:latin typeface="Tahoma"/>
                <a:ea typeface="Tahoma"/>
                <a:cs typeface="Tahoma"/>
                <a:sym typeface="Tahoma"/>
              </a:rPr>
              <a:t>int *&amp;p</a:t>
            </a:r>
            <a:r>
              <a:rPr b="0" i="0" lang="en-US" sz="2800" u="none" cap="none" strike="noStrike">
                <a:solidFill>
                  <a:schemeClr val="dk1"/>
                </a:solidFill>
                <a:latin typeface="Tahoma"/>
                <a:ea typeface="Tahoma"/>
                <a:cs typeface="Tahoma"/>
                <a:sym typeface="Tahoma"/>
              </a:rPr>
              <a:t> (trong C++)</a:t>
            </a:r>
            <a:endParaRPr/>
          </a:p>
          <a:p>
            <a:pPr indent="-107950" lvl="1" marL="742950" marR="0" rtl="0" algn="l">
              <a:lnSpc>
                <a:spcPct val="100000"/>
              </a:lnSpc>
              <a:spcBef>
                <a:spcPts val="560"/>
              </a:spcBef>
              <a:spcAft>
                <a:spcPts val="0"/>
              </a:spcAft>
              <a:buClr>
                <a:schemeClr val="accent1"/>
              </a:buClr>
              <a:buSzPts val="2800"/>
              <a:buFont typeface="Noto Sans Symbols"/>
              <a:buNone/>
            </a:pPr>
            <a:r>
              <a:t/>
            </a:r>
            <a:endParaRPr b="0" i="0" sz="2800" u="none" cap="none" strike="noStrike">
              <a:solidFill>
                <a:schemeClr val="dk1"/>
              </a:solidFill>
              <a:latin typeface="Tahoma"/>
              <a:ea typeface="Tahoma"/>
              <a:cs typeface="Tahoma"/>
              <a:sym typeface="Tahoma"/>
            </a:endParaRPr>
          </a:p>
          <a:p>
            <a:pPr indent="-107950" lvl="1" marL="742950" marR="0" rtl="0" algn="l">
              <a:lnSpc>
                <a:spcPct val="100000"/>
              </a:lnSpc>
              <a:spcBef>
                <a:spcPts val="560"/>
              </a:spcBef>
              <a:spcAft>
                <a:spcPts val="0"/>
              </a:spcAft>
              <a:buClr>
                <a:schemeClr val="accent1"/>
              </a:buClr>
              <a:buSzPts val="2800"/>
              <a:buFont typeface="Noto Sans Symbols"/>
              <a:buNone/>
            </a:pPr>
            <a:r>
              <a:t/>
            </a:r>
            <a:endParaRPr b="0" i="0" sz="2800" u="none" cap="none" strike="noStrike">
              <a:solidFill>
                <a:schemeClr val="dk1"/>
              </a:solidFill>
              <a:latin typeface="Tahoma"/>
              <a:ea typeface="Tahoma"/>
              <a:cs typeface="Tahoma"/>
              <a:sym typeface="Tahoma"/>
            </a:endParaRPr>
          </a:p>
          <a:p>
            <a:pPr indent="-107950" lvl="1" marL="742950" marR="0" rtl="0" algn="l">
              <a:lnSpc>
                <a:spcPct val="100000"/>
              </a:lnSpc>
              <a:spcBef>
                <a:spcPts val="560"/>
              </a:spcBef>
              <a:spcAft>
                <a:spcPts val="0"/>
              </a:spcAft>
              <a:buClr>
                <a:schemeClr val="accent1"/>
              </a:buClr>
              <a:buSzPts val="2800"/>
              <a:buFont typeface="Noto Sans Symbols"/>
              <a:buNone/>
            </a:pPr>
            <a:r>
              <a:t/>
            </a:r>
            <a:endParaRPr b="0" i="0" sz="2800" u="none" cap="none" strike="noStrike">
              <a:solidFill>
                <a:schemeClr val="dk1"/>
              </a:solidFill>
              <a:latin typeface="Tahoma"/>
              <a:ea typeface="Tahoma"/>
              <a:cs typeface="Tahoma"/>
              <a:sym typeface="Tahoma"/>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Không thay đổi trực tiếp tham số mà trả về</a:t>
            </a:r>
            <a:endParaRPr/>
          </a:p>
        </p:txBody>
      </p:sp>
      <p:sp>
        <p:nvSpPr>
          <p:cNvPr id="472" name="Google Shape;472;p5"/>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473" name="Google Shape;473;p5"/>
          <p:cNvSpPr/>
          <p:nvPr/>
        </p:nvSpPr>
        <p:spPr>
          <a:xfrm>
            <a:off x="685800" y="4540250"/>
            <a:ext cx="152400" cy="1600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4" name="Google Shape;474;p5"/>
          <p:cNvSpPr txBox="1"/>
          <p:nvPr/>
        </p:nvSpPr>
        <p:spPr>
          <a:xfrm>
            <a:off x="838200" y="4540250"/>
            <a:ext cx="7315200" cy="16319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Courier New"/>
              <a:buNone/>
            </a:pPr>
            <a:r>
              <a:rPr b="1" i="0" lang="en-US" sz="2000" u="none" cap="none" strike="noStrike">
                <a:solidFill>
                  <a:srgbClr val="FF0000"/>
                </a:solidFill>
                <a:latin typeface="Courier New"/>
                <a:ea typeface="Courier New"/>
                <a:cs typeface="Courier New"/>
                <a:sym typeface="Courier New"/>
              </a:rPr>
              <a:t>int*</a:t>
            </a:r>
            <a:r>
              <a:rPr b="1" i="0" lang="en-US" sz="2000" u="none" cap="none" strike="noStrike">
                <a:solidFill>
                  <a:schemeClr val="dk1"/>
                </a:solidFill>
                <a:latin typeface="Courier New"/>
                <a:ea typeface="Courier New"/>
                <a:cs typeface="Courier New"/>
                <a:sym typeface="Courier New"/>
              </a:rPr>
              <a:t> CapPhat(int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*p = (int *)malloc(n * sizeof(int));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return 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475" name="Google Shape;475;p5"/>
          <p:cNvSpPr/>
          <p:nvPr/>
        </p:nvSpPr>
        <p:spPr>
          <a:xfrm>
            <a:off x="685800" y="2590800"/>
            <a:ext cx="152400" cy="12954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6" name="Google Shape;476;p5"/>
          <p:cNvSpPr txBox="1"/>
          <p:nvPr/>
        </p:nvSpPr>
        <p:spPr>
          <a:xfrm>
            <a:off x="838200" y="2590800"/>
            <a:ext cx="7315200" cy="1323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CapPhat(</a:t>
            </a:r>
            <a:r>
              <a:rPr b="1" i="0" lang="en-US" sz="2000" u="none" cap="none" strike="noStrike">
                <a:solidFill>
                  <a:srgbClr val="FF0000"/>
                </a:solidFill>
                <a:latin typeface="Courier New"/>
                <a:ea typeface="Courier New"/>
                <a:cs typeface="Courier New"/>
                <a:sym typeface="Courier New"/>
              </a:rPr>
              <a:t>int *&amp;p</a:t>
            </a:r>
            <a:r>
              <a:rPr b="1" i="0" lang="en-US" sz="2000" u="none" cap="none" strike="noStrike">
                <a:solidFill>
                  <a:schemeClr val="dk1"/>
                </a:solidFill>
                <a:latin typeface="Courier New"/>
                <a:ea typeface="Courier New"/>
                <a:cs typeface="Courier New"/>
                <a:sym typeface="Courier New"/>
              </a:rPr>
              <a:t>, int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 = (int *)malloc(n * sizeof(int));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par>
                                <p:cTn fill="hold" nodeType="with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500"/>
                                        <p:tgtEl>
                                          <p:spTgt spid="473"/>
                                        </p:tgtEl>
                                      </p:cBhvr>
                                    </p:animEffect>
                                  </p:childTnLst>
                                </p:cTn>
                              </p:par>
                              <p:par>
                                <p:cTn fill="hold" nodeType="with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cấp 2</a:t>
            </a:r>
            <a:endParaRPr/>
          </a:p>
        </p:txBody>
      </p:sp>
      <p:sp>
        <p:nvSpPr>
          <p:cNvPr id="483" name="Google Shape;483;p6"/>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Giải pháp</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Sử dụng con trỏ p trỏ đến con trỏ a này. Hàm sẽ thay đổi giá trị của con trỏ â gián tiếp thông qua con trỏ p.</a:t>
            </a:r>
            <a:endParaRPr/>
          </a:p>
        </p:txBody>
      </p:sp>
      <p:sp>
        <p:nvSpPr>
          <p:cNvPr id="484" name="Google Shape;484;p6"/>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485" name="Google Shape;485;p6"/>
          <p:cNvSpPr/>
          <p:nvPr/>
        </p:nvSpPr>
        <p:spPr>
          <a:xfrm>
            <a:off x="685800" y="3429000"/>
            <a:ext cx="152400" cy="3124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6" name="Google Shape;486;p6"/>
          <p:cNvSpPr txBox="1"/>
          <p:nvPr/>
        </p:nvSpPr>
        <p:spPr>
          <a:xfrm>
            <a:off x="838200" y="3429000"/>
            <a:ext cx="7315200" cy="3170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CapPhat(</a:t>
            </a:r>
            <a:r>
              <a:rPr b="1" i="0" lang="en-US" sz="2000" u="none" cap="none" strike="noStrike">
                <a:solidFill>
                  <a:srgbClr val="FF0000"/>
                </a:solidFill>
                <a:latin typeface="Courier New"/>
                <a:ea typeface="Courier New"/>
                <a:cs typeface="Courier New"/>
                <a:sym typeface="Courier New"/>
              </a:rPr>
              <a:t>int **p</a:t>
            </a:r>
            <a:r>
              <a:rPr b="1" i="0" lang="en-US" sz="2000" u="none" cap="none" strike="noStrike">
                <a:solidFill>
                  <a:schemeClr val="dk1"/>
                </a:solidFill>
                <a:latin typeface="Courier New"/>
                <a:ea typeface="Courier New"/>
                <a:cs typeface="Courier New"/>
                <a:sym typeface="Courier New"/>
              </a:rPr>
              <a:t>, int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 = (int *)malloc(n * sizeof(int));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*a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CapPhat(&amp;a,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par>
                                <p:cTn fill="hold" nodeType="with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7"/>
          <p:cNvSpPr/>
          <p:nvPr/>
        </p:nvSpPr>
        <p:spPr>
          <a:xfrm>
            <a:off x="2834725" y="42672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0B</a:t>
            </a:r>
            <a:endParaRPr b="0" i="0" sz="300" u="none" cap="none" strike="noStrike">
              <a:solidFill>
                <a:srgbClr val="000000"/>
              </a:solidFill>
              <a:latin typeface="Arial"/>
              <a:ea typeface="Arial"/>
              <a:cs typeface="Arial"/>
              <a:sym typeface="Arial"/>
            </a:endParaRPr>
          </a:p>
        </p:txBody>
      </p:sp>
      <p:sp>
        <p:nvSpPr>
          <p:cNvPr id="493" name="Google Shape;493;p7"/>
          <p:cNvSpPr/>
          <p:nvPr/>
        </p:nvSpPr>
        <p:spPr>
          <a:xfrm>
            <a:off x="16002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4" name="Google Shape;494;p7"/>
          <p:cNvSpPr/>
          <p:nvPr/>
        </p:nvSpPr>
        <p:spPr>
          <a:xfrm>
            <a:off x="20574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5" name="Google Shape;495;p7"/>
          <p:cNvSpPr/>
          <p:nvPr/>
        </p:nvSpPr>
        <p:spPr>
          <a:xfrm>
            <a:off x="25146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6" name="Google Shape;496;p7"/>
          <p:cNvSpPr/>
          <p:nvPr/>
        </p:nvSpPr>
        <p:spPr>
          <a:xfrm>
            <a:off x="29718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7" name="Google Shape;497;p7"/>
          <p:cNvSpPr/>
          <p:nvPr/>
        </p:nvSpPr>
        <p:spPr>
          <a:xfrm>
            <a:off x="34290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8" name="Google Shape;498;p7"/>
          <p:cNvSpPr/>
          <p:nvPr/>
        </p:nvSpPr>
        <p:spPr>
          <a:xfrm>
            <a:off x="38862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9" name="Google Shape;499;p7"/>
          <p:cNvSpPr/>
          <p:nvPr/>
        </p:nvSpPr>
        <p:spPr>
          <a:xfrm>
            <a:off x="43434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0" name="Google Shape;500;p7"/>
          <p:cNvSpPr/>
          <p:nvPr/>
        </p:nvSpPr>
        <p:spPr>
          <a:xfrm>
            <a:off x="48006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1" name="Google Shape;501;p7"/>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cấp 2</a:t>
            </a:r>
            <a:endParaRPr/>
          </a:p>
        </p:txBody>
      </p:sp>
      <p:sp>
        <p:nvSpPr>
          <p:cNvPr id="502" name="Google Shape;502;p7"/>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503" name="Google Shape;503;p7"/>
          <p:cNvSpPr/>
          <p:nvPr/>
        </p:nvSpPr>
        <p:spPr>
          <a:xfrm>
            <a:off x="7543800" y="54102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504" name="Google Shape;504;p7"/>
          <p:cNvSpPr/>
          <p:nvPr/>
        </p:nvSpPr>
        <p:spPr>
          <a:xfrm>
            <a:off x="685800" y="54102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505" name="Google Shape;505;p7"/>
          <p:cNvSpPr/>
          <p:nvPr/>
        </p:nvSpPr>
        <p:spPr>
          <a:xfrm>
            <a:off x="11430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6" name="Google Shape;506;p7"/>
          <p:cNvSpPr/>
          <p:nvPr/>
        </p:nvSpPr>
        <p:spPr>
          <a:xfrm>
            <a:off x="52578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7" name="Google Shape;507;p7"/>
          <p:cNvSpPr/>
          <p:nvPr/>
        </p:nvSpPr>
        <p:spPr>
          <a:xfrm>
            <a:off x="57150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8" name="Google Shape;508;p7"/>
          <p:cNvSpPr/>
          <p:nvPr/>
        </p:nvSpPr>
        <p:spPr>
          <a:xfrm>
            <a:off x="61722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9" name="Google Shape;509;p7"/>
          <p:cNvSpPr/>
          <p:nvPr/>
        </p:nvSpPr>
        <p:spPr>
          <a:xfrm>
            <a:off x="66294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0" name="Google Shape;510;p7"/>
          <p:cNvSpPr/>
          <p:nvPr/>
        </p:nvSpPr>
        <p:spPr>
          <a:xfrm>
            <a:off x="70866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1" name="Google Shape;511;p7"/>
          <p:cNvSpPr/>
          <p:nvPr/>
        </p:nvSpPr>
        <p:spPr>
          <a:xfrm>
            <a:off x="1600200" y="6248400"/>
            <a:ext cx="26781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int *a = NULL</a:t>
            </a:r>
            <a:endParaRPr b="0" i="0" sz="1400" u="none" cap="none" strike="noStrike">
              <a:solidFill>
                <a:srgbClr val="000000"/>
              </a:solidFill>
              <a:latin typeface="Arial"/>
              <a:ea typeface="Arial"/>
              <a:cs typeface="Arial"/>
              <a:sym typeface="Arial"/>
            </a:endParaRPr>
          </a:p>
        </p:txBody>
      </p:sp>
      <p:sp>
        <p:nvSpPr>
          <p:cNvPr id="512" name="Google Shape;512;p7"/>
          <p:cNvSpPr/>
          <p:nvPr/>
        </p:nvSpPr>
        <p:spPr>
          <a:xfrm>
            <a:off x="11430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0A</a:t>
            </a:r>
            <a:endParaRPr b="0" i="0" sz="800" u="none" cap="none" strike="noStrike">
              <a:solidFill>
                <a:srgbClr val="000000"/>
              </a:solidFill>
              <a:latin typeface="Arial"/>
              <a:ea typeface="Arial"/>
              <a:cs typeface="Arial"/>
              <a:sym typeface="Arial"/>
            </a:endParaRPr>
          </a:p>
        </p:txBody>
      </p:sp>
      <p:sp>
        <p:nvSpPr>
          <p:cNvPr id="513" name="Google Shape;513;p7"/>
          <p:cNvSpPr/>
          <p:nvPr/>
        </p:nvSpPr>
        <p:spPr>
          <a:xfrm>
            <a:off x="16002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0B</a:t>
            </a:r>
            <a:endParaRPr b="0" i="0" sz="800" u="none" cap="none" strike="noStrike">
              <a:solidFill>
                <a:srgbClr val="000000"/>
              </a:solidFill>
              <a:latin typeface="Arial"/>
              <a:ea typeface="Arial"/>
              <a:cs typeface="Arial"/>
              <a:sym typeface="Arial"/>
            </a:endParaRPr>
          </a:p>
        </p:txBody>
      </p:sp>
      <p:sp>
        <p:nvSpPr>
          <p:cNvPr id="514" name="Google Shape;514;p7"/>
          <p:cNvSpPr/>
          <p:nvPr/>
        </p:nvSpPr>
        <p:spPr>
          <a:xfrm>
            <a:off x="20574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0C</a:t>
            </a:r>
            <a:endParaRPr b="0" i="0" sz="800" u="none" cap="none" strike="noStrike">
              <a:solidFill>
                <a:srgbClr val="000000"/>
              </a:solidFill>
              <a:latin typeface="Arial"/>
              <a:ea typeface="Arial"/>
              <a:cs typeface="Arial"/>
              <a:sym typeface="Arial"/>
            </a:endParaRPr>
          </a:p>
        </p:txBody>
      </p:sp>
      <p:sp>
        <p:nvSpPr>
          <p:cNvPr id="515" name="Google Shape;515;p7"/>
          <p:cNvSpPr/>
          <p:nvPr/>
        </p:nvSpPr>
        <p:spPr>
          <a:xfrm>
            <a:off x="25146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0D</a:t>
            </a:r>
            <a:endParaRPr b="0" i="0" sz="800" u="none" cap="none" strike="noStrike">
              <a:solidFill>
                <a:srgbClr val="000000"/>
              </a:solidFill>
              <a:latin typeface="Arial"/>
              <a:ea typeface="Arial"/>
              <a:cs typeface="Arial"/>
              <a:sym typeface="Arial"/>
            </a:endParaRPr>
          </a:p>
        </p:txBody>
      </p:sp>
      <p:sp>
        <p:nvSpPr>
          <p:cNvPr id="516" name="Google Shape;516;p7"/>
          <p:cNvSpPr/>
          <p:nvPr/>
        </p:nvSpPr>
        <p:spPr>
          <a:xfrm>
            <a:off x="29718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0E</a:t>
            </a:r>
            <a:endParaRPr b="0" i="0" sz="800" u="none" cap="none" strike="noStrike">
              <a:solidFill>
                <a:srgbClr val="000000"/>
              </a:solidFill>
              <a:latin typeface="Arial"/>
              <a:ea typeface="Arial"/>
              <a:cs typeface="Arial"/>
              <a:sym typeface="Arial"/>
            </a:endParaRPr>
          </a:p>
        </p:txBody>
      </p:sp>
      <p:sp>
        <p:nvSpPr>
          <p:cNvPr id="517" name="Google Shape;517;p7"/>
          <p:cNvSpPr/>
          <p:nvPr/>
        </p:nvSpPr>
        <p:spPr>
          <a:xfrm>
            <a:off x="34290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0F</a:t>
            </a:r>
            <a:endParaRPr b="0" i="0" sz="800" u="none" cap="none" strike="noStrike">
              <a:solidFill>
                <a:srgbClr val="000000"/>
              </a:solidFill>
              <a:latin typeface="Arial"/>
              <a:ea typeface="Arial"/>
              <a:cs typeface="Arial"/>
              <a:sym typeface="Arial"/>
            </a:endParaRPr>
          </a:p>
        </p:txBody>
      </p:sp>
      <p:sp>
        <p:nvSpPr>
          <p:cNvPr id="518" name="Google Shape;518;p7"/>
          <p:cNvSpPr/>
          <p:nvPr/>
        </p:nvSpPr>
        <p:spPr>
          <a:xfrm>
            <a:off x="38862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10</a:t>
            </a:r>
            <a:endParaRPr b="0" i="0" sz="800" u="none" cap="none" strike="noStrike">
              <a:solidFill>
                <a:srgbClr val="000000"/>
              </a:solidFill>
              <a:latin typeface="Arial"/>
              <a:ea typeface="Arial"/>
              <a:cs typeface="Arial"/>
              <a:sym typeface="Arial"/>
            </a:endParaRPr>
          </a:p>
        </p:txBody>
      </p:sp>
      <p:sp>
        <p:nvSpPr>
          <p:cNvPr id="519" name="Google Shape;519;p7"/>
          <p:cNvSpPr/>
          <p:nvPr/>
        </p:nvSpPr>
        <p:spPr>
          <a:xfrm>
            <a:off x="43434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11</a:t>
            </a:r>
            <a:endParaRPr b="0" i="0" sz="800" u="none" cap="none" strike="noStrike">
              <a:solidFill>
                <a:srgbClr val="000000"/>
              </a:solidFill>
              <a:latin typeface="Arial"/>
              <a:ea typeface="Arial"/>
              <a:cs typeface="Arial"/>
              <a:sym typeface="Arial"/>
            </a:endParaRPr>
          </a:p>
        </p:txBody>
      </p:sp>
      <p:sp>
        <p:nvSpPr>
          <p:cNvPr id="520" name="Google Shape;520;p7"/>
          <p:cNvSpPr/>
          <p:nvPr/>
        </p:nvSpPr>
        <p:spPr>
          <a:xfrm>
            <a:off x="48006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12</a:t>
            </a:r>
            <a:endParaRPr b="0" i="0" sz="800" u="none" cap="none" strike="noStrike">
              <a:solidFill>
                <a:srgbClr val="000000"/>
              </a:solidFill>
              <a:latin typeface="Arial"/>
              <a:ea typeface="Arial"/>
              <a:cs typeface="Arial"/>
              <a:sym typeface="Arial"/>
            </a:endParaRPr>
          </a:p>
        </p:txBody>
      </p:sp>
      <p:sp>
        <p:nvSpPr>
          <p:cNvPr id="521" name="Google Shape;521;p7"/>
          <p:cNvSpPr/>
          <p:nvPr/>
        </p:nvSpPr>
        <p:spPr>
          <a:xfrm>
            <a:off x="52578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13</a:t>
            </a:r>
            <a:endParaRPr b="0" i="0" sz="800" u="none" cap="none" strike="noStrike">
              <a:solidFill>
                <a:srgbClr val="000000"/>
              </a:solidFill>
              <a:latin typeface="Arial"/>
              <a:ea typeface="Arial"/>
              <a:cs typeface="Arial"/>
              <a:sym typeface="Arial"/>
            </a:endParaRPr>
          </a:p>
        </p:txBody>
      </p:sp>
      <p:sp>
        <p:nvSpPr>
          <p:cNvPr id="522" name="Google Shape;522;p7"/>
          <p:cNvSpPr/>
          <p:nvPr/>
        </p:nvSpPr>
        <p:spPr>
          <a:xfrm>
            <a:off x="57150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14</a:t>
            </a:r>
            <a:endParaRPr b="0" i="0" sz="800" u="none" cap="none" strike="noStrike">
              <a:solidFill>
                <a:srgbClr val="000000"/>
              </a:solidFill>
              <a:latin typeface="Arial"/>
              <a:ea typeface="Arial"/>
              <a:cs typeface="Arial"/>
              <a:sym typeface="Arial"/>
            </a:endParaRPr>
          </a:p>
        </p:txBody>
      </p:sp>
      <p:sp>
        <p:nvSpPr>
          <p:cNvPr id="523" name="Google Shape;523;p7"/>
          <p:cNvSpPr/>
          <p:nvPr/>
        </p:nvSpPr>
        <p:spPr>
          <a:xfrm>
            <a:off x="61722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15</a:t>
            </a:r>
            <a:endParaRPr b="0" i="0" sz="800" u="none" cap="none" strike="noStrike">
              <a:solidFill>
                <a:srgbClr val="000000"/>
              </a:solidFill>
              <a:latin typeface="Arial"/>
              <a:ea typeface="Arial"/>
              <a:cs typeface="Arial"/>
              <a:sym typeface="Arial"/>
            </a:endParaRPr>
          </a:p>
        </p:txBody>
      </p:sp>
      <p:sp>
        <p:nvSpPr>
          <p:cNvPr id="524" name="Google Shape;524;p7"/>
          <p:cNvSpPr/>
          <p:nvPr/>
        </p:nvSpPr>
        <p:spPr>
          <a:xfrm>
            <a:off x="66294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16</a:t>
            </a:r>
            <a:endParaRPr b="0" i="0" sz="800" u="none" cap="none" strike="noStrike">
              <a:solidFill>
                <a:srgbClr val="000000"/>
              </a:solidFill>
              <a:latin typeface="Arial"/>
              <a:ea typeface="Arial"/>
              <a:cs typeface="Arial"/>
              <a:sym typeface="Arial"/>
            </a:endParaRPr>
          </a:p>
        </p:txBody>
      </p:sp>
      <p:sp>
        <p:nvSpPr>
          <p:cNvPr id="525" name="Google Shape;525;p7"/>
          <p:cNvSpPr/>
          <p:nvPr/>
        </p:nvSpPr>
        <p:spPr>
          <a:xfrm>
            <a:off x="70866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17</a:t>
            </a:r>
            <a:endParaRPr b="0" i="0" sz="800" u="none" cap="none" strike="noStrike">
              <a:solidFill>
                <a:srgbClr val="000000"/>
              </a:solidFill>
              <a:latin typeface="Arial"/>
              <a:ea typeface="Arial"/>
              <a:cs typeface="Arial"/>
              <a:sym typeface="Arial"/>
            </a:endParaRPr>
          </a:p>
        </p:txBody>
      </p:sp>
      <p:cxnSp>
        <p:nvCxnSpPr>
          <p:cNvPr id="526" name="Google Shape;526;p7"/>
          <p:cNvCxnSpPr/>
          <p:nvPr/>
        </p:nvCxnSpPr>
        <p:spPr>
          <a:xfrm rot="-5400000">
            <a:off x="1639887" y="6132512"/>
            <a:ext cx="379412" cy="1587"/>
          </a:xfrm>
          <a:prstGeom prst="straightConnector1">
            <a:avLst/>
          </a:prstGeom>
          <a:noFill/>
          <a:ln cap="flat" cmpd="sng" w="38100">
            <a:solidFill>
              <a:srgbClr val="DD8443"/>
            </a:solidFill>
            <a:prstDash val="solid"/>
            <a:miter lim="800000"/>
            <a:headEnd len="sm" w="sm" type="none"/>
            <a:tailEnd len="med" w="med" type="stealth"/>
          </a:ln>
        </p:spPr>
      </p:cxnSp>
      <p:sp>
        <p:nvSpPr>
          <p:cNvPr id="527" name="Google Shape;527;p7"/>
          <p:cNvSpPr/>
          <p:nvPr/>
        </p:nvSpPr>
        <p:spPr>
          <a:xfrm>
            <a:off x="2514600" y="3733800"/>
            <a:ext cx="1219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000" u="none" cap="none" strike="noStrike">
                <a:solidFill>
                  <a:srgbClr val="003366"/>
                </a:solidFill>
                <a:latin typeface="Verdana"/>
                <a:ea typeface="Verdana"/>
                <a:cs typeface="Verdana"/>
                <a:sym typeface="Verdana"/>
              </a:rPr>
              <a:t>int </a:t>
            </a:r>
            <a:r>
              <a:rPr b="0" i="0" lang="en-US" sz="2000" u="none" cap="none" strike="noStrike">
                <a:solidFill>
                  <a:srgbClr val="FF0000"/>
                </a:solidFill>
                <a:latin typeface="Verdana"/>
                <a:ea typeface="Verdana"/>
                <a:cs typeface="Verdana"/>
                <a:sym typeface="Verdana"/>
              </a:rPr>
              <a:t>**p</a:t>
            </a:r>
            <a:endParaRPr b="0" i="0" sz="1000" u="none" cap="none" strike="noStrike">
              <a:solidFill>
                <a:srgbClr val="000000"/>
              </a:solidFill>
              <a:latin typeface="Arial"/>
              <a:ea typeface="Arial"/>
              <a:cs typeface="Arial"/>
              <a:sym typeface="Arial"/>
            </a:endParaRPr>
          </a:p>
        </p:txBody>
      </p:sp>
      <p:sp>
        <p:nvSpPr>
          <p:cNvPr id="528" name="Google Shape;528;p7"/>
          <p:cNvSpPr/>
          <p:nvPr/>
        </p:nvSpPr>
        <p:spPr>
          <a:xfrm>
            <a:off x="3886200" y="3733800"/>
            <a:ext cx="12954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int n</a:t>
            </a:r>
            <a:endParaRPr b="0" i="0" sz="1400" u="none" cap="none" strike="noStrike">
              <a:solidFill>
                <a:srgbClr val="000000"/>
              </a:solidFill>
              <a:latin typeface="Arial"/>
              <a:ea typeface="Arial"/>
              <a:cs typeface="Arial"/>
              <a:sym typeface="Arial"/>
            </a:endParaRPr>
          </a:p>
        </p:txBody>
      </p:sp>
      <p:sp>
        <p:nvSpPr>
          <p:cNvPr id="529" name="Google Shape;529;p7"/>
          <p:cNvSpPr/>
          <p:nvPr/>
        </p:nvSpPr>
        <p:spPr>
          <a:xfrm>
            <a:off x="1295400" y="3733800"/>
            <a:ext cx="10668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A85FF"/>
              </a:buClr>
              <a:buSzPts val="2400"/>
              <a:buFont typeface="Verdana"/>
              <a:buNone/>
            </a:pPr>
            <a:r>
              <a:rPr b="0" i="0" lang="en-US" sz="1400" u="none" cap="none" strike="noStrike">
                <a:solidFill>
                  <a:srgbClr val="0A85FF"/>
                </a:solidFill>
                <a:latin typeface="Verdana"/>
                <a:ea typeface="Verdana"/>
                <a:cs typeface="Verdana"/>
                <a:sym typeface="Verdana"/>
              </a:rPr>
              <a:t>CapPhat</a:t>
            </a:r>
            <a:endParaRPr b="0" i="0" sz="400" u="none" cap="none" strike="noStrike">
              <a:solidFill>
                <a:srgbClr val="000000"/>
              </a:solidFill>
              <a:latin typeface="Arial"/>
              <a:ea typeface="Arial"/>
              <a:cs typeface="Arial"/>
              <a:sym typeface="Arial"/>
            </a:endParaRPr>
          </a:p>
        </p:txBody>
      </p:sp>
      <p:sp>
        <p:nvSpPr>
          <p:cNvPr id="530" name="Google Shape;530;p7"/>
          <p:cNvSpPr/>
          <p:nvPr/>
        </p:nvSpPr>
        <p:spPr>
          <a:xfrm>
            <a:off x="7543800" y="22098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531" name="Google Shape;531;p7"/>
          <p:cNvSpPr/>
          <p:nvPr/>
        </p:nvSpPr>
        <p:spPr>
          <a:xfrm>
            <a:off x="685800" y="22098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532" name="Google Shape;532;p7"/>
          <p:cNvSpPr/>
          <p:nvPr/>
        </p:nvSpPr>
        <p:spPr>
          <a:xfrm>
            <a:off x="11430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3" name="Google Shape;533;p7"/>
          <p:cNvSpPr/>
          <p:nvPr/>
        </p:nvSpPr>
        <p:spPr>
          <a:xfrm>
            <a:off x="16002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4" name="Google Shape;534;p7"/>
          <p:cNvSpPr/>
          <p:nvPr/>
        </p:nvSpPr>
        <p:spPr>
          <a:xfrm>
            <a:off x="20574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5" name="Google Shape;535;p7"/>
          <p:cNvSpPr/>
          <p:nvPr/>
        </p:nvSpPr>
        <p:spPr>
          <a:xfrm>
            <a:off x="25146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6" name="Google Shape;536;p7"/>
          <p:cNvSpPr/>
          <p:nvPr/>
        </p:nvSpPr>
        <p:spPr>
          <a:xfrm>
            <a:off x="29718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7" name="Google Shape;537;p7"/>
          <p:cNvSpPr/>
          <p:nvPr/>
        </p:nvSpPr>
        <p:spPr>
          <a:xfrm>
            <a:off x="34290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8" name="Google Shape;538;p7"/>
          <p:cNvSpPr/>
          <p:nvPr/>
        </p:nvSpPr>
        <p:spPr>
          <a:xfrm>
            <a:off x="38862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9" name="Google Shape;539;p7"/>
          <p:cNvSpPr/>
          <p:nvPr/>
        </p:nvSpPr>
        <p:spPr>
          <a:xfrm>
            <a:off x="43434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0" name="Google Shape;540;p7"/>
          <p:cNvSpPr/>
          <p:nvPr/>
        </p:nvSpPr>
        <p:spPr>
          <a:xfrm>
            <a:off x="48006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1" name="Google Shape;541;p7"/>
          <p:cNvSpPr/>
          <p:nvPr/>
        </p:nvSpPr>
        <p:spPr>
          <a:xfrm>
            <a:off x="52578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2" name="Google Shape;542;p7"/>
          <p:cNvSpPr/>
          <p:nvPr/>
        </p:nvSpPr>
        <p:spPr>
          <a:xfrm>
            <a:off x="57150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3" name="Google Shape;543;p7"/>
          <p:cNvSpPr/>
          <p:nvPr/>
        </p:nvSpPr>
        <p:spPr>
          <a:xfrm>
            <a:off x="61722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4" name="Google Shape;544;p7"/>
          <p:cNvSpPr/>
          <p:nvPr/>
        </p:nvSpPr>
        <p:spPr>
          <a:xfrm>
            <a:off x="66294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5" name="Google Shape;545;p7"/>
          <p:cNvSpPr/>
          <p:nvPr/>
        </p:nvSpPr>
        <p:spPr>
          <a:xfrm>
            <a:off x="7086600" y="2209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6" name="Google Shape;546;p7"/>
          <p:cNvSpPr/>
          <p:nvPr/>
        </p:nvSpPr>
        <p:spPr>
          <a:xfrm>
            <a:off x="11430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18</a:t>
            </a:r>
            <a:endParaRPr b="0" i="0" sz="800" u="none" cap="none" strike="noStrike">
              <a:solidFill>
                <a:srgbClr val="000000"/>
              </a:solidFill>
              <a:latin typeface="Arial"/>
              <a:ea typeface="Arial"/>
              <a:cs typeface="Arial"/>
              <a:sym typeface="Arial"/>
            </a:endParaRPr>
          </a:p>
        </p:txBody>
      </p:sp>
      <p:sp>
        <p:nvSpPr>
          <p:cNvPr id="547" name="Google Shape;547;p7"/>
          <p:cNvSpPr/>
          <p:nvPr/>
        </p:nvSpPr>
        <p:spPr>
          <a:xfrm>
            <a:off x="16002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19</a:t>
            </a:r>
            <a:endParaRPr b="0" i="0" sz="800" u="none" cap="none" strike="noStrike">
              <a:solidFill>
                <a:srgbClr val="000000"/>
              </a:solidFill>
              <a:latin typeface="Arial"/>
              <a:ea typeface="Arial"/>
              <a:cs typeface="Arial"/>
              <a:sym typeface="Arial"/>
            </a:endParaRPr>
          </a:p>
        </p:txBody>
      </p:sp>
      <p:sp>
        <p:nvSpPr>
          <p:cNvPr id="548" name="Google Shape;548;p7"/>
          <p:cNvSpPr/>
          <p:nvPr/>
        </p:nvSpPr>
        <p:spPr>
          <a:xfrm>
            <a:off x="20574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1A</a:t>
            </a:r>
            <a:endParaRPr b="0" i="0" sz="800" u="none" cap="none" strike="noStrike">
              <a:solidFill>
                <a:srgbClr val="000000"/>
              </a:solidFill>
              <a:latin typeface="Arial"/>
              <a:ea typeface="Arial"/>
              <a:cs typeface="Arial"/>
              <a:sym typeface="Arial"/>
            </a:endParaRPr>
          </a:p>
        </p:txBody>
      </p:sp>
      <p:sp>
        <p:nvSpPr>
          <p:cNvPr id="549" name="Google Shape;549;p7"/>
          <p:cNvSpPr/>
          <p:nvPr/>
        </p:nvSpPr>
        <p:spPr>
          <a:xfrm>
            <a:off x="25146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1B</a:t>
            </a:r>
            <a:endParaRPr b="0" i="0" sz="800" u="none" cap="none" strike="noStrike">
              <a:solidFill>
                <a:srgbClr val="000000"/>
              </a:solidFill>
              <a:latin typeface="Arial"/>
              <a:ea typeface="Arial"/>
              <a:cs typeface="Arial"/>
              <a:sym typeface="Arial"/>
            </a:endParaRPr>
          </a:p>
        </p:txBody>
      </p:sp>
      <p:sp>
        <p:nvSpPr>
          <p:cNvPr id="550" name="Google Shape;550;p7"/>
          <p:cNvSpPr/>
          <p:nvPr/>
        </p:nvSpPr>
        <p:spPr>
          <a:xfrm>
            <a:off x="29718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1C</a:t>
            </a:r>
            <a:endParaRPr b="0" i="0" sz="800" u="none" cap="none" strike="noStrike">
              <a:solidFill>
                <a:srgbClr val="000000"/>
              </a:solidFill>
              <a:latin typeface="Arial"/>
              <a:ea typeface="Arial"/>
              <a:cs typeface="Arial"/>
              <a:sym typeface="Arial"/>
            </a:endParaRPr>
          </a:p>
        </p:txBody>
      </p:sp>
      <p:sp>
        <p:nvSpPr>
          <p:cNvPr id="551" name="Google Shape;551;p7"/>
          <p:cNvSpPr/>
          <p:nvPr/>
        </p:nvSpPr>
        <p:spPr>
          <a:xfrm>
            <a:off x="34290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1D</a:t>
            </a:r>
            <a:endParaRPr b="0" i="0" sz="800" u="none" cap="none" strike="noStrike">
              <a:solidFill>
                <a:srgbClr val="000000"/>
              </a:solidFill>
              <a:latin typeface="Arial"/>
              <a:ea typeface="Arial"/>
              <a:cs typeface="Arial"/>
              <a:sym typeface="Arial"/>
            </a:endParaRPr>
          </a:p>
        </p:txBody>
      </p:sp>
      <p:sp>
        <p:nvSpPr>
          <p:cNvPr id="552" name="Google Shape;552;p7"/>
          <p:cNvSpPr/>
          <p:nvPr/>
        </p:nvSpPr>
        <p:spPr>
          <a:xfrm>
            <a:off x="38862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1E</a:t>
            </a:r>
            <a:endParaRPr b="0" i="0" sz="800" u="none" cap="none" strike="noStrike">
              <a:solidFill>
                <a:srgbClr val="000000"/>
              </a:solidFill>
              <a:latin typeface="Arial"/>
              <a:ea typeface="Arial"/>
              <a:cs typeface="Arial"/>
              <a:sym typeface="Arial"/>
            </a:endParaRPr>
          </a:p>
        </p:txBody>
      </p:sp>
      <p:sp>
        <p:nvSpPr>
          <p:cNvPr id="553" name="Google Shape;553;p7"/>
          <p:cNvSpPr/>
          <p:nvPr/>
        </p:nvSpPr>
        <p:spPr>
          <a:xfrm>
            <a:off x="43434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1F</a:t>
            </a:r>
            <a:endParaRPr b="0" i="0" sz="800" u="none" cap="none" strike="noStrike">
              <a:solidFill>
                <a:srgbClr val="000000"/>
              </a:solidFill>
              <a:latin typeface="Arial"/>
              <a:ea typeface="Arial"/>
              <a:cs typeface="Arial"/>
              <a:sym typeface="Arial"/>
            </a:endParaRPr>
          </a:p>
        </p:txBody>
      </p:sp>
      <p:sp>
        <p:nvSpPr>
          <p:cNvPr id="554" name="Google Shape;554;p7"/>
          <p:cNvSpPr/>
          <p:nvPr/>
        </p:nvSpPr>
        <p:spPr>
          <a:xfrm>
            <a:off x="48006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20</a:t>
            </a:r>
            <a:endParaRPr b="0" i="0" sz="800" u="none" cap="none" strike="noStrike">
              <a:solidFill>
                <a:srgbClr val="000000"/>
              </a:solidFill>
              <a:latin typeface="Arial"/>
              <a:ea typeface="Arial"/>
              <a:cs typeface="Arial"/>
              <a:sym typeface="Arial"/>
            </a:endParaRPr>
          </a:p>
        </p:txBody>
      </p:sp>
      <p:sp>
        <p:nvSpPr>
          <p:cNvPr id="555" name="Google Shape;555;p7"/>
          <p:cNvSpPr/>
          <p:nvPr/>
        </p:nvSpPr>
        <p:spPr>
          <a:xfrm>
            <a:off x="52578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21</a:t>
            </a:r>
            <a:endParaRPr b="0" i="0" sz="800" u="none" cap="none" strike="noStrike">
              <a:solidFill>
                <a:srgbClr val="000000"/>
              </a:solidFill>
              <a:latin typeface="Arial"/>
              <a:ea typeface="Arial"/>
              <a:cs typeface="Arial"/>
              <a:sym typeface="Arial"/>
            </a:endParaRPr>
          </a:p>
        </p:txBody>
      </p:sp>
      <p:sp>
        <p:nvSpPr>
          <p:cNvPr id="556" name="Google Shape;556;p7"/>
          <p:cNvSpPr/>
          <p:nvPr/>
        </p:nvSpPr>
        <p:spPr>
          <a:xfrm>
            <a:off x="57150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22</a:t>
            </a:r>
            <a:endParaRPr b="0" i="0" sz="800" u="none" cap="none" strike="noStrike">
              <a:solidFill>
                <a:srgbClr val="000000"/>
              </a:solidFill>
              <a:latin typeface="Arial"/>
              <a:ea typeface="Arial"/>
              <a:cs typeface="Arial"/>
              <a:sym typeface="Arial"/>
            </a:endParaRPr>
          </a:p>
        </p:txBody>
      </p:sp>
      <p:sp>
        <p:nvSpPr>
          <p:cNvPr id="557" name="Google Shape;557;p7"/>
          <p:cNvSpPr/>
          <p:nvPr/>
        </p:nvSpPr>
        <p:spPr>
          <a:xfrm>
            <a:off x="61722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23</a:t>
            </a:r>
            <a:endParaRPr b="0" i="0" sz="800" u="none" cap="none" strike="noStrike">
              <a:solidFill>
                <a:srgbClr val="000000"/>
              </a:solidFill>
              <a:latin typeface="Arial"/>
              <a:ea typeface="Arial"/>
              <a:cs typeface="Arial"/>
              <a:sym typeface="Arial"/>
            </a:endParaRPr>
          </a:p>
        </p:txBody>
      </p:sp>
      <p:sp>
        <p:nvSpPr>
          <p:cNvPr id="558" name="Google Shape;558;p7"/>
          <p:cNvSpPr/>
          <p:nvPr/>
        </p:nvSpPr>
        <p:spPr>
          <a:xfrm>
            <a:off x="66294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24</a:t>
            </a:r>
            <a:endParaRPr b="0" i="0" sz="800" u="none" cap="none" strike="noStrike">
              <a:solidFill>
                <a:srgbClr val="000000"/>
              </a:solidFill>
              <a:latin typeface="Arial"/>
              <a:ea typeface="Arial"/>
              <a:cs typeface="Arial"/>
              <a:sym typeface="Arial"/>
            </a:endParaRPr>
          </a:p>
        </p:txBody>
      </p:sp>
      <p:sp>
        <p:nvSpPr>
          <p:cNvPr id="559" name="Google Shape;559;p7"/>
          <p:cNvSpPr/>
          <p:nvPr/>
        </p:nvSpPr>
        <p:spPr>
          <a:xfrm>
            <a:off x="7086600" y="1752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25</a:t>
            </a:r>
            <a:endParaRPr b="0" i="0" sz="800" u="none" cap="none" strike="noStrike">
              <a:solidFill>
                <a:srgbClr val="000000"/>
              </a:solidFill>
              <a:latin typeface="Arial"/>
              <a:ea typeface="Arial"/>
              <a:cs typeface="Arial"/>
              <a:sym typeface="Arial"/>
            </a:endParaRPr>
          </a:p>
        </p:txBody>
      </p:sp>
      <p:sp>
        <p:nvSpPr>
          <p:cNvPr id="560" name="Google Shape;560;p7"/>
          <p:cNvSpPr/>
          <p:nvPr/>
        </p:nvSpPr>
        <p:spPr>
          <a:xfrm>
            <a:off x="1600200" y="990600"/>
            <a:ext cx="15255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int **p</a:t>
            </a:r>
            <a:endParaRPr b="0" i="0" sz="1400" u="none" cap="none" strike="noStrike">
              <a:solidFill>
                <a:srgbClr val="000000"/>
              </a:solidFill>
              <a:latin typeface="Arial"/>
              <a:ea typeface="Arial"/>
              <a:cs typeface="Arial"/>
              <a:sym typeface="Arial"/>
            </a:endParaRPr>
          </a:p>
        </p:txBody>
      </p:sp>
      <p:cxnSp>
        <p:nvCxnSpPr>
          <p:cNvPr id="561" name="Google Shape;561;p7"/>
          <p:cNvCxnSpPr/>
          <p:nvPr/>
        </p:nvCxnSpPr>
        <p:spPr>
          <a:xfrm rot="5400000">
            <a:off x="1600993" y="1675606"/>
            <a:ext cx="457200" cy="1587"/>
          </a:xfrm>
          <a:prstGeom prst="straightConnector1">
            <a:avLst/>
          </a:prstGeom>
          <a:noFill/>
          <a:ln cap="flat" cmpd="sng" w="38100">
            <a:solidFill>
              <a:srgbClr val="DD8443"/>
            </a:solidFill>
            <a:prstDash val="solid"/>
            <a:miter lim="800000"/>
            <a:headEnd len="sm" w="sm" type="none"/>
            <a:tailEnd len="med" w="med" type="stealth"/>
          </a:ln>
        </p:spPr>
      </p:cxnSp>
      <p:sp>
        <p:nvSpPr>
          <p:cNvPr id="562" name="Google Shape;562;p7"/>
          <p:cNvSpPr/>
          <p:nvPr/>
        </p:nvSpPr>
        <p:spPr>
          <a:xfrm>
            <a:off x="16002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0B</a:t>
            </a:r>
            <a:endParaRPr b="0" i="0" sz="300" u="none" cap="none" strike="noStrike">
              <a:solidFill>
                <a:srgbClr val="000000"/>
              </a:solidFill>
              <a:latin typeface="Arial"/>
              <a:ea typeface="Arial"/>
              <a:cs typeface="Arial"/>
              <a:sym typeface="Arial"/>
            </a:endParaRPr>
          </a:p>
        </p:txBody>
      </p:sp>
      <p:sp>
        <p:nvSpPr>
          <p:cNvPr id="563" name="Google Shape;563;p7"/>
          <p:cNvSpPr/>
          <p:nvPr/>
        </p:nvSpPr>
        <p:spPr>
          <a:xfrm>
            <a:off x="20574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00</a:t>
            </a:r>
            <a:endParaRPr b="0" i="0" sz="300" u="none" cap="none" strike="noStrike">
              <a:solidFill>
                <a:srgbClr val="000000"/>
              </a:solidFill>
              <a:latin typeface="Arial"/>
              <a:ea typeface="Arial"/>
              <a:cs typeface="Arial"/>
              <a:sym typeface="Arial"/>
            </a:endParaRPr>
          </a:p>
        </p:txBody>
      </p:sp>
      <p:sp>
        <p:nvSpPr>
          <p:cNvPr id="564" name="Google Shape;564;p7"/>
          <p:cNvSpPr/>
          <p:nvPr/>
        </p:nvSpPr>
        <p:spPr>
          <a:xfrm>
            <a:off x="25146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00</a:t>
            </a:r>
            <a:endParaRPr b="0" i="0" sz="300" u="none" cap="none" strike="noStrike">
              <a:solidFill>
                <a:srgbClr val="000000"/>
              </a:solidFill>
              <a:latin typeface="Arial"/>
              <a:ea typeface="Arial"/>
              <a:cs typeface="Arial"/>
              <a:sym typeface="Arial"/>
            </a:endParaRPr>
          </a:p>
        </p:txBody>
      </p:sp>
      <p:sp>
        <p:nvSpPr>
          <p:cNvPr id="565" name="Google Shape;565;p7"/>
          <p:cNvSpPr/>
          <p:nvPr/>
        </p:nvSpPr>
        <p:spPr>
          <a:xfrm>
            <a:off x="29718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00</a:t>
            </a:r>
            <a:endParaRPr b="0" i="0" sz="300" u="none" cap="none" strike="noStrike">
              <a:solidFill>
                <a:srgbClr val="000000"/>
              </a:solidFill>
              <a:latin typeface="Arial"/>
              <a:ea typeface="Arial"/>
              <a:cs typeface="Arial"/>
              <a:sym typeface="Arial"/>
            </a:endParaRPr>
          </a:p>
        </p:txBody>
      </p:sp>
      <p:sp>
        <p:nvSpPr>
          <p:cNvPr id="566" name="Google Shape;566;p7"/>
          <p:cNvSpPr/>
          <p:nvPr/>
        </p:nvSpPr>
        <p:spPr>
          <a:xfrm>
            <a:off x="1600200" y="21336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7" name="Google Shape;567;p7"/>
          <p:cNvSpPr/>
          <p:nvPr/>
        </p:nvSpPr>
        <p:spPr>
          <a:xfrm>
            <a:off x="16002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N</a:t>
            </a:r>
            <a:endParaRPr b="0" i="0" sz="1400" u="none" cap="none" strike="noStrike">
              <a:solidFill>
                <a:srgbClr val="000000"/>
              </a:solidFill>
              <a:latin typeface="Arial"/>
              <a:ea typeface="Arial"/>
              <a:cs typeface="Arial"/>
              <a:sym typeface="Arial"/>
            </a:endParaRPr>
          </a:p>
        </p:txBody>
      </p:sp>
      <p:sp>
        <p:nvSpPr>
          <p:cNvPr id="568" name="Google Shape;568;p7"/>
          <p:cNvSpPr/>
          <p:nvPr/>
        </p:nvSpPr>
        <p:spPr>
          <a:xfrm>
            <a:off x="20574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U</a:t>
            </a:r>
            <a:endParaRPr b="0" i="0" sz="1400" u="none" cap="none" strike="noStrike">
              <a:solidFill>
                <a:srgbClr val="000000"/>
              </a:solidFill>
              <a:latin typeface="Arial"/>
              <a:ea typeface="Arial"/>
              <a:cs typeface="Arial"/>
              <a:sym typeface="Arial"/>
            </a:endParaRPr>
          </a:p>
        </p:txBody>
      </p:sp>
      <p:sp>
        <p:nvSpPr>
          <p:cNvPr id="569" name="Google Shape;569;p7"/>
          <p:cNvSpPr/>
          <p:nvPr/>
        </p:nvSpPr>
        <p:spPr>
          <a:xfrm>
            <a:off x="25146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L</a:t>
            </a:r>
            <a:endParaRPr b="0" i="0" sz="1400" u="none" cap="none" strike="noStrike">
              <a:solidFill>
                <a:srgbClr val="000000"/>
              </a:solidFill>
              <a:latin typeface="Arial"/>
              <a:ea typeface="Arial"/>
              <a:cs typeface="Arial"/>
              <a:sym typeface="Arial"/>
            </a:endParaRPr>
          </a:p>
        </p:txBody>
      </p:sp>
      <p:sp>
        <p:nvSpPr>
          <p:cNvPr id="570" name="Google Shape;570;p7"/>
          <p:cNvSpPr/>
          <p:nvPr/>
        </p:nvSpPr>
        <p:spPr>
          <a:xfrm>
            <a:off x="29718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L</a:t>
            </a:r>
            <a:endParaRPr b="0" i="0" sz="1400" u="none" cap="none" strike="noStrike">
              <a:solidFill>
                <a:srgbClr val="000000"/>
              </a:solidFill>
              <a:latin typeface="Arial"/>
              <a:ea typeface="Arial"/>
              <a:cs typeface="Arial"/>
              <a:sym typeface="Arial"/>
            </a:endParaRPr>
          </a:p>
        </p:txBody>
      </p:sp>
      <p:sp>
        <p:nvSpPr>
          <p:cNvPr id="571" name="Google Shape;571;p7"/>
          <p:cNvSpPr/>
          <p:nvPr/>
        </p:nvSpPr>
        <p:spPr>
          <a:xfrm>
            <a:off x="1600200" y="53340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2" name="Google Shape;572;p7"/>
          <p:cNvSpPr/>
          <p:nvPr/>
        </p:nvSpPr>
        <p:spPr>
          <a:xfrm>
            <a:off x="34290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02</a:t>
            </a:r>
            <a:endParaRPr b="0" i="0" sz="300" u="none" cap="none" strike="noStrike">
              <a:solidFill>
                <a:srgbClr val="000000"/>
              </a:solidFill>
              <a:latin typeface="Arial"/>
              <a:ea typeface="Arial"/>
              <a:cs typeface="Arial"/>
              <a:sym typeface="Arial"/>
            </a:endParaRPr>
          </a:p>
        </p:txBody>
      </p:sp>
      <p:sp>
        <p:nvSpPr>
          <p:cNvPr id="573" name="Google Shape;573;p7"/>
          <p:cNvSpPr/>
          <p:nvPr/>
        </p:nvSpPr>
        <p:spPr>
          <a:xfrm>
            <a:off x="38862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00</a:t>
            </a:r>
            <a:endParaRPr b="0" i="0" sz="300" u="none" cap="none" strike="noStrike">
              <a:solidFill>
                <a:srgbClr val="000000"/>
              </a:solidFill>
              <a:latin typeface="Arial"/>
              <a:ea typeface="Arial"/>
              <a:cs typeface="Arial"/>
              <a:sym typeface="Arial"/>
            </a:endParaRPr>
          </a:p>
        </p:txBody>
      </p:sp>
      <p:sp>
        <p:nvSpPr>
          <p:cNvPr id="574" name="Google Shape;574;p7"/>
          <p:cNvSpPr/>
          <p:nvPr/>
        </p:nvSpPr>
        <p:spPr>
          <a:xfrm>
            <a:off x="43434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00</a:t>
            </a:r>
            <a:endParaRPr b="0" i="0" sz="300" u="none" cap="none" strike="noStrike">
              <a:solidFill>
                <a:srgbClr val="000000"/>
              </a:solidFill>
              <a:latin typeface="Arial"/>
              <a:ea typeface="Arial"/>
              <a:cs typeface="Arial"/>
              <a:sym typeface="Arial"/>
            </a:endParaRPr>
          </a:p>
        </p:txBody>
      </p:sp>
      <p:sp>
        <p:nvSpPr>
          <p:cNvPr id="575" name="Google Shape;575;p7"/>
          <p:cNvSpPr/>
          <p:nvPr/>
        </p:nvSpPr>
        <p:spPr>
          <a:xfrm>
            <a:off x="4800600" y="2209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00</a:t>
            </a:r>
            <a:endParaRPr b="0" i="0" sz="300" u="none" cap="none" strike="noStrike">
              <a:solidFill>
                <a:srgbClr val="000000"/>
              </a:solidFill>
              <a:latin typeface="Arial"/>
              <a:ea typeface="Arial"/>
              <a:cs typeface="Arial"/>
              <a:sym typeface="Arial"/>
            </a:endParaRPr>
          </a:p>
        </p:txBody>
      </p:sp>
      <p:sp>
        <p:nvSpPr>
          <p:cNvPr id="576" name="Google Shape;576;p7"/>
          <p:cNvSpPr/>
          <p:nvPr/>
        </p:nvSpPr>
        <p:spPr>
          <a:xfrm>
            <a:off x="3429000" y="21336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7" name="Google Shape;577;p7"/>
          <p:cNvSpPr/>
          <p:nvPr/>
        </p:nvSpPr>
        <p:spPr>
          <a:xfrm>
            <a:off x="3429000" y="990600"/>
            <a:ext cx="13716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int n</a:t>
            </a:r>
            <a:endParaRPr b="0" i="0" sz="1400" u="none" cap="none" strike="noStrike">
              <a:solidFill>
                <a:srgbClr val="000000"/>
              </a:solidFill>
              <a:latin typeface="Arial"/>
              <a:ea typeface="Arial"/>
              <a:cs typeface="Arial"/>
              <a:sym typeface="Arial"/>
            </a:endParaRPr>
          </a:p>
        </p:txBody>
      </p:sp>
      <p:cxnSp>
        <p:nvCxnSpPr>
          <p:cNvPr id="578" name="Google Shape;578;p7"/>
          <p:cNvCxnSpPr/>
          <p:nvPr/>
        </p:nvCxnSpPr>
        <p:spPr>
          <a:xfrm rot="5400000">
            <a:off x="3429793" y="1675606"/>
            <a:ext cx="457200" cy="1587"/>
          </a:xfrm>
          <a:prstGeom prst="straightConnector1">
            <a:avLst/>
          </a:prstGeom>
          <a:noFill/>
          <a:ln cap="flat" cmpd="sng" w="38100">
            <a:solidFill>
              <a:srgbClr val="DD8443"/>
            </a:solidFill>
            <a:prstDash val="solid"/>
            <a:miter lim="800000"/>
            <a:headEnd len="sm" w="sm" type="none"/>
            <a:tailEnd len="med" w="med" type="stealth"/>
          </a:ln>
        </p:spPr>
      </p:cxnSp>
      <p:sp>
        <p:nvSpPr>
          <p:cNvPr id="579" name="Google Shape;579;p7"/>
          <p:cNvSpPr/>
          <p:nvPr/>
        </p:nvSpPr>
        <p:spPr>
          <a:xfrm>
            <a:off x="5715000" y="2133600"/>
            <a:ext cx="23622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0" name="Google Shape;580;p7"/>
          <p:cNvSpPr/>
          <p:nvPr/>
        </p:nvSpPr>
        <p:spPr>
          <a:xfrm>
            <a:off x="16002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22</a:t>
            </a:r>
            <a:endParaRPr b="0" i="0" sz="300" u="none" cap="none" strike="noStrike">
              <a:solidFill>
                <a:srgbClr val="000000"/>
              </a:solidFill>
              <a:latin typeface="Arial"/>
              <a:ea typeface="Arial"/>
              <a:cs typeface="Arial"/>
              <a:sym typeface="Arial"/>
            </a:endParaRPr>
          </a:p>
        </p:txBody>
      </p:sp>
      <p:sp>
        <p:nvSpPr>
          <p:cNvPr id="581" name="Google Shape;581;p7"/>
          <p:cNvSpPr/>
          <p:nvPr/>
        </p:nvSpPr>
        <p:spPr>
          <a:xfrm>
            <a:off x="20574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00</a:t>
            </a:r>
            <a:endParaRPr b="0" i="0" sz="300" u="none" cap="none" strike="noStrike">
              <a:solidFill>
                <a:srgbClr val="000000"/>
              </a:solidFill>
              <a:latin typeface="Arial"/>
              <a:ea typeface="Arial"/>
              <a:cs typeface="Arial"/>
              <a:sym typeface="Arial"/>
            </a:endParaRPr>
          </a:p>
        </p:txBody>
      </p:sp>
      <p:sp>
        <p:nvSpPr>
          <p:cNvPr id="582" name="Google Shape;582;p7"/>
          <p:cNvSpPr/>
          <p:nvPr/>
        </p:nvSpPr>
        <p:spPr>
          <a:xfrm>
            <a:off x="25146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00</a:t>
            </a:r>
            <a:endParaRPr b="0" i="0" sz="300" u="none" cap="none" strike="noStrike">
              <a:solidFill>
                <a:srgbClr val="000000"/>
              </a:solidFill>
              <a:latin typeface="Arial"/>
              <a:ea typeface="Arial"/>
              <a:cs typeface="Arial"/>
              <a:sym typeface="Arial"/>
            </a:endParaRPr>
          </a:p>
        </p:txBody>
      </p:sp>
      <p:sp>
        <p:nvSpPr>
          <p:cNvPr id="583" name="Google Shape;583;p7"/>
          <p:cNvSpPr/>
          <p:nvPr/>
        </p:nvSpPr>
        <p:spPr>
          <a:xfrm>
            <a:off x="29718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300" u="none" cap="none" strike="noStrike">
                <a:solidFill>
                  <a:srgbClr val="003366"/>
                </a:solidFill>
                <a:latin typeface="Verdana"/>
                <a:ea typeface="Verdana"/>
                <a:cs typeface="Verdana"/>
                <a:sym typeface="Verdana"/>
              </a:rPr>
              <a:t>00</a:t>
            </a:r>
            <a:endParaRPr b="0" i="0" sz="300" u="none" cap="none" strike="noStrike">
              <a:solidFill>
                <a:srgbClr val="000000"/>
              </a:solidFill>
              <a:latin typeface="Arial"/>
              <a:ea typeface="Arial"/>
              <a:cs typeface="Arial"/>
              <a:sym typeface="Arial"/>
            </a:endParaRPr>
          </a:p>
        </p:txBody>
      </p:sp>
      <p:cxnSp>
        <p:nvCxnSpPr>
          <p:cNvPr id="584" name="Google Shape;584;p7"/>
          <p:cNvCxnSpPr/>
          <p:nvPr/>
        </p:nvCxnSpPr>
        <p:spPr>
          <a:xfrm rot="5400000">
            <a:off x="1639093" y="2932906"/>
            <a:ext cx="381000" cy="1587"/>
          </a:xfrm>
          <a:prstGeom prst="straightConnector1">
            <a:avLst/>
          </a:prstGeom>
          <a:noFill/>
          <a:ln cap="flat" cmpd="sng" w="38100">
            <a:solidFill>
              <a:srgbClr val="DD8443"/>
            </a:solidFill>
            <a:prstDash val="solid"/>
            <a:miter lim="800000"/>
            <a:headEnd len="sm" w="sm" type="none"/>
            <a:tailEnd len="sm" w="sm" type="none"/>
          </a:ln>
        </p:spPr>
      </p:cxnSp>
      <p:cxnSp>
        <p:nvCxnSpPr>
          <p:cNvPr id="585" name="Google Shape;585;p7"/>
          <p:cNvCxnSpPr/>
          <p:nvPr/>
        </p:nvCxnSpPr>
        <p:spPr>
          <a:xfrm>
            <a:off x="609600" y="3124200"/>
            <a:ext cx="1219200" cy="1587"/>
          </a:xfrm>
          <a:prstGeom prst="straightConnector1">
            <a:avLst/>
          </a:prstGeom>
          <a:noFill/>
          <a:ln cap="flat" cmpd="sng" w="38100">
            <a:solidFill>
              <a:srgbClr val="DD8443"/>
            </a:solidFill>
            <a:prstDash val="solid"/>
            <a:miter lim="800000"/>
            <a:headEnd len="sm" w="sm" type="none"/>
            <a:tailEnd len="sm" w="sm" type="none"/>
          </a:ln>
        </p:spPr>
      </p:cxnSp>
      <p:cxnSp>
        <p:nvCxnSpPr>
          <p:cNvPr id="586" name="Google Shape;586;p7"/>
          <p:cNvCxnSpPr/>
          <p:nvPr/>
        </p:nvCxnSpPr>
        <p:spPr>
          <a:xfrm rot="-5400000">
            <a:off x="1562893" y="4914106"/>
            <a:ext cx="381000" cy="1587"/>
          </a:xfrm>
          <a:prstGeom prst="straightConnector1">
            <a:avLst/>
          </a:prstGeom>
          <a:noFill/>
          <a:ln cap="flat" cmpd="sng" w="38100">
            <a:solidFill>
              <a:srgbClr val="DD8443"/>
            </a:solidFill>
            <a:prstDash val="solid"/>
            <a:miter lim="800000"/>
            <a:headEnd len="med" w="med" type="stealth"/>
            <a:tailEnd len="sm" w="sm" type="none"/>
          </a:ln>
        </p:spPr>
      </p:cxnSp>
      <p:cxnSp>
        <p:nvCxnSpPr>
          <p:cNvPr id="587" name="Google Shape;587;p7"/>
          <p:cNvCxnSpPr/>
          <p:nvPr/>
        </p:nvCxnSpPr>
        <p:spPr>
          <a:xfrm>
            <a:off x="609600" y="4724400"/>
            <a:ext cx="1143000" cy="1587"/>
          </a:xfrm>
          <a:prstGeom prst="straightConnector1">
            <a:avLst/>
          </a:prstGeom>
          <a:noFill/>
          <a:ln cap="flat" cmpd="sng" w="38100">
            <a:solidFill>
              <a:srgbClr val="DD8443"/>
            </a:solidFill>
            <a:prstDash val="solid"/>
            <a:miter lim="800000"/>
            <a:headEnd len="sm" w="sm" type="none"/>
            <a:tailEnd len="sm" w="sm" type="none"/>
          </a:ln>
        </p:spPr>
      </p:cxnSp>
      <p:cxnSp>
        <p:nvCxnSpPr>
          <p:cNvPr id="588" name="Google Shape;588;p7"/>
          <p:cNvCxnSpPr/>
          <p:nvPr/>
        </p:nvCxnSpPr>
        <p:spPr>
          <a:xfrm rot="5400000">
            <a:off x="-190500" y="3924300"/>
            <a:ext cx="1600200" cy="3175"/>
          </a:xfrm>
          <a:prstGeom prst="straightConnector1">
            <a:avLst/>
          </a:prstGeom>
          <a:noFill/>
          <a:ln cap="flat" cmpd="sng" w="38100">
            <a:solidFill>
              <a:srgbClr val="DD8443"/>
            </a:solidFill>
            <a:prstDash val="solid"/>
            <a:miter lim="800000"/>
            <a:headEnd len="sm" w="sm" type="none"/>
            <a:tailEnd len="sm" w="sm" type="none"/>
          </a:ln>
        </p:spPr>
      </p:cxnSp>
      <p:cxnSp>
        <p:nvCxnSpPr>
          <p:cNvPr id="589" name="Google Shape;589;p7"/>
          <p:cNvCxnSpPr/>
          <p:nvPr/>
        </p:nvCxnSpPr>
        <p:spPr>
          <a:xfrm rot="5400000">
            <a:off x="1714500" y="4914900"/>
            <a:ext cx="381000" cy="3175"/>
          </a:xfrm>
          <a:prstGeom prst="straightConnector1">
            <a:avLst/>
          </a:prstGeom>
          <a:noFill/>
          <a:ln cap="flat" cmpd="sng" w="38100">
            <a:solidFill>
              <a:srgbClr val="DD8443"/>
            </a:solidFill>
            <a:prstDash val="solid"/>
            <a:miter lim="800000"/>
            <a:headEnd len="sm" w="sm" type="none"/>
            <a:tailEnd len="sm" w="sm" type="none"/>
          </a:ln>
        </p:spPr>
      </p:cxnSp>
      <p:cxnSp>
        <p:nvCxnSpPr>
          <p:cNvPr id="590" name="Google Shape;590;p7"/>
          <p:cNvCxnSpPr/>
          <p:nvPr/>
        </p:nvCxnSpPr>
        <p:spPr>
          <a:xfrm>
            <a:off x="1905000" y="4724400"/>
            <a:ext cx="4038600" cy="1500"/>
          </a:xfrm>
          <a:prstGeom prst="straightConnector1">
            <a:avLst/>
          </a:prstGeom>
          <a:noFill/>
          <a:ln cap="flat" cmpd="sng" w="38100">
            <a:solidFill>
              <a:srgbClr val="DD8443"/>
            </a:solidFill>
            <a:prstDash val="solid"/>
            <a:miter lim="800000"/>
            <a:headEnd len="sm" w="sm" type="none"/>
            <a:tailEnd len="sm" w="sm" type="none"/>
          </a:ln>
        </p:spPr>
      </p:cxnSp>
      <p:cxnSp>
        <p:nvCxnSpPr>
          <p:cNvPr id="591" name="Google Shape;591;p7"/>
          <p:cNvCxnSpPr/>
          <p:nvPr/>
        </p:nvCxnSpPr>
        <p:spPr>
          <a:xfrm rot="5400000">
            <a:off x="4953000" y="3733800"/>
            <a:ext cx="1981200" cy="3175"/>
          </a:xfrm>
          <a:prstGeom prst="straightConnector1">
            <a:avLst/>
          </a:prstGeom>
          <a:noFill/>
          <a:ln cap="flat" cmpd="sng" w="38100">
            <a:solidFill>
              <a:srgbClr val="DD8443"/>
            </a:solidFill>
            <a:prstDash val="solid"/>
            <a:miter lim="800000"/>
            <a:headEnd len="med" w="med" type="stealth"/>
            <a:tailEnd len="sm" w="sm" type="none"/>
          </a:ln>
        </p:spPr>
      </p:cxnSp>
      <p:sp>
        <p:nvSpPr>
          <p:cNvPr id="592" name="Google Shape;592;p7"/>
          <p:cNvSpPr/>
          <p:nvPr/>
        </p:nvSpPr>
        <p:spPr>
          <a:xfrm>
            <a:off x="1143000" y="3657600"/>
            <a:ext cx="4114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par>
                                <p:cTn fill="hold" nodeType="with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par>
                                <p:cTn fill="hold" nodeType="with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500"/>
                                        <p:tgtEl>
                                          <p:spTgt spid="495"/>
                                        </p:tgtEl>
                                      </p:cBhvr>
                                    </p:animEffect>
                                  </p:childTnLst>
                                </p:cTn>
                              </p:par>
                              <p:par>
                                <p:cTn fill="hold" nodeType="with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par>
                                <p:cTn fill="hold" nodeType="with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500"/>
                                        <p:tgtEl>
                                          <p:spTgt spid="497"/>
                                        </p:tgtEl>
                                      </p:cBhvr>
                                    </p:animEffect>
                                  </p:childTnLst>
                                </p:cTn>
                              </p:par>
                              <p:par>
                                <p:cTn fill="hold" nodeType="with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500"/>
                                        <p:tgtEl>
                                          <p:spTgt spid="498"/>
                                        </p:tgtEl>
                                      </p:cBhvr>
                                    </p:animEffect>
                                  </p:childTnLst>
                                </p:cTn>
                              </p:par>
                              <p:par>
                                <p:cTn fill="hold" nodeType="with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500"/>
                                        <p:tgtEl>
                                          <p:spTgt spid="499"/>
                                        </p:tgtEl>
                                      </p:cBhvr>
                                    </p:animEffect>
                                  </p:childTnLst>
                                </p:cTn>
                              </p:par>
                              <p:par>
                                <p:cTn fill="hold" nodeType="with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500"/>
                                        <p:tgtEl>
                                          <p:spTgt spid="500"/>
                                        </p:tgtEl>
                                      </p:cBhvr>
                                    </p:animEffect>
                                  </p:childTnLst>
                                </p:cTn>
                              </p:par>
                              <p:par>
                                <p:cTn fill="hold" nodeType="with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500"/>
                                        <p:tgtEl>
                                          <p:spTgt spid="504"/>
                                        </p:tgtEl>
                                      </p:cBhvr>
                                    </p:animEffect>
                                  </p:childTnLst>
                                </p:cTn>
                              </p:par>
                              <p:par>
                                <p:cTn fill="hold" nodeType="with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par>
                                <p:cTn fill="hold" nodeType="with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500"/>
                                        <p:tgtEl>
                                          <p:spTgt spid="506"/>
                                        </p:tgtEl>
                                      </p:cBhvr>
                                    </p:animEffect>
                                  </p:childTnLst>
                                </p:cTn>
                              </p:par>
                              <p:par>
                                <p:cTn fill="hold" nodeType="with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500"/>
                                        <p:tgtEl>
                                          <p:spTgt spid="507"/>
                                        </p:tgtEl>
                                      </p:cBhvr>
                                    </p:animEffect>
                                  </p:childTnLst>
                                </p:cTn>
                              </p:par>
                              <p:par>
                                <p:cTn fill="hold" nodeType="with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500"/>
                                        <p:tgtEl>
                                          <p:spTgt spid="508"/>
                                        </p:tgtEl>
                                      </p:cBhvr>
                                    </p:animEffect>
                                  </p:childTnLst>
                                </p:cTn>
                              </p:par>
                              <p:par>
                                <p:cTn fill="hold" nodeType="with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500"/>
                                        <p:tgtEl>
                                          <p:spTgt spid="509"/>
                                        </p:tgtEl>
                                      </p:cBhvr>
                                    </p:animEffect>
                                  </p:childTnLst>
                                </p:cTn>
                              </p:par>
                              <p:par>
                                <p:cTn fill="hold" nodeType="with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500"/>
                                        <p:tgtEl>
                                          <p:spTgt spid="510"/>
                                        </p:tgtEl>
                                      </p:cBhvr>
                                    </p:animEffect>
                                  </p:childTnLst>
                                </p:cTn>
                              </p:par>
                              <p:par>
                                <p:cTn fill="hold" nodeType="with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500"/>
                                        <p:tgtEl>
                                          <p:spTgt spid="511"/>
                                        </p:tgtEl>
                                      </p:cBhvr>
                                    </p:animEffect>
                                  </p:childTnLst>
                                </p:cTn>
                              </p:par>
                              <p:par>
                                <p:cTn fill="hold" nodeType="with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500"/>
                                        <p:tgtEl>
                                          <p:spTgt spid="512"/>
                                        </p:tgtEl>
                                      </p:cBhvr>
                                    </p:animEffect>
                                  </p:childTnLst>
                                </p:cTn>
                              </p:par>
                              <p:par>
                                <p:cTn fill="hold" nodeType="with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par>
                                <p:cTn fill="hold" nodeType="with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500"/>
                                        <p:tgtEl>
                                          <p:spTgt spid="514"/>
                                        </p:tgtEl>
                                      </p:cBhvr>
                                    </p:animEffect>
                                  </p:childTnLst>
                                </p:cTn>
                              </p:par>
                              <p:par>
                                <p:cTn fill="hold" nodeType="with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par>
                                <p:cTn fill="hold" nodeType="with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par>
                                <p:cTn fill="hold" nodeType="with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par>
                                <p:cTn fill="hold" nodeType="with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500"/>
                                        <p:tgtEl>
                                          <p:spTgt spid="518"/>
                                        </p:tgtEl>
                                      </p:cBhvr>
                                    </p:animEffect>
                                  </p:childTnLst>
                                </p:cTn>
                              </p:par>
                              <p:par>
                                <p:cTn fill="hold" nodeType="with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500"/>
                                        <p:tgtEl>
                                          <p:spTgt spid="519"/>
                                        </p:tgtEl>
                                      </p:cBhvr>
                                    </p:animEffect>
                                  </p:childTnLst>
                                </p:cTn>
                              </p:par>
                              <p:par>
                                <p:cTn fill="hold" nodeType="with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500"/>
                                        <p:tgtEl>
                                          <p:spTgt spid="520"/>
                                        </p:tgtEl>
                                      </p:cBhvr>
                                    </p:animEffect>
                                  </p:childTnLst>
                                </p:cTn>
                              </p:par>
                              <p:par>
                                <p:cTn fill="hold" nodeType="with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500"/>
                                        <p:tgtEl>
                                          <p:spTgt spid="521"/>
                                        </p:tgtEl>
                                      </p:cBhvr>
                                    </p:animEffect>
                                  </p:childTnLst>
                                </p:cTn>
                              </p:par>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par>
                                <p:cTn fill="hold" nodeType="with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500"/>
                                        <p:tgtEl>
                                          <p:spTgt spid="523"/>
                                        </p:tgtEl>
                                      </p:cBhvr>
                                    </p:animEffect>
                                  </p:childTnLst>
                                </p:cTn>
                              </p:par>
                              <p:par>
                                <p:cTn fill="hold" nodeType="with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500"/>
                                        <p:tgtEl>
                                          <p:spTgt spid="524"/>
                                        </p:tgtEl>
                                      </p:cBhvr>
                                    </p:animEffect>
                                  </p:childTnLst>
                                </p:cTn>
                              </p:par>
                              <p:par>
                                <p:cTn fill="hold" nodeType="with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500"/>
                                        <p:tgtEl>
                                          <p:spTgt spid="525"/>
                                        </p:tgtEl>
                                      </p:cBhvr>
                                    </p:animEffect>
                                  </p:childTnLst>
                                </p:cTn>
                              </p:par>
                              <p:par>
                                <p:cTn fill="hold" nodeType="with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500"/>
                                        <p:tgtEl>
                                          <p:spTgt spid="526"/>
                                        </p:tgtEl>
                                      </p:cBhvr>
                                    </p:animEffect>
                                  </p:childTnLst>
                                </p:cTn>
                              </p:par>
                              <p:par>
                                <p:cTn fill="hold" nodeType="withEffect" presetClass="entr" presetID="10" presetSubtype="0">
                                  <p:stCondLst>
                                    <p:cond delay="0"/>
                                  </p:stCondLst>
                                  <p:childTnLst>
                                    <p:set>
                                      <p:cBhvr>
                                        <p:cTn dur="1" fill="hold">
                                          <p:stCondLst>
                                            <p:cond delay="0"/>
                                          </p:stCondLst>
                                        </p:cTn>
                                        <p:tgtEl>
                                          <p:spTgt spid="567"/>
                                        </p:tgtEl>
                                        <p:attrNameLst>
                                          <p:attrName>style.visibility</p:attrName>
                                        </p:attrNameLst>
                                      </p:cBhvr>
                                      <p:to>
                                        <p:strVal val="visible"/>
                                      </p:to>
                                    </p:set>
                                    <p:animEffect filter="fade" transition="in">
                                      <p:cBhvr>
                                        <p:cTn dur="500"/>
                                        <p:tgtEl>
                                          <p:spTgt spid="567"/>
                                        </p:tgtEl>
                                      </p:cBhvr>
                                    </p:animEffect>
                                  </p:childTnLst>
                                </p:cTn>
                              </p:par>
                              <p:par>
                                <p:cTn fill="hold" nodeType="with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500"/>
                                        <p:tgtEl>
                                          <p:spTgt spid="568"/>
                                        </p:tgtEl>
                                      </p:cBhvr>
                                    </p:animEffect>
                                  </p:childTnLst>
                                </p:cTn>
                              </p:par>
                              <p:par>
                                <p:cTn fill="hold" nodeType="with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500"/>
                                        <p:tgtEl>
                                          <p:spTgt spid="569"/>
                                        </p:tgtEl>
                                      </p:cBhvr>
                                    </p:animEffect>
                                  </p:childTnLst>
                                </p:cTn>
                              </p:par>
                              <p:par>
                                <p:cTn fill="hold" nodeType="with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500"/>
                                        <p:tgtEl>
                                          <p:spTgt spid="570"/>
                                        </p:tgtEl>
                                      </p:cBhvr>
                                    </p:animEffect>
                                  </p:childTnLst>
                                </p:cTn>
                              </p:par>
                              <p:par>
                                <p:cTn fill="hold" nodeType="with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
                                        <p:tgtEl>
                                          <p:spTgt spid="571"/>
                                        </p:tgtEl>
                                      </p:cBhvr>
                                    </p:animEffect>
                                  </p:childTnLst>
                                </p:cTn>
                              </p:par>
                              <p:par>
                                <p:cTn fill="hold" nodeType="with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500"/>
                                        <p:tgtEl>
                                          <p:spTgt spid="50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500"/>
                                        <p:tgtEl>
                                          <p:spTgt spid="5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500"/>
                                        <p:tgtEl>
                                          <p:spTgt spid="527"/>
                                        </p:tgtEl>
                                      </p:cBhvr>
                                    </p:animEffect>
                                  </p:childTnLst>
                                </p:cTn>
                              </p:par>
                              <p:par>
                                <p:cTn fill="hold" nodeType="withEffect" presetClass="entr" presetID="10" presetSubtype="0">
                                  <p:stCondLst>
                                    <p:cond delay="0"/>
                                  </p:stCondLst>
                                  <p:childTnLst>
                                    <p:set>
                                      <p:cBhvr>
                                        <p:cTn dur="1" fill="hold">
                                          <p:stCondLst>
                                            <p:cond delay="0"/>
                                          </p:stCondLst>
                                        </p:cTn>
                                        <p:tgtEl>
                                          <p:spTgt spid="528"/>
                                        </p:tgtEl>
                                        <p:attrNameLst>
                                          <p:attrName>style.visibility</p:attrName>
                                        </p:attrNameLst>
                                      </p:cBhvr>
                                      <p:to>
                                        <p:strVal val="visible"/>
                                      </p:to>
                                    </p:set>
                                    <p:animEffect filter="fade" transition="in">
                                      <p:cBhvr>
                                        <p:cTn dur="500"/>
                                        <p:tgtEl>
                                          <p:spTgt spid="5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500"/>
                                        <p:tgtEl>
                                          <p:spTgt spid="530"/>
                                        </p:tgtEl>
                                      </p:cBhvr>
                                    </p:animEffect>
                                  </p:childTnLst>
                                </p:cTn>
                              </p:par>
                              <p:par>
                                <p:cTn fill="hold" nodeType="with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500"/>
                                        <p:tgtEl>
                                          <p:spTgt spid="531"/>
                                        </p:tgtEl>
                                      </p:cBhvr>
                                    </p:animEffect>
                                  </p:childTnLst>
                                </p:cTn>
                              </p:par>
                              <p:par>
                                <p:cTn fill="hold" nodeType="with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500"/>
                                        <p:tgtEl>
                                          <p:spTgt spid="532"/>
                                        </p:tgtEl>
                                      </p:cBhvr>
                                    </p:animEffect>
                                  </p:childTnLst>
                                </p:cTn>
                              </p:par>
                              <p:par>
                                <p:cTn fill="hold" nodeType="with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500"/>
                                        <p:tgtEl>
                                          <p:spTgt spid="533"/>
                                        </p:tgtEl>
                                      </p:cBhvr>
                                    </p:animEffect>
                                  </p:childTnLst>
                                </p:cTn>
                              </p:par>
                              <p:par>
                                <p:cTn fill="hold" nodeType="with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500"/>
                                        <p:tgtEl>
                                          <p:spTgt spid="534"/>
                                        </p:tgtEl>
                                      </p:cBhvr>
                                    </p:animEffect>
                                  </p:childTnLst>
                                </p:cTn>
                              </p:par>
                              <p:par>
                                <p:cTn fill="hold" nodeType="with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par>
                                <p:cTn fill="hold" nodeType="with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par>
                                <p:cTn fill="hold" nodeType="with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par>
                                <p:cTn fill="hold" nodeType="with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500"/>
                                        <p:tgtEl>
                                          <p:spTgt spid="538"/>
                                        </p:tgtEl>
                                      </p:cBhvr>
                                    </p:animEffect>
                                  </p:childTnLst>
                                </p:cTn>
                              </p:par>
                              <p:par>
                                <p:cTn fill="hold" nodeType="with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500"/>
                                        <p:tgtEl>
                                          <p:spTgt spid="539"/>
                                        </p:tgtEl>
                                      </p:cBhvr>
                                    </p:animEffect>
                                  </p:childTnLst>
                                </p:cTn>
                              </p:par>
                              <p:par>
                                <p:cTn fill="hold" nodeType="with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500"/>
                                        <p:tgtEl>
                                          <p:spTgt spid="540"/>
                                        </p:tgtEl>
                                      </p:cBhvr>
                                    </p:animEffect>
                                  </p:childTnLst>
                                </p:cTn>
                              </p:par>
                              <p:par>
                                <p:cTn fill="hold" nodeType="with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500"/>
                                        <p:tgtEl>
                                          <p:spTgt spid="541"/>
                                        </p:tgtEl>
                                      </p:cBhvr>
                                    </p:animEffect>
                                  </p:childTnLst>
                                </p:cTn>
                              </p:par>
                              <p:par>
                                <p:cTn fill="hold" nodeType="with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500"/>
                                        <p:tgtEl>
                                          <p:spTgt spid="542"/>
                                        </p:tgtEl>
                                      </p:cBhvr>
                                    </p:animEffect>
                                  </p:childTnLst>
                                </p:cTn>
                              </p:par>
                              <p:par>
                                <p:cTn fill="hold" nodeType="with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par>
                                <p:cTn fill="hold" nodeType="with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par>
                                <p:cTn fill="hold" nodeType="with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500"/>
                                        <p:tgtEl>
                                          <p:spTgt spid="545"/>
                                        </p:tgtEl>
                                      </p:cBhvr>
                                    </p:animEffect>
                                  </p:childTnLst>
                                </p:cTn>
                              </p:par>
                              <p:par>
                                <p:cTn fill="hold" nodeType="with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500"/>
                                        <p:tgtEl>
                                          <p:spTgt spid="546"/>
                                        </p:tgtEl>
                                      </p:cBhvr>
                                    </p:animEffect>
                                  </p:childTnLst>
                                </p:cTn>
                              </p:par>
                              <p:par>
                                <p:cTn fill="hold" nodeType="with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par>
                                <p:cTn fill="hold" nodeType="with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500"/>
                                        <p:tgtEl>
                                          <p:spTgt spid="548"/>
                                        </p:tgtEl>
                                      </p:cBhvr>
                                    </p:animEffect>
                                  </p:childTnLst>
                                </p:cTn>
                              </p:par>
                              <p:par>
                                <p:cTn fill="hold" nodeType="with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500"/>
                                        <p:tgtEl>
                                          <p:spTgt spid="549"/>
                                        </p:tgtEl>
                                      </p:cBhvr>
                                    </p:animEffect>
                                  </p:childTnLst>
                                </p:cTn>
                              </p:par>
                              <p:par>
                                <p:cTn fill="hold" nodeType="with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500"/>
                                        <p:tgtEl>
                                          <p:spTgt spid="550"/>
                                        </p:tgtEl>
                                      </p:cBhvr>
                                    </p:animEffect>
                                  </p:childTnLst>
                                </p:cTn>
                              </p:par>
                              <p:par>
                                <p:cTn fill="hold" nodeType="with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500"/>
                                        <p:tgtEl>
                                          <p:spTgt spid="551"/>
                                        </p:tgtEl>
                                      </p:cBhvr>
                                    </p:animEffect>
                                  </p:childTnLst>
                                </p:cTn>
                              </p:par>
                              <p:par>
                                <p:cTn fill="hold" nodeType="with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par>
                                <p:cTn fill="hold" nodeType="with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500"/>
                                        <p:tgtEl>
                                          <p:spTgt spid="553"/>
                                        </p:tgtEl>
                                      </p:cBhvr>
                                    </p:animEffect>
                                  </p:childTnLst>
                                </p:cTn>
                              </p:par>
                              <p:par>
                                <p:cTn fill="hold" nodeType="with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500"/>
                                        <p:tgtEl>
                                          <p:spTgt spid="554"/>
                                        </p:tgtEl>
                                      </p:cBhvr>
                                    </p:animEffect>
                                  </p:childTnLst>
                                </p:cTn>
                              </p:par>
                              <p:par>
                                <p:cTn fill="hold" nodeType="with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500"/>
                                        <p:tgtEl>
                                          <p:spTgt spid="555"/>
                                        </p:tgtEl>
                                      </p:cBhvr>
                                    </p:animEffect>
                                  </p:childTnLst>
                                </p:cTn>
                              </p:par>
                              <p:par>
                                <p:cTn fill="hold" nodeType="with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500"/>
                                        <p:tgtEl>
                                          <p:spTgt spid="556"/>
                                        </p:tgtEl>
                                      </p:cBhvr>
                                    </p:animEffect>
                                  </p:childTnLst>
                                </p:cTn>
                              </p:par>
                              <p:par>
                                <p:cTn fill="hold" nodeType="with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500"/>
                                        <p:tgtEl>
                                          <p:spTgt spid="557"/>
                                        </p:tgtEl>
                                      </p:cBhvr>
                                    </p:animEffect>
                                  </p:childTnLst>
                                </p:cTn>
                              </p:par>
                              <p:par>
                                <p:cTn fill="hold" nodeType="with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500"/>
                                        <p:tgtEl>
                                          <p:spTgt spid="558"/>
                                        </p:tgtEl>
                                      </p:cBhvr>
                                    </p:animEffect>
                                  </p:childTnLst>
                                </p:cTn>
                              </p:par>
                              <p:par>
                                <p:cTn fill="hold" nodeType="with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500"/>
                                        <p:tgtEl>
                                          <p:spTgt spid="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500"/>
                                        <p:tgtEl>
                                          <p:spTgt spid="56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60"/>
                                        </p:tgtEl>
                                        <p:attrNameLst>
                                          <p:attrName>style.visibility</p:attrName>
                                        </p:attrNameLst>
                                      </p:cBhvr>
                                      <p:to>
                                        <p:strVal val="visible"/>
                                      </p:to>
                                    </p:set>
                                    <p:animEffect filter="fade" transition="in">
                                      <p:cBhvr>
                                        <p:cTn dur="500"/>
                                        <p:tgtEl>
                                          <p:spTgt spid="5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500"/>
                                        <p:tgtEl>
                                          <p:spTgt spid="56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500"/>
                                        <p:tgtEl>
                                          <p:spTgt spid="562"/>
                                        </p:tgtEl>
                                      </p:cBhvr>
                                    </p:animEffect>
                                  </p:childTnLst>
                                </p:cTn>
                              </p:par>
                              <p:par>
                                <p:cTn fill="hold" nodeType="with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500"/>
                                        <p:tgtEl>
                                          <p:spTgt spid="563"/>
                                        </p:tgtEl>
                                      </p:cBhvr>
                                    </p:animEffect>
                                  </p:childTnLst>
                                </p:cTn>
                              </p:par>
                              <p:par>
                                <p:cTn fill="hold" nodeType="with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500"/>
                                        <p:tgtEl>
                                          <p:spTgt spid="564"/>
                                        </p:tgtEl>
                                      </p:cBhvr>
                                    </p:animEffect>
                                  </p:childTnLst>
                                </p:cTn>
                              </p:par>
                              <p:par>
                                <p:cTn fill="hold" nodeType="with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par>
                                <p:cTn fill="hold" nodeType="withEffect" presetClass="exit" presetID="10" presetSubtype="0">
                                  <p:stCondLst>
                                    <p:cond delay="0"/>
                                  </p:stCondLst>
                                  <p:childTnLst>
                                    <p:animEffect filter="fade" transition="out">
                                      <p:cBhvr>
                                        <p:cTn dur="500"/>
                                        <p:tgtEl>
                                          <p:spTgt spid="492"/>
                                        </p:tgtEl>
                                      </p:cBhvr>
                                    </p:animEffect>
                                    <p:set>
                                      <p:cBhvr>
                                        <p:cTn dur="1" fill="hold">
                                          <p:stCondLst>
                                            <p:cond delay="500"/>
                                          </p:stCondLst>
                                        </p:cTn>
                                        <p:tgtEl>
                                          <p:spTgt spid="492"/>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500"/>
                                        <p:tgtEl>
                                          <p:spTgt spid="58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500"/>
                                        <p:tgtEl>
                                          <p:spTgt spid="58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500"/>
                                        <p:tgtEl>
                                          <p:spTgt spid="586"/>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500"/>
                                        <p:tgtEl>
                                          <p:spTgt spid="576"/>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500"/>
                                        <p:tgtEl>
                                          <p:spTgt spid="572"/>
                                        </p:tgtEl>
                                      </p:cBhvr>
                                    </p:animEffect>
                                  </p:childTnLst>
                                </p:cTn>
                              </p:par>
                              <p:par>
                                <p:cTn fill="hold" nodeType="with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par>
                                <p:cTn fill="hold" nodeType="with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par>
                                <p:cTn fill="hold" nodeType="with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500"/>
                                        <p:tgtEl>
                                          <p:spTgt spid="5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par>
                                <p:cTn fill="hold" nodeType="with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par>
                                <p:cTn fill="hold" nodeType="with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par>
                                <p:cTn fill="hold" nodeType="with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500"/>
                                        <p:tgtEl>
                                          <p:spTgt spid="58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500"/>
                                        <p:tgtEl>
                                          <p:spTgt spid="5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8"/>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cấp 2</a:t>
            </a:r>
            <a:endParaRPr/>
          </a:p>
        </p:txBody>
      </p:sp>
      <p:sp>
        <p:nvSpPr>
          <p:cNvPr id="599" name="Google Shape;599;p8"/>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Lưu ý</a:t>
            </a:r>
            <a:endParaRPr/>
          </a:p>
        </p:txBody>
      </p:sp>
      <p:sp>
        <p:nvSpPr>
          <p:cNvPr id="600" name="Google Shape;600;p8"/>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601" name="Google Shape;601;p8"/>
          <p:cNvSpPr/>
          <p:nvPr/>
        </p:nvSpPr>
        <p:spPr>
          <a:xfrm>
            <a:off x="685800" y="2057400"/>
            <a:ext cx="152400" cy="40386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2" name="Google Shape;602;p8"/>
          <p:cNvSpPr txBox="1"/>
          <p:nvPr/>
        </p:nvSpPr>
        <p:spPr>
          <a:xfrm>
            <a:off x="838200" y="2057400"/>
            <a:ext cx="7315200" cy="40941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x = 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*ptr = &amp;x;			// OK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k = &amp;x; ptr = k;		// Lỗi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**ptr_to_ptr = &amp;ptr;	// OK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**ptr_to_ptr = &amp;x;		// Lỗi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**ptr_to_ptr = 12;		// OK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*ptr_to_ptr = 12;			// Lỗi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printf(“%d”, ptr_to_ptr);	// Địa chỉ ptr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printf(“%d”, *ptr_to_ptr);	// Giá trị ptr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printf(“%d”, **ptr_to_ptr);	// Giá trị x</a:t>
            </a:r>
            <a:endParaRPr b="0" i="0" sz="1400" u="none" cap="none" strike="noStrike">
              <a:solidFill>
                <a:srgbClr val="000000"/>
              </a:solidFill>
              <a:latin typeface="Arial"/>
              <a:ea typeface="Arial"/>
              <a:cs typeface="Arial"/>
              <a:sym typeface="Arial"/>
            </a:endParaRPr>
          </a:p>
        </p:txBody>
      </p:sp>
      <p:sp>
        <p:nvSpPr>
          <p:cNvPr id="603" name="Google Shape;603;p8"/>
          <p:cNvSpPr txBox="1"/>
          <p:nvPr/>
        </p:nvSpPr>
        <p:spPr>
          <a:xfrm>
            <a:off x="0" y="24384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4" name="Google Shape;604;p8"/>
          <p:cNvSpPr txBox="1"/>
          <p:nvPr/>
        </p:nvSpPr>
        <p:spPr>
          <a:xfrm>
            <a:off x="0" y="27432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5" name="Google Shape;605;p8"/>
          <p:cNvSpPr txBox="1"/>
          <p:nvPr/>
        </p:nvSpPr>
        <p:spPr>
          <a:xfrm>
            <a:off x="0" y="33528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6" name="Google Shape;606;p8"/>
          <p:cNvSpPr txBox="1"/>
          <p:nvPr/>
        </p:nvSpPr>
        <p:spPr>
          <a:xfrm>
            <a:off x="0" y="3657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7" name="Google Shape;607;p8"/>
          <p:cNvSpPr txBox="1"/>
          <p:nvPr/>
        </p:nvSpPr>
        <p:spPr>
          <a:xfrm>
            <a:off x="0" y="42672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8" name="Google Shape;608;p8"/>
          <p:cNvSpPr txBox="1"/>
          <p:nvPr/>
        </p:nvSpPr>
        <p:spPr>
          <a:xfrm>
            <a:off x="0" y="4572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9" name="Google Shape;609;p8"/>
          <p:cNvSpPr txBox="1"/>
          <p:nvPr/>
        </p:nvSpPr>
        <p:spPr>
          <a:xfrm>
            <a:off x="0" y="5181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0" name="Google Shape;610;p8"/>
          <p:cNvSpPr txBox="1"/>
          <p:nvPr/>
        </p:nvSpPr>
        <p:spPr>
          <a:xfrm>
            <a:off x="0" y="54864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1" name="Google Shape;611;p8"/>
          <p:cNvSpPr txBox="1"/>
          <p:nvPr/>
        </p:nvSpPr>
        <p:spPr>
          <a:xfrm>
            <a:off x="0" y="57912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500"/>
                                        <p:tgtEl>
                                          <p:spTgt spid="601"/>
                                        </p:tgtEl>
                                      </p:cBhvr>
                                    </p:animEffect>
                                  </p:childTnLst>
                                </p:cTn>
                              </p:par>
                              <p:par>
                                <p:cTn fill="hold" nodeType="with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500"/>
                                        <p:tgtEl>
                                          <p:spTgt spid="6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500"/>
                                        <p:tgtEl>
                                          <p:spTgt spid="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03"/>
                                        </p:tgtEl>
                                      </p:cBhvr>
                                    </p:animEffect>
                                    <p:set>
                                      <p:cBhvr>
                                        <p:cTn dur="1" fill="hold">
                                          <p:stCondLst>
                                            <p:cond delay="500"/>
                                          </p:stCondLst>
                                        </p:cTn>
                                        <p:tgtEl>
                                          <p:spTgt spid="60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500"/>
                                        <p:tgtEl>
                                          <p:spTgt spid="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04"/>
                                        </p:tgtEl>
                                      </p:cBhvr>
                                    </p:animEffect>
                                    <p:set>
                                      <p:cBhvr>
                                        <p:cTn dur="1" fill="hold">
                                          <p:stCondLst>
                                            <p:cond delay="500"/>
                                          </p:stCondLst>
                                        </p:cTn>
                                        <p:tgtEl>
                                          <p:spTgt spid="60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05"/>
                                        </p:tgtEl>
                                      </p:cBhvr>
                                    </p:animEffect>
                                    <p:set>
                                      <p:cBhvr>
                                        <p:cTn dur="1" fill="hold">
                                          <p:stCondLst>
                                            <p:cond delay="500"/>
                                          </p:stCondLst>
                                        </p:cTn>
                                        <p:tgtEl>
                                          <p:spTgt spid="60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500"/>
                                        <p:tgtEl>
                                          <p:spTgt spid="6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06"/>
                                        </p:tgtEl>
                                      </p:cBhvr>
                                    </p:animEffect>
                                    <p:set>
                                      <p:cBhvr>
                                        <p:cTn dur="1" fill="hold">
                                          <p:stCondLst>
                                            <p:cond delay="500"/>
                                          </p:stCondLst>
                                        </p:cTn>
                                        <p:tgtEl>
                                          <p:spTgt spid="60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07"/>
                                        </p:tgtEl>
                                      </p:cBhvr>
                                    </p:animEffect>
                                    <p:set>
                                      <p:cBhvr>
                                        <p:cTn dur="1" fill="hold">
                                          <p:stCondLst>
                                            <p:cond delay="500"/>
                                          </p:stCondLst>
                                        </p:cTn>
                                        <p:tgtEl>
                                          <p:spTgt spid="60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08"/>
                                        </p:tgtEl>
                                      </p:cBhvr>
                                    </p:animEffect>
                                    <p:set>
                                      <p:cBhvr>
                                        <p:cTn dur="1" fill="hold">
                                          <p:stCondLst>
                                            <p:cond delay="500"/>
                                          </p:stCondLst>
                                        </p:cTn>
                                        <p:tgtEl>
                                          <p:spTgt spid="60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500"/>
                                        <p:tgtEl>
                                          <p:spTgt spid="6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09"/>
                                        </p:tgtEl>
                                      </p:cBhvr>
                                    </p:animEffect>
                                    <p:set>
                                      <p:cBhvr>
                                        <p:cTn dur="1" fill="hold">
                                          <p:stCondLst>
                                            <p:cond delay="500"/>
                                          </p:stCondLst>
                                        </p:cTn>
                                        <p:tgtEl>
                                          <p:spTgt spid="60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500"/>
                                        <p:tgtEl>
                                          <p:spTgt spid="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10"/>
                                        </p:tgtEl>
                                      </p:cBhvr>
                                    </p:animEffect>
                                    <p:set>
                                      <p:cBhvr>
                                        <p:cTn dur="1" fill="hold">
                                          <p:stCondLst>
                                            <p:cond delay="500"/>
                                          </p:stCondLst>
                                        </p:cTn>
                                        <p:tgtEl>
                                          <p:spTgt spid="61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9"/>
          <p:cNvSpPr/>
          <p:nvPr/>
        </p:nvSpPr>
        <p:spPr>
          <a:xfrm>
            <a:off x="7010400" y="4419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618" name="Google Shape;618;p9"/>
          <p:cNvSpPr/>
          <p:nvPr/>
        </p:nvSpPr>
        <p:spPr>
          <a:xfrm>
            <a:off x="5181600" y="4419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619" name="Google Shape;619;p9"/>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và mảng 2 chiều</a:t>
            </a:r>
            <a:endParaRPr/>
          </a:p>
        </p:txBody>
      </p:sp>
      <p:sp>
        <p:nvSpPr>
          <p:cNvPr id="620" name="Google Shape;620;p9"/>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621" name="Google Shape;621;p9"/>
          <p:cNvSpPr/>
          <p:nvPr/>
        </p:nvSpPr>
        <p:spPr>
          <a:xfrm>
            <a:off x="2209800" y="2438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622" name="Google Shape;622;p9"/>
          <p:cNvSpPr/>
          <p:nvPr/>
        </p:nvSpPr>
        <p:spPr>
          <a:xfrm>
            <a:off x="2209800" y="2895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623" name="Google Shape;623;p9"/>
          <p:cNvSpPr/>
          <p:nvPr/>
        </p:nvSpPr>
        <p:spPr>
          <a:xfrm>
            <a:off x="2209800" y="33528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624" name="Google Shape;624;p9"/>
          <p:cNvSpPr/>
          <p:nvPr/>
        </p:nvSpPr>
        <p:spPr>
          <a:xfrm>
            <a:off x="685800" y="1447800"/>
            <a:ext cx="152400" cy="5334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5" name="Google Shape;625;p9"/>
          <p:cNvSpPr/>
          <p:nvPr/>
        </p:nvSpPr>
        <p:spPr>
          <a:xfrm>
            <a:off x="2667000" y="198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626" name="Google Shape;626;p9"/>
          <p:cNvSpPr/>
          <p:nvPr/>
        </p:nvSpPr>
        <p:spPr>
          <a:xfrm>
            <a:off x="3124200" y="198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627" name="Google Shape;627;p9"/>
          <p:cNvSpPr/>
          <p:nvPr/>
        </p:nvSpPr>
        <p:spPr>
          <a:xfrm>
            <a:off x="3581400" y="198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628" name="Google Shape;628;p9"/>
          <p:cNvSpPr/>
          <p:nvPr/>
        </p:nvSpPr>
        <p:spPr>
          <a:xfrm>
            <a:off x="4038600" y="198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3</a:t>
            </a:r>
            <a:endParaRPr b="0" i="0" sz="1400" u="none" cap="none" strike="noStrike">
              <a:solidFill>
                <a:srgbClr val="000000"/>
              </a:solidFill>
              <a:latin typeface="Arial"/>
              <a:ea typeface="Arial"/>
              <a:cs typeface="Arial"/>
              <a:sym typeface="Arial"/>
            </a:endParaRPr>
          </a:p>
        </p:txBody>
      </p:sp>
      <p:sp>
        <p:nvSpPr>
          <p:cNvPr id="629" name="Google Shape;629;p9"/>
          <p:cNvSpPr/>
          <p:nvPr/>
        </p:nvSpPr>
        <p:spPr>
          <a:xfrm>
            <a:off x="4495800" y="198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4</a:t>
            </a:r>
            <a:endParaRPr b="0" i="0" sz="1400" u="none" cap="none" strike="noStrike">
              <a:solidFill>
                <a:srgbClr val="000000"/>
              </a:solidFill>
              <a:latin typeface="Arial"/>
              <a:ea typeface="Arial"/>
              <a:cs typeface="Arial"/>
              <a:sym typeface="Arial"/>
            </a:endParaRPr>
          </a:p>
        </p:txBody>
      </p:sp>
      <p:sp>
        <p:nvSpPr>
          <p:cNvPr id="630" name="Google Shape;630;p9"/>
          <p:cNvSpPr/>
          <p:nvPr/>
        </p:nvSpPr>
        <p:spPr>
          <a:xfrm>
            <a:off x="5867400" y="198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7</a:t>
            </a:r>
            <a:endParaRPr b="0" i="0" sz="1400" u="none" cap="none" strike="noStrike">
              <a:solidFill>
                <a:srgbClr val="000000"/>
              </a:solidFill>
              <a:latin typeface="Arial"/>
              <a:ea typeface="Arial"/>
              <a:cs typeface="Arial"/>
              <a:sym typeface="Arial"/>
            </a:endParaRPr>
          </a:p>
        </p:txBody>
      </p:sp>
      <p:sp>
        <p:nvSpPr>
          <p:cNvPr id="631" name="Google Shape;631;p9"/>
          <p:cNvSpPr/>
          <p:nvPr/>
        </p:nvSpPr>
        <p:spPr>
          <a:xfrm>
            <a:off x="6324600" y="198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8</a:t>
            </a:r>
            <a:endParaRPr b="0" i="0" sz="1400" u="none" cap="none" strike="noStrike">
              <a:solidFill>
                <a:srgbClr val="000000"/>
              </a:solidFill>
              <a:latin typeface="Arial"/>
              <a:ea typeface="Arial"/>
              <a:cs typeface="Arial"/>
              <a:sym typeface="Arial"/>
            </a:endParaRPr>
          </a:p>
        </p:txBody>
      </p:sp>
      <p:sp>
        <p:nvSpPr>
          <p:cNvPr id="632" name="Google Shape;632;p9"/>
          <p:cNvSpPr/>
          <p:nvPr/>
        </p:nvSpPr>
        <p:spPr>
          <a:xfrm>
            <a:off x="4953000" y="198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5</a:t>
            </a:r>
            <a:endParaRPr b="0" i="0" sz="1400" u="none" cap="none" strike="noStrike">
              <a:solidFill>
                <a:srgbClr val="000000"/>
              </a:solidFill>
              <a:latin typeface="Arial"/>
              <a:ea typeface="Arial"/>
              <a:cs typeface="Arial"/>
              <a:sym typeface="Arial"/>
            </a:endParaRPr>
          </a:p>
        </p:txBody>
      </p:sp>
      <p:sp>
        <p:nvSpPr>
          <p:cNvPr id="633" name="Google Shape;633;p9"/>
          <p:cNvSpPr/>
          <p:nvPr/>
        </p:nvSpPr>
        <p:spPr>
          <a:xfrm>
            <a:off x="5410200" y="198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6</a:t>
            </a:r>
            <a:endParaRPr b="0" i="0" sz="1400" u="none" cap="none" strike="noStrike">
              <a:solidFill>
                <a:srgbClr val="000000"/>
              </a:solidFill>
              <a:latin typeface="Arial"/>
              <a:ea typeface="Arial"/>
              <a:cs typeface="Arial"/>
              <a:sym typeface="Arial"/>
            </a:endParaRPr>
          </a:p>
        </p:txBody>
      </p:sp>
      <p:sp>
        <p:nvSpPr>
          <p:cNvPr id="634" name="Google Shape;634;p9"/>
          <p:cNvSpPr/>
          <p:nvPr/>
        </p:nvSpPr>
        <p:spPr>
          <a:xfrm>
            <a:off x="6781800" y="198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9</a:t>
            </a:r>
            <a:endParaRPr b="0" i="0" sz="1400" u="none" cap="none" strike="noStrike">
              <a:solidFill>
                <a:srgbClr val="000000"/>
              </a:solidFill>
              <a:latin typeface="Arial"/>
              <a:ea typeface="Arial"/>
              <a:cs typeface="Arial"/>
              <a:sym typeface="Arial"/>
            </a:endParaRPr>
          </a:p>
        </p:txBody>
      </p:sp>
      <p:sp>
        <p:nvSpPr>
          <p:cNvPr id="635" name="Google Shape;635;p9"/>
          <p:cNvSpPr txBox="1"/>
          <p:nvPr/>
        </p:nvSpPr>
        <p:spPr>
          <a:xfrm>
            <a:off x="609600" y="2514600"/>
            <a:ext cx="18288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2000"/>
              <a:buFont typeface="Courier New"/>
              <a:buNone/>
            </a:pPr>
            <a:r>
              <a:rPr b="1" i="0" lang="en-US" sz="2000" u="none" cap="none" strike="noStrike">
                <a:solidFill>
                  <a:schemeClr val="accent2"/>
                </a:solidFill>
                <a:latin typeface="Courier New"/>
                <a:ea typeface="Courier New"/>
                <a:cs typeface="Courier New"/>
                <a:sym typeface="Courier New"/>
              </a:rPr>
              <a:t>a</a:t>
            </a:r>
            <a:endParaRPr b="0" i="0" sz="1400" u="none" cap="none" strike="noStrike">
              <a:solidFill>
                <a:srgbClr val="000000"/>
              </a:solidFill>
              <a:latin typeface="Arial"/>
              <a:ea typeface="Arial"/>
              <a:cs typeface="Arial"/>
              <a:sym typeface="Arial"/>
            </a:endParaRPr>
          </a:p>
        </p:txBody>
      </p:sp>
      <p:sp>
        <p:nvSpPr>
          <p:cNvPr id="636" name="Google Shape;636;p9"/>
          <p:cNvSpPr/>
          <p:nvPr/>
        </p:nvSpPr>
        <p:spPr>
          <a:xfrm>
            <a:off x="7239000" y="198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400" u="none" cap="none" strike="noStrike">
                <a:solidFill>
                  <a:srgbClr val="003366"/>
                </a:solidFill>
                <a:latin typeface="Verdana"/>
                <a:ea typeface="Verdana"/>
                <a:cs typeface="Verdana"/>
                <a:sym typeface="Verdana"/>
              </a:rPr>
              <a:t>10</a:t>
            </a:r>
            <a:endParaRPr b="0" i="0" sz="1000" u="none" cap="none" strike="noStrike">
              <a:solidFill>
                <a:srgbClr val="000000"/>
              </a:solidFill>
              <a:latin typeface="Arial"/>
              <a:ea typeface="Arial"/>
              <a:cs typeface="Arial"/>
              <a:sym typeface="Arial"/>
            </a:endParaRPr>
          </a:p>
        </p:txBody>
      </p:sp>
      <p:sp>
        <p:nvSpPr>
          <p:cNvPr id="637" name="Google Shape;637;p9"/>
          <p:cNvSpPr/>
          <p:nvPr/>
        </p:nvSpPr>
        <p:spPr>
          <a:xfrm>
            <a:off x="7696200" y="198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400" u="none" cap="none" strike="noStrike">
                <a:solidFill>
                  <a:srgbClr val="003366"/>
                </a:solidFill>
                <a:latin typeface="Verdana"/>
                <a:ea typeface="Verdana"/>
                <a:cs typeface="Verdana"/>
                <a:sym typeface="Verdana"/>
              </a:rPr>
              <a:t>11</a:t>
            </a:r>
            <a:endParaRPr b="0" i="0" sz="1000" u="none" cap="none" strike="noStrike">
              <a:solidFill>
                <a:srgbClr val="000000"/>
              </a:solidFill>
              <a:latin typeface="Arial"/>
              <a:ea typeface="Arial"/>
              <a:cs typeface="Arial"/>
              <a:sym typeface="Arial"/>
            </a:endParaRPr>
          </a:p>
        </p:txBody>
      </p:sp>
      <p:sp>
        <p:nvSpPr>
          <p:cNvPr id="638" name="Google Shape;638;p9"/>
          <p:cNvSpPr txBox="1"/>
          <p:nvPr/>
        </p:nvSpPr>
        <p:spPr>
          <a:xfrm>
            <a:off x="838200" y="1524000"/>
            <a:ext cx="73152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a</a:t>
            </a:r>
            <a:r>
              <a:rPr b="1" i="0" lang="en-US" sz="2000" u="none" cap="none" strike="noStrike">
                <a:solidFill>
                  <a:srgbClr val="FF0000"/>
                </a:solidFill>
                <a:latin typeface="Courier New"/>
                <a:ea typeface="Courier New"/>
                <a:cs typeface="Courier New"/>
                <a:sym typeface="Courier New"/>
              </a:rPr>
              <a:t>[</a:t>
            </a:r>
            <a:r>
              <a:rPr b="1" i="0" lang="en-US" sz="2000" u="none" cap="none" strike="noStrike">
                <a:solidFill>
                  <a:schemeClr val="dk1"/>
                </a:solidFill>
                <a:latin typeface="Courier New"/>
                <a:ea typeface="Courier New"/>
                <a:cs typeface="Courier New"/>
                <a:sym typeface="Courier New"/>
              </a:rPr>
              <a:t>3</a:t>
            </a:r>
            <a:r>
              <a:rPr b="1" i="0" lang="en-US" sz="2000" u="none" cap="none" strike="noStrike">
                <a:solidFill>
                  <a:srgbClr val="FF0000"/>
                </a:solidFill>
                <a:latin typeface="Courier New"/>
                <a:ea typeface="Courier New"/>
                <a:cs typeface="Courier New"/>
                <a:sym typeface="Courier New"/>
              </a:rPr>
              <a:t>][</a:t>
            </a:r>
            <a:r>
              <a:rPr b="1" i="0" lang="en-US" sz="2000" u="none" cap="none" strike="noStrike">
                <a:solidFill>
                  <a:schemeClr val="dk1"/>
                </a:solidFill>
                <a:latin typeface="Courier New"/>
                <a:ea typeface="Courier New"/>
                <a:cs typeface="Courier New"/>
                <a:sym typeface="Courier New"/>
              </a:rPr>
              <a:t>4</a:t>
            </a:r>
            <a:r>
              <a:rPr b="1" i="0" lang="en-US" sz="2000" u="none" cap="none" strike="noStrike">
                <a:solidFill>
                  <a:srgbClr val="FF0000"/>
                </a:solidFill>
                <a:latin typeface="Courier New"/>
                <a:ea typeface="Courier New"/>
                <a:cs typeface="Courier New"/>
                <a:sym typeface="Courier New"/>
              </a:rPr>
              <a:t>]</a:t>
            </a: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639" name="Google Shape;639;p9"/>
          <p:cNvSpPr/>
          <p:nvPr/>
        </p:nvSpPr>
        <p:spPr>
          <a:xfrm>
            <a:off x="2667000" y="24384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0" name="Google Shape;640;p9"/>
          <p:cNvSpPr/>
          <p:nvPr/>
        </p:nvSpPr>
        <p:spPr>
          <a:xfrm>
            <a:off x="3124200" y="24384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1" name="Google Shape;641;p9"/>
          <p:cNvSpPr/>
          <p:nvPr/>
        </p:nvSpPr>
        <p:spPr>
          <a:xfrm>
            <a:off x="3581400" y="24384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2" name="Google Shape;642;p9"/>
          <p:cNvSpPr/>
          <p:nvPr/>
        </p:nvSpPr>
        <p:spPr>
          <a:xfrm>
            <a:off x="4038600" y="24384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3" name="Google Shape;643;p9"/>
          <p:cNvSpPr/>
          <p:nvPr/>
        </p:nvSpPr>
        <p:spPr>
          <a:xfrm>
            <a:off x="2667000" y="2895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4" name="Google Shape;644;p9"/>
          <p:cNvSpPr/>
          <p:nvPr/>
        </p:nvSpPr>
        <p:spPr>
          <a:xfrm>
            <a:off x="4038600" y="2895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5" name="Google Shape;645;p9"/>
          <p:cNvSpPr/>
          <p:nvPr/>
        </p:nvSpPr>
        <p:spPr>
          <a:xfrm>
            <a:off x="2667000" y="3352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6" name="Google Shape;646;p9"/>
          <p:cNvSpPr/>
          <p:nvPr/>
        </p:nvSpPr>
        <p:spPr>
          <a:xfrm>
            <a:off x="3124200" y="2895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7" name="Google Shape;647;p9"/>
          <p:cNvSpPr/>
          <p:nvPr/>
        </p:nvSpPr>
        <p:spPr>
          <a:xfrm>
            <a:off x="3581400" y="2895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8" name="Google Shape;648;p9"/>
          <p:cNvSpPr/>
          <p:nvPr/>
        </p:nvSpPr>
        <p:spPr>
          <a:xfrm>
            <a:off x="3581400" y="3352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9" name="Google Shape;649;p9"/>
          <p:cNvSpPr/>
          <p:nvPr/>
        </p:nvSpPr>
        <p:spPr>
          <a:xfrm>
            <a:off x="4038600" y="3352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0" name="Google Shape;650;p9"/>
          <p:cNvSpPr/>
          <p:nvPr/>
        </p:nvSpPr>
        <p:spPr>
          <a:xfrm>
            <a:off x="3124200" y="3352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1" name="Google Shape;651;p9"/>
          <p:cNvSpPr/>
          <p:nvPr/>
        </p:nvSpPr>
        <p:spPr>
          <a:xfrm>
            <a:off x="7696200" y="3352800"/>
            <a:ext cx="6423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int</a:t>
            </a:r>
            <a:endParaRPr b="0" i="0" sz="1400" u="none" cap="none" strike="noStrike">
              <a:solidFill>
                <a:srgbClr val="000000"/>
              </a:solidFill>
              <a:latin typeface="Arial"/>
              <a:ea typeface="Arial"/>
              <a:cs typeface="Arial"/>
              <a:sym typeface="Arial"/>
            </a:endParaRPr>
          </a:p>
        </p:txBody>
      </p:sp>
      <p:cxnSp>
        <p:nvCxnSpPr>
          <p:cNvPr id="652" name="Google Shape;652;p9"/>
          <p:cNvCxnSpPr/>
          <p:nvPr/>
        </p:nvCxnSpPr>
        <p:spPr>
          <a:xfrm rot="-5400000">
            <a:off x="7658893" y="3161506"/>
            <a:ext cx="531812" cy="3175"/>
          </a:xfrm>
          <a:prstGeom prst="straightConnector1">
            <a:avLst/>
          </a:prstGeom>
          <a:noFill/>
          <a:ln cap="flat" cmpd="sng" w="38100">
            <a:solidFill>
              <a:srgbClr val="DD8443"/>
            </a:solidFill>
            <a:prstDash val="solid"/>
            <a:miter lim="800000"/>
            <a:headEnd len="sm" w="sm" type="none"/>
            <a:tailEnd len="med" w="med" type="stealth"/>
          </a:ln>
        </p:spPr>
      </p:cxnSp>
      <p:sp>
        <p:nvSpPr>
          <p:cNvPr id="653" name="Google Shape;653;p9"/>
          <p:cNvSpPr/>
          <p:nvPr/>
        </p:nvSpPr>
        <p:spPr>
          <a:xfrm>
            <a:off x="2209800" y="48768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654" name="Google Shape;654;p9"/>
          <p:cNvSpPr/>
          <p:nvPr/>
        </p:nvSpPr>
        <p:spPr>
          <a:xfrm>
            <a:off x="2209800" y="53340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655" name="Google Shape;655;p9"/>
          <p:cNvSpPr/>
          <p:nvPr/>
        </p:nvSpPr>
        <p:spPr>
          <a:xfrm>
            <a:off x="2209800" y="5791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656" name="Google Shape;656;p9"/>
          <p:cNvSpPr/>
          <p:nvPr/>
        </p:nvSpPr>
        <p:spPr>
          <a:xfrm>
            <a:off x="2667000" y="4419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657" name="Google Shape;657;p9"/>
          <p:cNvSpPr/>
          <p:nvPr/>
        </p:nvSpPr>
        <p:spPr>
          <a:xfrm>
            <a:off x="3124200" y="4419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658" name="Google Shape;658;p9"/>
          <p:cNvSpPr/>
          <p:nvPr/>
        </p:nvSpPr>
        <p:spPr>
          <a:xfrm>
            <a:off x="3581400" y="4419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659" name="Google Shape;659;p9"/>
          <p:cNvSpPr/>
          <p:nvPr/>
        </p:nvSpPr>
        <p:spPr>
          <a:xfrm>
            <a:off x="4038600" y="4419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3</a:t>
            </a:r>
            <a:endParaRPr b="0" i="0" sz="1400" u="none" cap="none" strike="noStrike">
              <a:solidFill>
                <a:srgbClr val="000000"/>
              </a:solidFill>
              <a:latin typeface="Arial"/>
              <a:ea typeface="Arial"/>
              <a:cs typeface="Arial"/>
              <a:sym typeface="Arial"/>
            </a:endParaRPr>
          </a:p>
        </p:txBody>
      </p:sp>
      <p:sp>
        <p:nvSpPr>
          <p:cNvPr id="660" name="Google Shape;660;p9"/>
          <p:cNvSpPr txBox="1"/>
          <p:nvPr/>
        </p:nvSpPr>
        <p:spPr>
          <a:xfrm>
            <a:off x="609600" y="4953000"/>
            <a:ext cx="1828800"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2000"/>
              <a:buFont typeface="Courier New"/>
              <a:buNone/>
            </a:pPr>
            <a:r>
              <a:rPr b="1" i="0" lang="en-US" sz="2000" u="none" cap="none" strike="noStrike">
                <a:solidFill>
                  <a:schemeClr val="accent2"/>
                </a:solidFill>
                <a:latin typeface="Courier New"/>
                <a:ea typeface="Courier New"/>
                <a:cs typeface="Courier New"/>
                <a:sym typeface="Courier New"/>
              </a:rPr>
              <a:t>a</a:t>
            </a:r>
            <a:endParaRPr b="0" i="0" sz="1400" u="none" cap="none" strike="noStrike">
              <a:solidFill>
                <a:srgbClr val="000000"/>
              </a:solidFill>
              <a:latin typeface="Arial"/>
              <a:ea typeface="Arial"/>
              <a:cs typeface="Arial"/>
              <a:sym typeface="Arial"/>
            </a:endParaRPr>
          </a:p>
        </p:txBody>
      </p:sp>
      <p:sp>
        <p:nvSpPr>
          <p:cNvPr id="661" name="Google Shape;661;p9"/>
          <p:cNvSpPr/>
          <p:nvPr/>
        </p:nvSpPr>
        <p:spPr>
          <a:xfrm>
            <a:off x="2667000" y="4876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2" name="Google Shape;662;p9"/>
          <p:cNvSpPr/>
          <p:nvPr/>
        </p:nvSpPr>
        <p:spPr>
          <a:xfrm>
            <a:off x="3124200" y="4876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3" name="Google Shape;663;p9"/>
          <p:cNvSpPr/>
          <p:nvPr/>
        </p:nvSpPr>
        <p:spPr>
          <a:xfrm>
            <a:off x="3581400" y="4876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4" name="Google Shape;664;p9"/>
          <p:cNvSpPr/>
          <p:nvPr/>
        </p:nvSpPr>
        <p:spPr>
          <a:xfrm>
            <a:off x="4038600" y="4876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5" name="Google Shape;665;p9"/>
          <p:cNvSpPr/>
          <p:nvPr/>
        </p:nvSpPr>
        <p:spPr>
          <a:xfrm>
            <a:off x="2667000" y="5334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6" name="Google Shape;666;p9"/>
          <p:cNvSpPr/>
          <p:nvPr/>
        </p:nvSpPr>
        <p:spPr>
          <a:xfrm>
            <a:off x="4038600" y="5334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7" name="Google Shape;667;p9"/>
          <p:cNvSpPr/>
          <p:nvPr/>
        </p:nvSpPr>
        <p:spPr>
          <a:xfrm>
            <a:off x="3124200" y="5334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8" name="Google Shape;668;p9"/>
          <p:cNvSpPr/>
          <p:nvPr/>
        </p:nvSpPr>
        <p:spPr>
          <a:xfrm>
            <a:off x="3581400" y="5334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9" name="Google Shape;669;p9"/>
          <p:cNvSpPr/>
          <p:nvPr/>
        </p:nvSpPr>
        <p:spPr>
          <a:xfrm>
            <a:off x="2667000" y="5791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0" name="Google Shape;670;p9"/>
          <p:cNvSpPr/>
          <p:nvPr/>
        </p:nvSpPr>
        <p:spPr>
          <a:xfrm>
            <a:off x="3581400" y="5791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1" name="Google Shape;671;p9"/>
          <p:cNvSpPr/>
          <p:nvPr/>
        </p:nvSpPr>
        <p:spPr>
          <a:xfrm>
            <a:off x="4038600" y="5791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2" name="Google Shape;672;p9"/>
          <p:cNvSpPr/>
          <p:nvPr/>
        </p:nvSpPr>
        <p:spPr>
          <a:xfrm>
            <a:off x="3124200" y="5791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3" name="Google Shape;673;p9"/>
          <p:cNvSpPr/>
          <p:nvPr/>
        </p:nvSpPr>
        <p:spPr>
          <a:xfrm>
            <a:off x="2667000" y="4876800"/>
            <a:ext cx="1828800" cy="4572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4" name="Google Shape;674;p9"/>
          <p:cNvSpPr/>
          <p:nvPr/>
        </p:nvSpPr>
        <p:spPr>
          <a:xfrm>
            <a:off x="2667000" y="5334000"/>
            <a:ext cx="1828800" cy="4572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5" name="Google Shape;675;p9"/>
          <p:cNvSpPr/>
          <p:nvPr/>
        </p:nvSpPr>
        <p:spPr>
          <a:xfrm>
            <a:off x="2667000" y="5791200"/>
            <a:ext cx="1828800" cy="4572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6" name="Google Shape;676;p9"/>
          <p:cNvSpPr/>
          <p:nvPr/>
        </p:nvSpPr>
        <p:spPr>
          <a:xfrm>
            <a:off x="7010400" y="5867400"/>
            <a:ext cx="11430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int[4]</a:t>
            </a:r>
            <a:endParaRPr b="0" i="0" sz="1400" u="none" cap="none" strike="noStrike">
              <a:solidFill>
                <a:srgbClr val="000000"/>
              </a:solidFill>
              <a:latin typeface="Arial"/>
              <a:ea typeface="Arial"/>
              <a:cs typeface="Arial"/>
              <a:sym typeface="Arial"/>
            </a:endParaRPr>
          </a:p>
        </p:txBody>
      </p:sp>
      <p:cxnSp>
        <p:nvCxnSpPr>
          <p:cNvPr id="677" name="Google Shape;677;p9"/>
          <p:cNvCxnSpPr/>
          <p:nvPr/>
        </p:nvCxnSpPr>
        <p:spPr>
          <a:xfrm rot="-5400000">
            <a:off x="6973093" y="5676106"/>
            <a:ext cx="531812" cy="3175"/>
          </a:xfrm>
          <a:prstGeom prst="straightConnector1">
            <a:avLst/>
          </a:prstGeom>
          <a:noFill/>
          <a:ln cap="flat" cmpd="sng" w="38100">
            <a:solidFill>
              <a:srgbClr val="DD8443"/>
            </a:solidFill>
            <a:prstDash val="solid"/>
            <a:miter lim="800000"/>
            <a:headEnd len="sm" w="sm"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500"/>
                                        <p:tgtEl>
                                          <p:spTgt spid="624"/>
                                        </p:tgtEl>
                                      </p:cBhvr>
                                    </p:animEffect>
                                  </p:childTnLst>
                                </p:cTn>
                              </p:par>
                              <p:par>
                                <p:cTn fill="hold" nodeType="with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500"/>
                                        <p:tgtEl>
                                          <p:spTgt spid="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500"/>
                                        <p:tgtEl>
                                          <p:spTgt spid="63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500"/>
                                        <p:tgtEl>
                                          <p:spTgt spid="639"/>
                                        </p:tgtEl>
                                      </p:cBhvr>
                                    </p:animEffect>
                                  </p:childTnLst>
                                </p:cTn>
                              </p:par>
                              <p:par>
                                <p:cTn fill="hold" nodeType="with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par>
                                <p:cTn fill="hold" nodeType="with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500"/>
                                        <p:tgtEl>
                                          <p:spTgt spid="641"/>
                                        </p:tgtEl>
                                      </p:cBhvr>
                                    </p:animEffect>
                                  </p:childTnLst>
                                </p:cTn>
                              </p:par>
                              <p:par>
                                <p:cTn fill="hold" nodeType="with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500"/>
                                        <p:tgtEl>
                                          <p:spTgt spid="642"/>
                                        </p:tgtEl>
                                      </p:cBhvr>
                                    </p:animEffect>
                                  </p:childTnLst>
                                </p:cTn>
                              </p:par>
                              <p:par>
                                <p:cTn fill="hold" nodeType="with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500"/>
                                        <p:tgtEl>
                                          <p:spTgt spid="643"/>
                                        </p:tgtEl>
                                      </p:cBhvr>
                                    </p:animEffect>
                                  </p:childTnLst>
                                </p:cTn>
                              </p:par>
                              <p:par>
                                <p:cTn fill="hold" nodeType="with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500"/>
                                        <p:tgtEl>
                                          <p:spTgt spid="644"/>
                                        </p:tgtEl>
                                      </p:cBhvr>
                                    </p:animEffect>
                                  </p:childTnLst>
                                </p:cTn>
                              </p:par>
                              <p:par>
                                <p:cTn fill="hold" nodeType="with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500"/>
                                        <p:tgtEl>
                                          <p:spTgt spid="645"/>
                                        </p:tgtEl>
                                      </p:cBhvr>
                                    </p:animEffect>
                                  </p:childTnLst>
                                </p:cTn>
                              </p:par>
                              <p:par>
                                <p:cTn fill="hold" nodeType="with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500"/>
                                        <p:tgtEl>
                                          <p:spTgt spid="646"/>
                                        </p:tgtEl>
                                      </p:cBhvr>
                                    </p:animEffect>
                                  </p:childTnLst>
                                </p:cTn>
                              </p:par>
                              <p:par>
                                <p:cTn fill="hold" nodeType="with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500"/>
                                        <p:tgtEl>
                                          <p:spTgt spid="647"/>
                                        </p:tgtEl>
                                      </p:cBhvr>
                                    </p:animEffect>
                                  </p:childTnLst>
                                </p:cTn>
                              </p:par>
                              <p:par>
                                <p:cTn fill="hold" nodeType="with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500"/>
                                        <p:tgtEl>
                                          <p:spTgt spid="648"/>
                                        </p:tgtEl>
                                      </p:cBhvr>
                                    </p:animEffect>
                                  </p:childTnLst>
                                </p:cTn>
                              </p:par>
                              <p:par>
                                <p:cTn fill="hold" nodeType="with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500"/>
                                        <p:tgtEl>
                                          <p:spTgt spid="649"/>
                                        </p:tgtEl>
                                      </p:cBhvr>
                                    </p:animEffect>
                                  </p:childTnLst>
                                </p:cTn>
                              </p:par>
                              <p:par>
                                <p:cTn fill="hold" nodeType="withEffect" presetClass="entr" presetID="10" presetSubtype="0">
                                  <p:stCondLst>
                                    <p:cond delay="0"/>
                                  </p:stCondLst>
                                  <p:childTnLst>
                                    <p:set>
                                      <p:cBhvr>
                                        <p:cTn dur="1" fill="hold">
                                          <p:stCondLst>
                                            <p:cond delay="0"/>
                                          </p:stCondLst>
                                        </p:cTn>
                                        <p:tgtEl>
                                          <p:spTgt spid="650"/>
                                        </p:tgtEl>
                                        <p:attrNameLst>
                                          <p:attrName>style.visibility</p:attrName>
                                        </p:attrNameLst>
                                      </p:cBhvr>
                                      <p:to>
                                        <p:strVal val="visible"/>
                                      </p:to>
                                    </p:set>
                                    <p:animEffect filter="fade" transition="in">
                                      <p:cBhvr>
                                        <p:cTn dur="500"/>
                                        <p:tgtEl>
                                          <p:spTgt spid="6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500"/>
                                        <p:tgtEl>
                                          <p:spTgt spid="621"/>
                                        </p:tgtEl>
                                      </p:cBhvr>
                                    </p:animEffect>
                                  </p:childTnLst>
                                </p:cTn>
                              </p:par>
                              <p:par>
                                <p:cTn fill="hold" nodeType="with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500"/>
                                        <p:tgtEl>
                                          <p:spTgt spid="622"/>
                                        </p:tgtEl>
                                      </p:cBhvr>
                                    </p:animEffect>
                                  </p:childTnLst>
                                </p:cTn>
                              </p:par>
                              <p:par>
                                <p:cTn fill="hold" nodeType="withEffect" presetClass="entr" presetID="10" presetSubtype="0">
                                  <p:stCondLst>
                                    <p:cond delay="0"/>
                                  </p:stCondLst>
                                  <p:childTnLst>
                                    <p:set>
                                      <p:cBhvr>
                                        <p:cTn dur="1" fill="hold">
                                          <p:stCondLst>
                                            <p:cond delay="0"/>
                                          </p:stCondLst>
                                        </p:cTn>
                                        <p:tgtEl>
                                          <p:spTgt spid="623"/>
                                        </p:tgtEl>
                                        <p:attrNameLst>
                                          <p:attrName>style.visibility</p:attrName>
                                        </p:attrNameLst>
                                      </p:cBhvr>
                                      <p:to>
                                        <p:strVal val="visible"/>
                                      </p:to>
                                    </p:set>
                                    <p:animEffect filter="fade" transition="in">
                                      <p:cBhvr>
                                        <p:cTn dur="500"/>
                                        <p:tgtEl>
                                          <p:spTgt spid="623"/>
                                        </p:tgtEl>
                                      </p:cBhvr>
                                    </p:animEffect>
                                  </p:childTnLst>
                                </p:cTn>
                              </p:par>
                              <p:par>
                                <p:cTn fill="hold" nodeType="with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500"/>
                                        <p:tgtEl>
                                          <p:spTgt spid="625"/>
                                        </p:tgtEl>
                                      </p:cBhvr>
                                    </p:animEffect>
                                  </p:childTnLst>
                                </p:cTn>
                              </p:par>
                              <p:par>
                                <p:cTn fill="hold" nodeType="with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500"/>
                                        <p:tgtEl>
                                          <p:spTgt spid="626"/>
                                        </p:tgtEl>
                                      </p:cBhvr>
                                    </p:animEffect>
                                  </p:childTnLst>
                                </p:cTn>
                              </p:par>
                              <p:par>
                                <p:cTn fill="hold" nodeType="with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500"/>
                                        <p:tgtEl>
                                          <p:spTgt spid="627"/>
                                        </p:tgtEl>
                                      </p:cBhvr>
                                    </p:animEffect>
                                  </p:childTnLst>
                                </p:cTn>
                              </p:par>
                              <p:par>
                                <p:cTn fill="hold" nodeType="with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500"/>
                                        <p:tgtEl>
                                          <p:spTgt spid="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21"/>
                                        </p:tgtEl>
                                      </p:cBhvr>
                                    </p:animEffect>
                                    <p:set>
                                      <p:cBhvr>
                                        <p:cTn dur="1" fill="hold">
                                          <p:stCondLst>
                                            <p:cond delay="500"/>
                                          </p:stCondLst>
                                        </p:cTn>
                                        <p:tgtEl>
                                          <p:spTgt spid="62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22"/>
                                        </p:tgtEl>
                                      </p:cBhvr>
                                    </p:animEffect>
                                    <p:set>
                                      <p:cBhvr>
                                        <p:cTn dur="1" fill="hold">
                                          <p:stCondLst>
                                            <p:cond delay="500"/>
                                          </p:stCondLst>
                                        </p:cTn>
                                        <p:tgtEl>
                                          <p:spTgt spid="62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23"/>
                                        </p:tgtEl>
                                      </p:cBhvr>
                                    </p:animEffect>
                                    <p:set>
                                      <p:cBhvr>
                                        <p:cTn dur="1" fill="hold">
                                          <p:stCondLst>
                                            <p:cond delay="500"/>
                                          </p:stCondLst>
                                        </p:cTn>
                                        <p:tgtEl>
                                          <p:spTgt spid="62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29"/>
                                        </p:tgtEl>
                                        <p:attrNameLst>
                                          <p:attrName>style.visibility</p:attrName>
                                        </p:attrNameLst>
                                      </p:cBhvr>
                                      <p:to>
                                        <p:strVal val="visible"/>
                                      </p:to>
                                    </p:set>
                                    <p:animEffect filter="fade" transition="in">
                                      <p:cBhvr>
                                        <p:cTn dur="500"/>
                                        <p:tgtEl>
                                          <p:spTgt spid="629"/>
                                        </p:tgtEl>
                                      </p:cBhvr>
                                    </p:animEffect>
                                  </p:childTnLst>
                                </p:cTn>
                              </p:par>
                              <p:par>
                                <p:cTn fill="hold" nodeType="with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500"/>
                                        <p:tgtEl>
                                          <p:spTgt spid="632"/>
                                        </p:tgtEl>
                                      </p:cBhvr>
                                    </p:animEffect>
                                  </p:childTnLst>
                                </p:cTn>
                              </p:par>
                              <p:par>
                                <p:cTn fill="hold" nodeType="with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500"/>
                                        <p:tgtEl>
                                          <p:spTgt spid="633"/>
                                        </p:tgtEl>
                                      </p:cBhvr>
                                    </p:animEffect>
                                  </p:childTnLst>
                                </p:cTn>
                              </p:par>
                              <p:par>
                                <p:cTn fill="hold" nodeType="with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500"/>
                                        <p:tgtEl>
                                          <p:spTgt spid="63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500"/>
                                        <p:tgtEl>
                                          <p:spTgt spid="631"/>
                                        </p:tgtEl>
                                      </p:cBhvr>
                                    </p:animEffect>
                                  </p:childTnLst>
                                </p:cTn>
                              </p:par>
                              <p:par>
                                <p:cTn fill="hold" nodeType="with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500"/>
                                        <p:tgtEl>
                                          <p:spTgt spid="634"/>
                                        </p:tgtEl>
                                      </p:cBhvr>
                                    </p:animEffect>
                                  </p:childTnLst>
                                </p:cTn>
                              </p:par>
                              <p:par>
                                <p:cTn fill="hold" nodeType="withEffect" presetClass="entr" presetID="10" presetSubtype="0">
                                  <p:stCondLst>
                                    <p:cond delay="0"/>
                                  </p:stCondLst>
                                  <p:childTnLst>
                                    <p:set>
                                      <p:cBhvr>
                                        <p:cTn dur="1" fill="hold">
                                          <p:stCondLst>
                                            <p:cond delay="0"/>
                                          </p:stCondLst>
                                        </p:cTn>
                                        <p:tgtEl>
                                          <p:spTgt spid="636"/>
                                        </p:tgtEl>
                                        <p:attrNameLst>
                                          <p:attrName>style.visibility</p:attrName>
                                        </p:attrNameLst>
                                      </p:cBhvr>
                                      <p:to>
                                        <p:strVal val="visible"/>
                                      </p:to>
                                    </p:set>
                                    <p:animEffect filter="fade" transition="in">
                                      <p:cBhvr>
                                        <p:cTn dur="500"/>
                                        <p:tgtEl>
                                          <p:spTgt spid="636"/>
                                        </p:tgtEl>
                                      </p:cBhvr>
                                    </p:animEffect>
                                  </p:childTnLst>
                                </p:cTn>
                              </p:par>
                              <p:par>
                                <p:cTn fill="hold" nodeType="with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500"/>
                                        <p:tgtEl>
                                          <p:spTgt spid="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500"/>
                                        <p:tgtEl>
                                          <p:spTgt spid="651"/>
                                        </p:tgtEl>
                                      </p:cBhvr>
                                    </p:animEffect>
                                  </p:childTnLst>
                                </p:cTn>
                              </p:par>
                              <p:par>
                                <p:cTn fill="hold" nodeType="with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500"/>
                                        <p:tgtEl>
                                          <p:spTgt spid="6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500"/>
                                        <p:tgtEl>
                                          <p:spTgt spid="66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500"/>
                                        <p:tgtEl>
                                          <p:spTgt spid="661"/>
                                        </p:tgtEl>
                                      </p:cBhvr>
                                    </p:animEffect>
                                  </p:childTnLst>
                                </p:cTn>
                              </p:par>
                              <p:par>
                                <p:cTn fill="hold" nodeType="with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500"/>
                                        <p:tgtEl>
                                          <p:spTgt spid="662"/>
                                        </p:tgtEl>
                                      </p:cBhvr>
                                    </p:animEffect>
                                  </p:childTnLst>
                                </p:cTn>
                              </p:par>
                              <p:par>
                                <p:cTn fill="hold" nodeType="with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500"/>
                                        <p:tgtEl>
                                          <p:spTgt spid="663"/>
                                        </p:tgtEl>
                                      </p:cBhvr>
                                    </p:animEffect>
                                  </p:childTnLst>
                                </p:cTn>
                              </p:par>
                              <p:par>
                                <p:cTn fill="hold" nodeType="with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500"/>
                                        <p:tgtEl>
                                          <p:spTgt spid="664"/>
                                        </p:tgtEl>
                                      </p:cBhvr>
                                    </p:animEffect>
                                  </p:childTnLst>
                                </p:cTn>
                              </p:par>
                              <p:par>
                                <p:cTn fill="hold" nodeType="with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500"/>
                                        <p:tgtEl>
                                          <p:spTgt spid="665"/>
                                        </p:tgtEl>
                                      </p:cBhvr>
                                    </p:animEffect>
                                  </p:childTnLst>
                                </p:cTn>
                              </p:par>
                              <p:par>
                                <p:cTn fill="hold" nodeType="with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500"/>
                                        <p:tgtEl>
                                          <p:spTgt spid="666"/>
                                        </p:tgtEl>
                                      </p:cBhvr>
                                    </p:animEffect>
                                  </p:childTnLst>
                                </p:cTn>
                              </p:par>
                              <p:par>
                                <p:cTn fill="hold" nodeType="with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500"/>
                                        <p:tgtEl>
                                          <p:spTgt spid="669"/>
                                        </p:tgtEl>
                                      </p:cBhvr>
                                    </p:animEffect>
                                  </p:childTnLst>
                                </p:cTn>
                              </p:par>
                              <p:par>
                                <p:cTn fill="hold" nodeType="with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500"/>
                                        <p:tgtEl>
                                          <p:spTgt spid="667"/>
                                        </p:tgtEl>
                                      </p:cBhvr>
                                    </p:animEffect>
                                  </p:childTnLst>
                                </p:cTn>
                              </p:par>
                              <p:par>
                                <p:cTn fill="hold" nodeType="with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500"/>
                                        <p:tgtEl>
                                          <p:spTgt spid="668"/>
                                        </p:tgtEl>
                                      </p:cBhvr>
                                    </p:animEffect>
                                  </p:childTnLst>
                                </p:cTn>
                              </p:par>
                              <p:par>
                                <p:cTn fill="hold" nodeType="with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500"/>
                                        <p:tgtEl>
                                          <p:spTgt spid="670"/>
                                        </p:tgtEl>
                                      </p:cBhvr>
                                    </p:animEffect>
                                  </p:childTnLst>
                                </p:cTn>
                              </p:par>
                              <p:par>
                                <p:cTn fill="hold" nodeType="with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500"/>
                                        <p:tgtEl>
                                          <p:spTgt spid="671"/>
                                        </p:tgtEl>
                                      </p:cBhvr>
                                    </p:animEffect>
                                  </p:childTnLst>
                                </p:cTn>
                              </p:par>
                              <p:par>
                                <p:cTn fill="hold" nodeType="with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500"/>
                                        <p:tgtEl>
                                          <p:spTgt spid="6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53"/>
                                        </p:tgtEl>
                                        <p:attrNameLst>
                                          <p:attrName>style.visibility</p:attrName>
                                        </p:attrNameLst>
                                      </p:cBhvr>
                                      <p:to>
                                        <p:strVal val="visible"/>
                                      </p:to>
                                    </p:set>
                                    <p:animEffect filter="fade" transition="in">
                                      <p:cBhvr>
                                        <p:cTn dur="500"/>
                                        <p:tgtEl>
                                          <p:spTgt spid="653"/>
                                        </p:tgtEl>
                                      </p:cBhvr>
                                    </p:animEffect>
                                  </p:childTnLst>
                                </p:cTn>
                              </p:par>
                              <p:par>
                                <p:cTn fill="hold" nodeType="withEffect" presetClass="entr" presetID="10" presetSubtype="0">
                                  <p:stCondLst>
                                    <p:cond delay="0"/>
                                  </p:stCondLst>
                                  <p:childTnLst>
                                    <p:set>
                                      <p:cBhvr>
                                        <p:cTn dur="1" fill="hold">
                                          <p:stCondLst>
                                            <p:cond delay="0"/>
                                          </p:stCondLst>
                                        </p:cTn>
                                        <p:tgtEl>
                                          <p:spTgt spid="654"/>
                                        </p:tgtEl>
                                        <p:attrNameLst>
                                          <p:attrName>style.visibility</p:attrName>
                                        </p:attrNameLst>
                                      </p:cBhvr>
                                      <p:to>
                                        <p:strVal val="visible"/>
                                      </p:to>
                                    </p:set>
                                    <p:animEffect filter="fade" transition="in">
                                      <p:cBhvr>
                                        <p:cTn dur="500"/>
                                        <p:tgtEl>
                                          <p:spTgt spid="654"/>
                                        </p:tgtEl>
                                      </p:cBhvr>
                                    </p:animEffect>
                                  </p:childTnLst>
                                </p:cTn>
                              </p:par>
                              <p:par>
                                <p:cTn fill="hold" nodeType="withEffect" presetClass="entr" presetID="10" presetSubtype="0">
                                  <p:stCondLst>
                                    <p:cond delay="0"/>
                                  </p:stCondLst>
                                  <p:childTnLst>
                                    <p:set>
                                      <p:cBhvr>
                                        <p:cTn dur="1" fill="hold">
                                          <p:stCondLst>
                                            <p:cond delay="0"/>
                                          </p:stCondLst>
                                        </p:cTn>
                                        <p:tgtEl>
                                          <p:spTgt spid="655"/>
                                        </p:tgtEl>
                                        <p:attrNameLst>
                                          <p:attrName>style.visibility</p:attrName>
                                        </p:attrNameLst>
                                      </p:cBhvr>
                                      <p:to>
                                        <p:strVal val="visible"/>
                                      </p:to>
                                    </p:set>
                                    <p:animEffect filter="fade" transition="in">
                                      <p:cBhvr>
                                        <p:cTn dur="500"/>
                                        <p:tgtEl>
                                          <p:spTgt spid="655"/>
                                        </p:tgtEl>
                                      </p:cBhvr>
                                    </p:animEffect>
                                  </p:childTnLst>
                                </p:cTn>
                              </p:par>
                              <p:par>
                                <p:cTn fill="hold" nodeType="with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500"/>
                                        <p:tgtEl>
                                          <p:spTgt spid="656"/>
                                        </p:tgtEl>
                                      </p:cBhvr>
                                    </p:animEffect>
                                  </p:childTnLst>
                                </p:cTn>
                              </p:par>
                              <p:par>
                                <p:cTn fill="hold" nodeType="with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par>
                                <p:cTn fill="hold" nodeType="with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500"/>
                                        <p:tgtEl>
                                          <p:spTgt spid="658"/>
                                        </p:tgtEl>
                                      </p:cBhvr>
                                    </p:animEffect>
                                  </p:childTnLst>
                                </p:cTn>
                              </p:par>
                              <p:par>
                                <p:cTn fill="hold" nodeType="with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500"/>
                                        <p:tgtEl>
                                          <p:spTgt spid="65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500"/>
                                        <p:tgtEl>
                                          <p:spTgt spid="673"/>
                                        </p:tgtEl>
                                      </p:cBhvr>
                                    </p:animEffect>
                                  </p:childTnLst>
                                </p:cTn>
                              </p:par>
                              <p:par>
                                <p:cTn fill="hold" nodeType="withEffect" presetClass="entr" presetID="10" presetSubtype="0">
                                  <p:stCondLst>
                                    <p:cond delay="0"/>
                                  </p:stCondLst>
                                  <p:childTnLst>
                                    <p:set>
                                      <p:cBhvr>
                                        <p:cTn dur="1" fill="hold">
                                          <p:stCondLst>
                                            <p:cond delay="0"/>
                                          </p:stCondLst>
                                        </p:cTn>
                                        <p:tgtEl>
                                          <p:spTgt spid="674"/>
                                        </p:tgtEl>
                                        <p:attrNameLst>
                                          <p:attrName>style.visibility</p:attrName>
                                        </p:attrNameLst>
                                      </p:cBhvr>
                                      <p:to>
                                        <p:strVal val="visible"/>
                                      </p:to>
                                    </p:set>
                                    <p:animEffect filter="fade" transition="in">
                                      <p:cBhvr>
                                        <p:cTn dur="500"/>
                                        <p:tgtEl>
                                          <p:spTgt spid="674"/>
                                        </p:tgtEl>
                                      </p:cBhvr>
                                    </p:animEffect>
                                  </p:childTnLst>
                                </p:cTn>
                              </p:par>
                              <p:par>
                                <p:cTn fill="hold" nodeType="withEffect" presetClass="entr" presetID="10" presetSubtype="0">
                                  <p:stCondLst>
                                    <p:cond delay="0"/>
                                  </p:stCondLst>
                                  <p:childTnLst>
                                    <p:set>
                                      <p:cBhvr>
                                        <p:cTn dur="1" fill="hold">
                                          <p:stCondLst>
                                            <p:cond delay="0"/>
                                          </p:stCondLst>
                                        </p:cTn>
                                        <p:tgtEl>
                                          <p:spTgt spid="675"/>
                                        </p:tgtEl>
                                        <p:attrNameLst>
                                          <p:attrName>style.visibility</p:attrName>
                                        </p:attrNameLst>
                                      </p:cBhvr>
                                      <p:to>
                                        <p:strVal val="visible"/>
                                      </p:to>
                                    </p:set>
                                    <p:animEffect filter="fade" transition="in">
                                      <p:cBhvr>
                                        <p:cTn dur="500"/>
                                        <p:tgtEl>
                                          <p:spTgt spid="6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53"/>
                                        </p:tgtEl>
                                      </p:cBhvr>
                                    </p:animEffect>
                                    <p:set>
                                      <p:cBhvr>
                                        <p:cTn dur="1" fill="hold">
                                          <p:stCondLst>
                                            <p:cond delay="500"/>
                                          </p:stCondLst>
                                        </p:cTn>
                                        <p:tgtEl>
                                          <p:spTgt spid="65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54"/>
                                        </p:tgtEl>
                                      </p:cBhvr>
                                    </p:animEffect>
                                    <p:set>
                                      <p:cBhvr>
                                        <p:cTn dur="1" fill="hold">
                                          <p:stCondLst>
                                            <p:cond delay="500"/>
                                          </p:stCondLst>
                                        </p:cTn>
                                        <p:tgtEl>
                                          <p:spTgt spid="65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55"/>
                                        </p:tgtEl>
                                      </p:cBhvr>
                                    </p:animEffect>
                                    <p:set>
                                      <p:cBhvr>
                                        <p:cTn dur="1" fill="hold">
                                          <p:stCondLst>
                                            <p:cond delay="500"/>
                                          </p:stCondLst>
                                        </p:cTn>
                                        <p:tgtEl>
                                          <p:spTgt spid="65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57"/>
                                        </p:tgtEl>
                                      </p:cBhvr>
                                    </p:animEffect>
                                    <p:set>
                                      <p:cBhvr>
                                        <p:cTn dur="1" fill="hold">
                                          <p:stCondLst>
                                            <p:cond delay="500"/>
                                          </p:stCondLst>
                                        </p:cTn>
                                        <p:tgtEl>
                                          <p:spTgt spid="65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58"/>
                                        </p:tgtEl>
                                      </p:cBhvr>
                                    </p:animEffect>
                                    <p:set>
                                      <p:cBhvr>
                                        <p:cTn dur="1" fill="hold">
                                          <p:stCondLst>
                                            <p:cond delay="500"/>
                                          </p:stCondLst>
                                        </p:cTn>
                                        <p:tgtEl>
                                          <p:spTgt spid="65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59"/>
                                        </p:tgtEl>
                                      </p:cBhvr>
                                    </p:animEffect>
                                    <p:set>
                                      <p:cBhvr>
                                        <p:cTn dur="1" fill="hold">
                                          <p:stCondLst>
                                            <p:cond delay="500"/>
                                          </p:stCondLst>
                                        </p:cTn>
                                        <p:tgtEl>
                                          <p:spTgt spid="65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500"/>
                                        <p:tgtEl>
                                          <p:spTgt spid="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500"/>
                                        <p:tgtEl>
                                          <p:spTgt spid="676"/>
                                        </p:tgtEl>
                                      </p:cBhvr>
                                    </p:animEffect>
                                  </p:childTnLst>
                                </p:cTn>
                              </p:par>
                              <p:par>
                                <p:cTn fill="hold" nodeType="withEffect" presetClass="entr" presetID="10" presetSubtype="0">
                                  <p:stCondLst>
                                    <p:cond delay="0"/>
                                  </p:stCondLst>
                                  <p:childTnLst>
                                    <p:set>
                                      <p:cBhvr>
                                        <p:cTn dur="1" fill="hold">
                                          <p:stCondLst>
                                            <p:cond delay="0"/>
                                          </p:stCondLst>
                                        </p:cTn>
                                        <p:tgtEl>
                                          <p:spTgt spid="677"/>
                                        </p:tgtEl>
                                        <p:attrNameLst>
                                          <p:attrName>style.visibility</p:attrName>
                                        </p:attrNameLst>
                                      </p:cBhvr>
                                      <p:to>
                                        <p:strVal val="visible"/>
                                      </p:to>
                                    </p:set>
                                    <p:animEffect filter="fade" transition="in">
                                      <p:cBhvr>
                                        <p:cTn dur="500"/>
                                        <p:tgtEl>
                                          <p:spTgt spid="6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10"/>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và mảng 2 chiều</a:t>
            </a:r>
            <a:endParaRPr/>
          </a:p>
        </p:txBody>
      </p:sp>
      <p:sp>
        <p:nvSpPr>
          <p:cNvPr id="684" name="Google Shape;684;p10"/>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Hướng tiếp cận 1</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Các phần tử tạo thành mảng 1 chiều</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Sử dụng con trỏ int * để duyệt mảng 1 chiều</a:t>
            </a:r>
            <a:endParaRPr/>
          </a:p>
        </p:txBody>
      </p:sp>
      <p:sp>
        <p:nvSpPr>
          <p:cNvPr id="685" name="Google Shape;685;p10"/>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686" name="Google Shape;686;p10"/>
          <p:cNvSpPr/>
          <p:nvPr/>
        </p:nvSpPr>
        <p:spPr>
          <a:xfrm>
            <a:off x="2133600" y="50101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687" name="Google Shape;687;p10"/>
          <p:cNvSpPr/>
          <p:nvPr/>
        </p:nvSpPr>
        <p:spPr>
          <a:xfrm>
            <a:off x="2590800" y="50101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688" name="Google Shape;688;p10"/>
          <p:cNvSpPr/>
          <p:nvPr/>
        </p:nvSpPr>
        <p:spPr>
          <a:xfrm>
            <a:off x="3048000" y="50101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689" name="Google Shape;689;p10"/>
          <p:cNvSpPr/>
          <p:nvPr/>
        </p:nvSpPr>
        <p:spPr>
          <a:xfrm>
            <a:off x="3505200" y="50101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3</a:t>
            </a:r>
            <a:endParaRPr b="0" i="0" sz="1400" u="none" cap="none" strike="noStrike">
              <a:solidFill>
                <a:srgbClr val="000000"/>
              </a:solidFill>
              <a:latin typeface="Arial"/>
              <a:ea typeface="Arial"/>
              <a:cs typeface="Arial"/>
              <a:sym typeface="Arial"/>
            </a:endParaRPr>
          </a:p>
        </p:txBody>
      </p:sp>
      <p:sp>
        <p:nvSpPr>
          <p:cNvPr id="690" name="Google Shape;690;p10"/>
          <p:cNvSpPr/>
          <p:nvPr/>
        </p:nvSpPr>
        <p:spPr>
          <a:xfrm>
            <a:off x="3962400" y="50101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4</a:t>
            </a:r>
            <a:endParaRPr b="0" i="0" sz="1400" u="none" cap="none" strike="noStrike">
              <a:solidFill>
                <a:srgbClr val="000000"/>
              </a:solidFill>
              <a:latin typeface="Arial"/>
              <a:ea typeface="Arial"/>
              <a:cs typeface="Arial"/>
              <a:sym typeface="Arial"/>
            </a:endParaRPr>
          </a:p>
        </p:txBody>
      </p:sp>
      <p:sp>
        <p:nvSpPr>
          <p:cNvPr id="691" name="Google Shape;691;p10"/>
          <p:cNvSpPr/>
          <p:nvPr/>
        </p:nvSpPr>
        <p:spPr>
          <a:xfrm>
            <a:off x="5334000" y="50101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7</a:t>
            </a:r>
            <a:endParaRPr b="0" i="0" sz="1400" u="none" cap="none" strike="noStrike">
              <a:solidFill>
                <a:srgbClr val="000000"/>
              </a:solidFill>
              <a:latin typeface="Arial"/>
              <a:ea typeface="Arial"/>
              <a:cs typeface="Arial"/>
              <a:sym typeface="Arial"/>
            </a:endParaRPr>
          </a:p>
        </p:txBody>
      </p:sp>
      <p:sp>
        <p:nvSpPr>
          <p:cNvPr id="692" name="Google Shape;692;p10"/>
          <p:cNvSpPr/>
          <p:nvPr/>
        </p:nvSpPr>
        <p:spPr>
          <a:xfrm>
            <a:off x="5791200" y="50101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8</a:t>
            </a:r>
            <a:endParaRPr b="0" i="0" sz="1400" u="none" cap="none" strike="noStrike">
              <a:solidFill>
                <a:srgbClr val="000000"/>
              </a:solidFill>
              <a:latin typeface="Arial"/>
              <a:ea typeface="Arial"/>
              <a:cs typeface="Arial"/>
              <a:sym typeface="Arial"/>
            </a:endParaRPr>
          </a:p>
        </p:txBody>
      </p:sp>
      <p:sp>
        <p:nvSpPr>
          <p:cNvPr id="693" name="Google Shape;693;p10"/>
          <p:cNvSpPr/>
          <p:nvPr/>
        </p:nvSpPr>
        <p:spPr>
          <a:xfrm>
            <a:off x="4419600" y="50101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5</a:t>
            </a:r>
            <a:endParaRPr b="0" i="0" sz="1400" u="none" cap="none" strike="noStrike">
              <a:solidFill>
                <a:srgbClr val="000000"/>
              </a:solidFill>
              <a:latin typeface="Arial"/>
              <a:ea typeface="Arial"/>
              <a:cs typeface="Arial"/>
              <a:sym typeface="Arial"/>
            </a:endParaRPr>
          </a:p>
        </p:txBody>
      </p:sp>
      <p:sp>
        <p:nvSpPr>
          <p:cNvPr id="694" name="Google Shape;694;p10"/>
          <p:cNvSpPr/>
          <p:nvPr/>
        </p:nvSpPr>
        <p:spPr>
          <a:xfrm>
            <a:off x="4876800" y="50101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6</a:t>
            </a:r>
            <a:endParaRPr b="0" i="0" sz="1400" u="none" cap="none" strike="noStrike">
              <a:solidFill>
                <a:srgbClr val="000000"/>
              </a:solidFill>
              <a:latin typeface="Arial"/>
              <a:ea typeface="Arial"/>
              <a:cs typeface="Arial"/>
              <a:sym typeface="Arial"/>
            </a:endParaRPr>
          </a:p>
        </p:txBody>
      </p:sp>
      <p:sp>
        <p:nvSpPr>
          <p:cNvPr id="695" name="Google Shape;695;p10"/>
          <p:cNvSpPr/>
          <p:nvPr/>
        </p:nvSpPr>
        <p:spPr>
          <a:xfrm>
            <a:off x="6248400" y="50101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9</a:t>
            </a:r>
            <a:endParaRPr b="0" i="0" sz="1400" u="none" cap="none" strike="noStrike">
              <a:solidFill>
                <a:srgbClr val="000000"/>
              </a:solidFill>
              <a:latin typeface="Arial"/>
              <a:ea typeface="Arial"/>
              <a:cs typeface="Arial"/>
              <a:sym typeface="Arial"/>
            </a:endParaRPr>
          </a:p>
        </p:txBody>
      </p:sp>
      <p:sp>
        <p:nvSpPr>
          <p:cNvPr id="696" name="Google Shape;696;p10"/>
          <p:cNvSpPr txBox="1"/>
          <p:nvPr/>
        </p:nvSpPr>
        <p:spPr>
          <a:xfrm>
            <a:off x="304800" y="5543550"/>
            <a:ext cx="21336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000"/>
              <a:buFont typeface="Courier New"/>
              <a:buNone/>
            </a:pPr>
            <a:r>
              <a:rPr b="1" i="0" lang="en-US" sz="2000" u="none" cap="none" strike="noStrike">
                <a:solidFill>
                  <a:schemeClr val="accent2"/>
                </a:solidFill>
                <a:latin typeface="Courier New"/>
                <a:ea typeface="Courier New"/>
                <a:cs typeface="Courier New"/>
                <a:sym typeface="Courier New"/>
              </a:rPr>
              <a:t>int a[3][4]</a:t>
            </a:r>
            <a:endParaRPr b="0" i="0" sz="1400" u="none" cap="none" strike="noStrike">
              <a:solidFill>
                <a:srgbClr val="000000"/>
              </a:solidFill>
              <a:latin typeface="Arial"/>
              <a:ea typeface="Arial"/>
              <a:cs typeface="Arial"/>
              <a:sym typeface="Arial"/>
            </a:endParaRPr>
          </a:p>
        </p:txBody>
      </p:sp>
      <p:sp>
        <p:nvSpPr>
          <p:cNvPr id="697" name="Google Shape;697;p10"/>
          <p:cNvSpPr/>
          <p:nvPr/>
        </p:nvSpPr>
        <p:spPr>
          <a:xfrm>
            <a:off x="6705600" y="50101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400" u="none" cap="none" strike="noStrike">
                <a:solidFill>
                  <a:srgbClr val="003366"/>
                </a:solidFill>
                <a:latin typeface="Verdana"/>
                <a:ea typeface="Verdana"/>
                <a:cs typeface="Verdana"/>
                <a:sym typeface="Verdana"/>
              </a:rPr>
              <a:t>10</a:t>
            </a:r>
            <a:endParaRPr b="0" i="0" sz="1000" u="none" cap="none" strike="noStrike">
              <a:solidFill>
                <a:srgbClr val="000000"/>
              </a:solidFill>
              <a:latin typeface="Arial"/>
              <a:ea typeface="Arial"/>
              <a:cs typeface="Arial"/>
              <a:sym typeface="Arial"/>
            </a:endParaRPr>
          </a:p>
        </p:txBody>
      </p:sp>
      <p:sp>
        <p:nvSpPr>
          <p:cNvPr id="698" name="Google Shape;698;p10"/>
          <p:cNvSpPr/>
          <p:nvPr/>
        </p:nvSpPr>
        <p:spPr>
          <a:xfrm>
            <a:off x="7162800" y="50101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400" u="none" cap="none" strike="noStrike">
                <a:solidFill>
                  <a:srgbClr val="003366"/>
                </a:solidFill>
                <a:latin typeface="Verdana"/>
                <a:ea typeface="Verdana"/>
                <a:cs typeface="Verdana"/>
                <a:sym typeface="Verdana"/>
              </a:rPr>
              <a:t>11</a:t>
            </a:r>
            <a:endParaRPr b="0" i="0" sz="1000" u="none" cap="none" strike="noStrike">
              <a:solidFill>
                <a:srgbClr val="000000"/>
              </a:solidFill>
              <a:latin typeface="Arial"/>
              <a:ea typeface="Arial"/>
              <a:cs typeface="Arial"/>
              <a:sym typeface="Arial"/>
            </a:endParaRPr>
          </a:p>
        </p:txBody>
      </p:sp>
      <p:sp>
        <p:nvSpPr>
          <p:cNvPr id="699" name="Google Shape;699;p10"/>
          <p:cNvSpPr/>
          <p:nvPr/>
        </p:nvSpPr>
        <p:spPr>
          <a:xfrm>
            <a:off x="2133600" y="54673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0" name="Google Shape;700;p10"/>
          <p:cNvSpPr/>
          <p:nvPr/>
        </p:nvSpPr>
        <p:spPr>
          <a:xfrm>
            <a:off x="2590800" y="54673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1" name="Google Shape;701;p10"/>
          <p:cNvSpPr/>
          <p:nvPr/>
        </p:nvSpPr>
        <p:spPr>
          <a:xfrm>
            <a:off x="3048000" y="54673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2" name="Google Shape;702;p10"/>
          <p:cNvSpPr/>
          <p:nvPr/>
        </p:nvSpPr>
        <p:spPr>
          <a:xfrm>
            <a:off x="3505200" y="54673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3" name="Google Shape;703;p10"/>
          <p:cNvSpPr/>
          <p:nvPr/>
        </p:nvSpPr>
        <p:spPr>
          <a:xfrm>
            <a:off x="3962400" y="54673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4" name="Google Shape;704;p10"/>
          <p:cNvSpPr/>
          <p:nvPr/>
        </p:nvSpPr>
        <p:spPr>
          <a:xfrm>
            <a:off x="4419600" y="54673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5" name="Google Shape;705;p10"/>
          <p:cNvSpPr/>
          <p:nvPr/>
        </p:nvSpPr>
        <p:spPr>
          <a:xfrm>
            <a:off x="4876800" y="54673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6" name="Google Shape;706;p10"/>
          <p:cNvSpPr/>
          <p:nvPr/>
        </p:nvSpPr>
        <p:spPr>
          <a:xfrm>
            <a:off x="5334000" y="54673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7" name="Google Shape;707;p10"/>
          <p:cNvSpPr/>
          <p:nvPr/>
        </p:nvSpPr>
        <p:spPr>
          <a:xfrm>
            <a:off x="5791200" y="54673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8" name="Google Shape;708;p10"/>
          <p:cNvSpPr/>
          <p:nvPr/>
        </p:nvSpPr>
        <p:spPr>
          <a:xfrm>
            <a:off x="6248400" y="54673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9" name="Google Shape;709;p10"/>
          <p:cNvSpPr/>
          <p:nvPr/>
        </p:nvSpPr>
        <p:spPr>
          <a:xfrm>
            <a:off x="6705600" y="54673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10" name="Google Shape;710;p10"/>
          <p:cNvSpPr/>
          <p:nvPr/>
        </p:nvSpPr>
        <p:spPr>
          <a:xfrm>
            <a:off x="7162800" y="54673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11" name="Google Shape;711;p10"/>
          <p:cNvCxnSpPr/>
          <p:nvPr/>
        </p:nvCxnSpPr>
        <p:spPr>
          <a:xfrm rot="5400000">
            <a:off x="1751806" y="4495006"/>
            <a:ext cx="1219200" cy="1587"/>
          </a:xfrm>
          <a:prstGeom prst="straightConnector1">
            <a:avLst/>
          </a:prstGeom>
          <a:noFill/>
          <a:ln cap="flat" cmpd="sng" w="38100">
            <a:solidFill>
              <a:srgbClr val="DD8443"/>
            </a:solidFill>
            <a:prstDash val="solid"/>
            <a:miter lim="800000"/>
            <a:headEnd len="sm" w="sm" type="none"/>
            <a:tailEnd len="med" w="med" type="stealth"/>
          </a:ln>
        </p:spPr>
      </p:cxnSp>
      <p:sp>
        <p:nvSpPr>
          <p:cNvPr id="712" name="Google Shape;712;p10"/>
          <p:cNvSpPr/>
          <p:nvPr/>
        </p:nvSpPr>
        <p:spPr>
          <a:xfrm>
            <a:off x="2131947" y="3427400"/>
            <a:ext cx="29643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2400"/>
              <a:buFont typeface="Verdana"/>
              <a:buNone/>
            </a:pPr>
            <a:r>
              <a:rPr b="0" i="0" lang="en-US" sz="2400" u="none" cap="none" strike="noStrike">
                <a:solidFill>
                  <a:srgbClr val="FF0000"/>
                </a:solidFill>
                <a:latin typeface="Verdana"/>
                <a:ea typeface="Verdana"/>
                <a:cs typeface="Verdana"/>
                <a:sym typeface="Verdana"/>
              </a:rPr>
              <a:t>int *p = (int *)a</a:t>
            </a:r>
            <a:endParaRPr b="0" i="0" sz="1400" u="none" cap="none" strike="noStrike">
              <a:solidFill>
                <a:srgbClr val="000000"/>
              </a:solidFill>
              <a:latin typeface="Arial"/>
              <a:ea typeface="Arial"/>
              <a:cs typeface="Arial"/>
              <a:sym typeface="Arial"/>
            </a:endParaRPr>
          </a:p>
        </p:txBody>
      </p:sp>
      <p:cxnSp>
        <p:nvCxnSpPr>
          <p:cNvPr id="713" name="Google Shape;713;p10"/>
          <p:cNvCxnSpPr/>
          <p:nvPr/>
        </p:nvCxnSpPr>
        <p:spPr>
          <a:xfrm rot="5400000">
            <a:off x="2629693" y="4912518"/>
            <a:ext cx="381000" cy="1587"/>
          </a:xfrm>
          <a:prstGeom prst="straightConnector1">
            <a:avLst/>
          </a:prstGeom>
          <a:noFill/>
          <a:ln cap="flat" cmpd="sng" w="38100">
            <a:solidFill>
              <a:srgbClr val="DD8443"/>
            </a:solidFill>
            <a:prstDash val="solid"/>
            <a:miter lim="800000"/>
            <a:headEnd len="sm" w="sm" type="none"/>
            <a:tailEnd len="med" w="med" type="stealth"/>
          </a:ln>
        </p:spPr>
      </p:cxnSp>
      <p:sp>
        <p:nvSpPr>
          <p:cNvPr id="714" name="Google Shape;714;p10"/>
          <p:cNvSpPr/>
          <p:nvPr/>
        </p:nvSpPr>
        <p:spPr>
          <a:xfrm>
            <a:off x="2667000" y="4037012"/>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cxnSp>
        <p:nvCxnSpPr>
          <p:cNvPr id="715" name="Google Shape;715;p10"/>
          <p:cNvCxnSpPr/>
          <p:nvPr/>
        </p:nvCxnSpPr>
        <p:spPr>
          <a:xfrm flipH="1" rot="-5400000">
            <a:off x="2170906" y="4074318"/>
            <a:ext cx="838200" cy="458787"/>
          </a:xfrm>
          <a:prstGeom prst="straightConnector1">
            <a:avLst/>
          </a:prstGeom>
          <a:noFill/>
          <a:ln cap="flat" cmpd="sng" w="38100">
            <a:solidFill>
              <a:srgbClr val="DD8443"/>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6"/>
                                        </p:tgtEl>
                                        <p:attrNameLst>
                                          <p:attrName>style.visibility</p:attrName>
                                        </p:attrNameLst>
                                      </p:cBhvr>
                                      <p:to>
                                        <p:strVal val="visible"/>
                                      </p:to>
                                    </p:set>
                                    <p:animEffect filter="fade" transition="in">
                                      <p:cBhvr>
                                        <p:cTn dur="500"/>
                                        <p:tgtEl>
                                          <p:spTgt spid="6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99"/>
                                        </p:tgtEl>
                                        <p:attrNameLst>
                                          <p:attrName>style.visibility</p:attrName>
                                        </p:attrNameLst>
                                      </p:cBhvr>
                                      <p:to>
                                        <p:strVal val="visible"/>
                                      </p:to>
                                    </p:set>
                                    <p:animEffect filter="fade" transition="in">
                                      <p:cBhvr>
                                        <p:cTn dur="500"/>
                                        <p:tgtEl>
                                          <p:spTgt spid="699"/>
                                        </p:tgtEl>
                                      </p:cBhvr>
                                    </p:animEffect>
                                  </p:childTnLst>
                                </p:cTn>
                              </p:par>
                              <p:par>
                                <p:cTn fill="hold" nodeType="with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500"/>
                                        <p:tgtEl>
                                          <p:spTgt spid="700"/>
                                        </p:tgtEl>
                                      </p:cBhvr>
                                    </p:animEffect>
                                  </p:childTnLst>
                                </p:cTn>
                              </p:par>
                              <p:par>
                                <p:cTn fill="hold" nodeType="withEffect" presetClass="entr" presetID="10" presetSubtype="0">
                                  <p:stCondLst>
                                    <p:cond delay="0"/>
                                  </p:stCondLst>
                                  <p:childTnLst>
                                    <p:set>
                                      <p:cBhvr>
                                        <p:cTn dur="1" fill="hold">
                                          <p:stCondLst>
                                            <p:cond delay="0"/>
                                          </p:stCondLst>
                                        </p:cTn>
                                        <p:tgtEl>
                                          <p:spTgt spid="701"/>
                                        </p:tgtEl>
                                        <p:attrNameLst>
                                          <p:attrName>style.visibility</p:attrName>
                                        </p:attrNameLst>
                                      </p:cBhvr>
                                      <p:to>
                                        <p:strVal val="visible"/>
                                      </p:to>
                                    </p:set>
                                    <p:animEffect filter="fade" transition="in">
                                      <p:cBhvr>
                                        <p:cTn dur="500"/>
                                        <p:tgtEl>
                                          <p:spTgt spid="701"/>
                                        </p:tgtEl>
                                      </p:cBhvr>
                                    </p:animEffect>
                                  </p:childTnLst>
                                </p:cTn>
                              </p:par>
                              <p:par>
                                <p:cTn fill="hold" nodeType="withEffect" presetClass="entr" presetID="10" presetSubtype="0">
                                  <p:stCondLst>
                                    <p:cond delay="0"/>
                                  </p:stCondLst>
                                  <p:childTnLst>
                                    <p:set>
                                      <p:cBhvr>
                                        <p:cTn dur="1" fill="hold">
                                          <p:stCondLst>
                                            <p:cond delay="0"/>
                                          </p:stCondLst>
                                        </p:cTn>
                                        <p:tgtEl>
                                          <p:spTgt spid="702"/>
                                        </p:tgtEl>
                                        <p:attrNameLst>
                                          <p:attrName>style.visibility</p:attrName>
                                        </p:attrNameLst>
                                      </p:cBhvr>
                                      <p:to>
                                        <p:strVal val="visible"/>
                                      </p:to>
                                    </p:set>
                                    <p:animEffect filter="fade" transition="in">
                                      <p:cBhvr>
                                        <p:cTn dur="500"/>
                                        <p:tgtEl>
                                          <p:spTgt spid="702"/>
                                        </p:tgtEl>
                                      </p:cBhvr>
                                    </p:animEffect>
                                  </p:childTnLst>
                                </p:cTn>
                              </p:par>
                              <p:par>
                                <p:cTn fill="hold" nodeType="with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500"/>
                                        <p:tgtEl>
                                          <p:spTgt spid="703"/>
                                        </p:tgtEl>
                                      </p:cBhvr>
                                    </p:animEffect>
                                  </p:childTnLst>
                                </p:cTn>
                              </p:par>
                              <p:par>
                                <p:cTn fill="hold" nodeType="with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500"/>
                                        <p:tgtEl>
                                          <p:spTgt spid="704"/>
                                        </p:tgtEl>
                                      </p:cBhvr>
                                    </p:animEffect>
                                  </p:childTnLst>
                                </p:cTn>
                              </p:par>
                              <p:par>
                                <p:cTn fill="hold" nodeType="with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500"/>
                                        <p:tgtEl>
                                          <p:spTgt spid="705"/>
                                        </p:tgtEl>
                                      </p:cBhvr>
                                    </p:animEffect>
                                  </p:childTnLst>
                                </p:cTn>
                              </p:par>
                              <p:par>
                                <p:cTn fill="hold" nodeType="with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500"/>
                                        <p:tgtEl>
                                          <p:spTgt spid="706"/>
                                        </p:tgtEl>
                                      </p:cBhvr>
                                    </p:animEffect>
                                  </p:childTnLst>
                                </p:cTn>
                              </p:par>
                              <p:par>
                                <p:cTn fill="hold" nodeType="withEffect" presetClass="entr" presetID="10" presetSubtype="0">
                                  <p:stCondLst>
                                    <p:cond delay="0"/>
                                  </p:stCondLst>
                                  <p:childTnLst>
                                    <p:set>
                                      <p:cBhvr>
                                        <p:cTn dur="1" fill="hold">
                                          <p:stCondLst>
                                            <p:cond delay="0"/>
                                          </p:stCondLst>
                                        </p:cTn>
                                        <p:tgtEl>
                                          <p:spTgt spid="707"/>
                                        </p:tgtEl>
                                        <p:attrNameLst>
                                          <p:attrName>style.visibility</p:attrName>
                                        </p:attrNameLst>
                                      </p:cBhvr>
                                      <p:to>
                                        <p:strVal val="visible"/>
                                      </p:to>
                                    </p:set>
                                    <p:animEffect filter="fade" transition="in">
                                      <p:cBhvr>
                                        <p:cTn dur="500"/>
                                        <p:tgtEl>
                                          <p:spTgt spid="707"/>
                                        </p:tgtEl>
                                      </p:cBhvr>
                                    </p:animEffect>
                                  </p:childTnLst>
                                </p:cTn>
                              </p:par>
                              <p:par>
                                <p:cTn fill="hold" nodeType="withEffect" presetClass="entr" presetID="10" presetSubtype="0">
                                  <p:stCondLst>
                                    <p:cond delay="0"/>
                                  </p:stCondLst>
                                  <p:childTnLst>
                                    <p:set>
                                      <p:cBhvr>
                                        <p:cTn dur="1" fill="hold">
                                          <p:stCondLst>
                                            <p:cond delay="0"/>
                                          </p:stCondLst>
                                        </p:cTn>
                                        <p:tgtEl>
                                          <p:spTgt spid="708"/>
                                        </p:tgtEl>
                                        <p:attrNameLst>
                                          <p:attrName>style.visibility</p:attrName>
                                        </p:attrNameLst>
                                      </p:cBhvr>
                                      <p:to>
                                        <p:strVal val="visible"/>
                                      </p:to>
                                    </p:set>
                                    <p:animEffect filter="fade" transition="in">
                                      <p:cBhvr>
                                        <p:cTn dur="500"/>
                                        <p:tgtEl>
                                          <p:spTgt spid="708"/>
                                        </p:tgtEl>
                                      </p:cBhvr>
                                    </p:animEffect>
                                  </p:childTnLst>
                                </p:cTn>
                              </p:par>
                              <p:par>
                                <p:cTn fill="hold" nodeType="withEffect" presetClass="entr" presetID="10" presetSubtype="0">
                                  <p:stCondLst>
                                    <p:cond delay="0"/>
                                  </p:stCondLst>
                                  <p:childTnLst>
                                    <p:set>
                                      <p:cBhvr>
                                        <p:cTn dur="1" fill="hold">
                                          <p:stCondLst>
                                            <p:cond delay="0"/>
                                          </p:stCondLst>
                                        </p:cTn>
                                        <p:tgtEl>
                                          <p:spTgt spid="709"/>
                                        </p:tgtEl>
                                        <p:attrNameLst>
                                          <p:attrName>style.visibility</p:attrName>
                                        </p:attrNameLst>
                                      </p:cBhvr>
                                      <p:to>
                                        <p:strVal val="visible"/>
                                      </p:to>
                                    </p:set>
                                    <p:animEffect filter="fade" transition="in">
                                      <p:cBhvr>
                                        <p:cTn dur="500"/>
                                        <p:tgtEl>
                                          <p:spTgt spid="709"/>
                                        </p:tgtEl>
                                      </p:cBhvr>
                                    </p:animEffect>
                                  </p:childTnLst>
                                </p:cTn>
                              </p:par>
                              <p:par>
                                <p:cTn fill="hold" nodeType="with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500"/>
                                        <p:tgtEl>
                                          <p:spTgt spid="710"/>
                                        </p:tgtEl>
                                      </p:cBhvr>
                                    </p:animEffect>
                                  </p:childTnLst>
                                </p:cTn>
                              </p:par>
                              <p:par>
                                <p:cTn fill="hold" nodeType="with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500"/>
                                        <p:tgtEl>
                                          <p:spTgt spid="686"/>
                                        </p:tgtEl>
                                      </p:cBhvr>
                                    </p:animEffect>
                                  </p:childTnLst>
                                </p:cTn>
                              </p:par>
                              <p:par>
                                <p:cTn fill="hold" nodeType="with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par>
                                <p:cTn fill="hold" nodeType="with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500"/>
                                        <p:tgtEl>
                                          <p:spTgt spid="688"/>
                                        </p:tgtEl>
                                      </p:cBhvr>
                                    </p:animEffect>
                                  </p:childTnLst>
                                </p:cTn>
                              </p:par>
                              <p:par>
                                <p:cTn fill="hold" nodeType="with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500"/>
                                        <p:tgtEl>
                                          <p:spTgt spid="689"/>
                                        </p:tgtEl>
                                      </p:cBhvr>
                                    </p:animEffect>
                                  </p:childTnLst>
                                </p:cTn>
                              </p:par>
                              <p:par>
                                <p:cTn fill="hold" nodeType="with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500"/>
                                        <p:tgtEl>
                                          <p:spTgt spid="690"/>
                                        </p:tgtEl>
                                      </p:cBhvr>
                                    </p:animEffect>
                                  </p:childTnLst>
                                </p:cTn>
                              </p:par>
                              <p:par>
                                <p:cTn fill="hold" nodeType="with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500"/>
                                        <p:tgtEl>
                                          <p:spTgt spid="693"/>
                                        </p:tgtEl>
                                      </p:cBhvr>
                                    </p:animEffect>
                                  </p:childTnLst>
                                </p:cTn>
                              </p:par>
                              <p:par>
                                <p:cTn fill="hold" nodeType="with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par>
                                <p:cTn fill="hold" nodeType="with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par>
                                <p:cTn fill="hold" nodeType="with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500"/>
                                        <p:tgtEl>
                                          <p:spTgt spid="692"/>
                                        </p:tgtEl>
                                      </p:cBhvr>
                                    </p:animEffect>
                                  </p:childTnLst>
                                </p:cTn>
                              </p:par>
                              <p:par>
                                <p:cTn fill="hold" nodeType="withEffect" presetClass="entr" presetID="10" presetSubtype="0">
                                  <p:stCondLst>
                                    <p:cond delay="0"/>
                                  </p:stCondLst>
                                  <p:childTnLst>
                                    <p:set>
                                      <p:cBhvr>
                                        <p:cTn dur="1" fill="hold">
                                          <p:stCondLst>
                                            <p:cond delay="0"/>
                                          </p:stCondLst>
                                        </p:cTn>
                                        <p:tgtEl>
                                          <p:spTgt spid="695"/>
                                        </p:tgtEl>
                                        <p:attrNameLst>
                                          <p:attrName>style.visibility</p:attrName>
                                        </p:attrNameLst>
                                      </p:cBhvr>
                                      <p:to>
                                        <p:strVal val="visible"/>
                                      </p:to>
                                    </p:set>
                                    <p:animEffect filter="fade" transition="in">
                                      <p:cBhvr>
                                        <p:cTn dur="500"/>
                                        <p:tgtEl>
                                          <p:spTgt spid="695"/>
                                        </p:tgtEl>
                                      </p:cBhvr>
                                    </p:animEffect>
                                  </p:childTnLst>
                                </p:cTn>
                              </p:par>
                              <p:par>
                                <p:cTn fill="hold" nodeType="withEffect" presetClass="entr" presetID="10" presetSubtype="0">
                                  <p:stCondLst>
                                    <p:cond delay="0"/>
                                  </p:stCondLst>
                                  <p:childTnLst>
                                    <p:set>
                                      <p:cBhvr>
                                        <p:cTn dur="1" fill="hold">
                                          <p:stCondLst>
                                            <p:cond delay="0"/>
                                          </p:stCondLst>
                                        </p:cTn>
                                        <p:tgtEl>
                                          <p:spTgt spid="697"/>
                                        </p:tgtEl>
                                        <p:attrNameLst>
                                          <p:attrName>style.visibility</p:attrName>
                                        </p:attrNameLst>
                                      </p:cBhvr>
                                      <p:to>
                                        <p:strVal val="visible"/>
                                      </p:to>
                                    </p:set>
                                    <p:animEffect filter="fade" transition="in">
                                      <p:cBhvr>
                                        <p:cTn dur="500"/>
                                        <p:tgtEl>
                                          <p:spTgt spid="697"/>
                                        </p:tgtEl>
                                      </p:cBhvr>
                                    </p:animEffect>
                                  </p:childTnLst>
                                </p:cTn>
                              </p:par>
                              <p:par>
                                <p:cTn fill="hold" nodeType="withEffect" presetClass="entr" presetID="10" presetSubtype="0">
                                  <p:stCondLst>
                                    <p:cond delay="0"/>
                                  </p:stCondLst>
                                  <p:childTnLst>
                                    <p:set>
                                      <p:cBhvr>
                                        <p:cTn dur="1" fill="hold">
                                          <p:stCondLst>
                                            <p:cond delay="0"/>
                                          </p:stCondLst>
                                        </p:cTn>
                                        <p:tgtEl>
                                          <p:spTgt spid="698"/>
                                        </p:tgtEl>
                                        <p:attrNameLst>
                                          <p:attrName>style.visibility</p:attrName>
                                        </p:attrNameLst>
                                      </p:cBhvr>
                                      <p:to>
                                        <p:strVal val="visible"/>
                                      </p:to>
                                    </p:set>
                                    <p:animEffect filter="fade" transition="in">
                                      <p:cBhvr>
                                        <p:cTn dur="500"/>
                                        <p:tgtEl>
                                          <p:spTgt spid="6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2"/>
                                        </p:tgtEl>
                                        <p:attrNameLst>
                                          <p:attrName>style.visibility</p:attrName>
                                        </p:attrNameLst>
                                      </p:cBhvr>
                                      <p:to>
                                        <p:strVal val="visible"/>
                                      </p:to>
                                    </p:set>
                                    <p:animEffect filter="fade" transition="in">
                                      <p:cBhvr>
                                        <p:cTn dur="500"/>
                                        <p:tgtEl>
                                          <p:spTgt spid="7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11"/>
                                        </p:tgtEl>
                                        <p:attrNameLst>
                                          <p:attrName>style.visibility</p:attrName>
                                        </p:attrNameLst>
                                      </p:cBhvr>
                                      <p:to>
                                        <p:strVal val="visible"/>
                                      </p:to>
                                    </p:set>
                                    <p:animEffect filter="fade" transition="in">
                                      <p:cBhvr>
                                        <p:cTn dur="500"/>
                                        <p:tgtEl>
                                          <p:spTgt spid="7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gtEl>
                                        <p:attrNameLst>
                                          <p:attrName>style.visibility</p:attrName>
                                        </p:attrNameLst>
                                      </p:cBhvr>
                                      <p:to>
                                        <p:strVal val="visible"/>
                                      </p:to>
                                    </p:set>
                                    <p:animEffect filter="fade" transition="in">
                                      <p:cBhvr>
                                        <p:cTn dur="500"/>
                                        <p:tgtEl>
                                          <p:spTgt spid="7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gtEl>
                                        <p:attrNameLst>
                                          <p:attrName>style.visibility</p:attrName>
                                        </p:attrNameLst>
                                      </p:cBhvr>
                                      <p:to>
                                        <p:strVal val="visible"/>
                                      </p:to>
                                    </p:set>
                                    <p:animEffect filter="fade" transition="in">
                                      <p:cBhvr>
                                        <p:cTn dur="500"/>
                                        <p:tgtEl>
                                          <p:spTgt spid="71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13"/>
                                        </p:tgtEl>
                                        <p:attrNameLst>
                                          <p:attrName>style.visibility</p:attrName>
                                        </p:attrNameLst>
                                      </p:cBhvr>
                                      <p:to>
                                        <p:strVal val="visible"/>
                                      </p:to>
                                    </p:set>
                                    <p:animEffect filter="fade" transition="in">
                                      <p:cBhvr>
                                        <p:cTn dur="500"/>
                                        <p:tgtEl>
                                          <p:spTgt spid="7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11"/>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Hướng tiếp cận 1</a:t>
            </a:r>
            <a:endParaRPr/>
          </a:p>
        </p:txBody>
      </p:sp>
      <p:sp>
        <p:nvSpPr>
          <p:cNvPr id="722" name="Google Shape;722;p11"/>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Nhập / Xuất theo chỉ số mảng 1 chiều</a:t>
            </a:r>
            <a:endParaRPr/>
          </a:p>
        </p:txBody>
      </p:sp>
      <p:sp>
        <p:nvSpPr>
          <p:cNvPr id="723" name="Google Shape;723;p11"/>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724" name="Google Shape;724;p11"/>
          <p:cNvSpPr/>
          <p:nvPr/>
        </p:nvSpPr>
        <p:spPr>
          <a:xfrm>
            <a:off x="685800" y="2057400"/>
            <a:ext cx="152400" cy="45720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5" name="Google Shape;725;p11"/>
          <p:cNvSpPr txBox="1"/>
          <p:nvPr/>
        </p:nvSpPr>
        <p:spPr>
          <a:xfrm>
            <a:off x="838200" y="2057400"/>
            <a:ext cx="8305800" cy="4708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#define D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#define C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a[D][C],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*p = </a:t>
            </a:r>
            <a:r>
              <a:rPr b="1" i="0" lang="en-US" sz="2000" u="none" cap="none" strike="noStrike">
                <a:solidFill>
                  <a:srgbClr val="FF0000"/>
                </a:solidFill>
                <a:latin typeface="Courier New"/>
                <a:ea typeface="Courier New"/>
                <a:cs typeface="Courier New"/>
                <a:sym typeface="Courier New"/>
              </a:rPr>
              <a:t>(int *)</a:t>
            </a:r>
            <a:r>
              <a:rPr b="1" i="0" lang="en-US" sz="2000" u="none" cap="none" strike="noStrike">
                <a:solidFill>
                  <a:schemeClr val="dk1"/>
                </a:solidFill>
                <a:latin typeface="Courier New"/>
                <a:ea typeface="Courier New"/>
                <a:cs typeface="Courier New"/>
                <a:sym typeface="Courier New"/>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for (i = 0; i &lt; D*C;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printf(“Nhap phan tu thu %d: ”,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scanf(“%d”, p +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for (i = 0; i &lt; D*C;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printf(“%d ”, *(p +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726" name="Google Shape;726;p11"/>
          <p:cNvSpPr txBox="1"/>
          <p:nvPr/>
        </p:nvSpPr>
        <p:spPr>
          <a:xfrm>
            <a:off x="0" y="3657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7" name="Google Shape;727;p11"/>
          <p:cNvSpPr txBox="1"/>
          <p:nvPr/>
        </p:nvSpPr>
        <p:spPr>
          <a:xfrm>
            <a:off x="0" y="4800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8" name="Google Shape;728;p11"/>
          <p:cNvSpPr txBox="1"/>
          <p:nvPr/>
        </p:nvSpPr>
        <p:spPr>
          <a:xfrm>
            <a:off x="0" y="6096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24"/>
                                        </p:tgtEl>
                                        <p:attrNameLst>
                                          <p:attrName>style.visibility</p:attrName>
                                        </p:attrNameLst>
                                      </p:cBhvr>
                                      <p:to>
                                        <p:strVal val="visible"/>
                                      </p:to>
                                    </p:set>
                                    <p:animEffect filter="fade" transition="in">
                                      <p:cBhvr>
                                        <p:cTn dur="500"/>
                                        <p:tgtEl>
                                          <p:spTgt spid="724"/>
                                        </p:tgtEl>
                                      </p:cBhvr>
                                    </p:animEffect>
                                  </p:childTnLst>
                                </p:cTn>
                              </p:par>
                              <p:par>
                                <p:cTn fill="hold" nodeType="withEffect" presetClass="entr" presetID="10" presetSubtype="0">
                                  <p:stCondLst>
                                    <p:cond delay="0"/>
                                  </p:stCondLst>
                                  <p:childTnLst>
                                    <p:set>
                                      <p:cBhvr>
                                        <p:cTn dur="1" fill="hold">
                                          <p:stCondLst>
                                            <p:cond delay="0"/>
                                          </p:stCondLst>
                                        </p:cTn>
                                        <p:tgtEl>
                                          <p:spTgt spid="725"/>
                                        </p:tgtEl>
                                        <p:attrNameLst>
                                          <p:attrName>style.visibility</p:attrName>
                                        </p:attrNameLst>
                                      </p:cBhvr>
                                      <p:to>
                                        <p:strVal val="visible"/>
                                      </p:to>
                                    </p:set>
                                    <p:animEffect filter="fade" transition="in">
                                      <p:cBhvr>
                                        <p:cTn dur="500"/>
                                        <p:tgtEl>
                                          <p:spTgt spid="7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6"/>
                                        </p:tgtEl>
                                        <p:attrNameLst>
                                          <p:attrName>style.visibility</p:attrName>
                                        </p:attrNameLst>
                                      </p:cBhvr>
                                      <p:to>
                                        <p:strVal val="visible"/>
                                      </p:to>
                                    </p:set>
                                    <p:animEffect filter="fade" transition="in">
                                      <p:cBhvr>
                                        <p:cTn dur="500"/>
                                        <p:tgtEl>
                                          <p:spTgt spid="7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26"/>
                                        </p:tgtEl>
                                      </p:cBhvr>
                                    </p:animEffect>
                                    <p:set>
                                      <p:cBhvr>
                                        <p:cTn dur="1" fill="hold">
                                          <p:stCondLst>
                                            <p:cond delay="500"/>
                                          </p:stCondLst>
                                        </p:cTn>
                                        <p:tgtEl>
                                          <p:spTgt spid="72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500"/>
                                        <p:tgtEl>
                                          <p:spTgt spid="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27"/>
                                        </p:tgtEl>
                                      </p:cBhvr>
                                    </p:animEffect>
                                    <p:set>
                                      <p:cBhvr>
                                        <p:cTn dur="1" fill="hold">
                                          <p:stCondLst>
                                            <p:cond delay="500"/>
                                          </p:stCondLst>
                                        </p:cTn>
                                        <p:tgtEl>
                                          <p:spTgt spid="72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500"/>
                                        <p:tgtEl>
                                          <p:spTgt spid="7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2"/>
          <p:cNvSpPr/>
          <p:nvPr/>
        </p:nvSpPr>
        <p:spPr>
          <a:xfrm>
            <a:off x="2667000" y="44958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5" name="Google Shape;735;p12"/>
          <p:cNvSpPr/>
          <p:nvPr/>
        </p:nvSpPr>
        <p:spPr>
          <a:xfrm>
            <a:off x="3124200" y="44958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6" name="Google Shape;736;p12"/>
          <p:cNvSpPr/>
          <p:nvPr/>
        </p:nvSpPr>
        <p:spPr>
          <a:xfrm>
            <a:off x="3581400" y="44958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7" name="Google Shape;737;p12"/>
          <p:cNvSpPr/>
          <p:nvPr/>
        </p:nvSpPr>
        <p:spPr>
          <a:xfrm>
            <a:off x="4038600" y="44958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8" name="Google Shape;738;p12"/>
          <p:cNvSpPr/>
          <p:nvPr/>
        </p:nvSpPr>
        <p:spPr>
          <a:xfrm>
            <a:off x="2667000" y="49530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9" name="Google Shape;739;p12"/>
          <p:cNvSpPr/>
          <p:nvPr/>
        </p:nvSpPr>
        <p:spPr>
          <a:xfrm>
            <a:off x="3124200" y="49530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0" name="Google Shape;740;p12"/>
          <p:cNvSpPr/>
          <p:nvPr/>
        </p:nvSpPr>
        <p:spPr>
          <a:xfrm>
            <a:off x="3581400" y="49530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1" name="Google Shape;741;p12"/>
          <p:cNvSpPr/>
          <p:nvPr/>
        </p:nvSpPr>
        <p:spPr>
          <a:xfrm>
            <a:off x="4038600" y="49530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2" name="Google Shape;742;p12"/>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Hướng tiếp cận 1</a:t>
            </a:r>
            <a:endParaRPr/>
          </a:p>
        </p:txBody>
      </p:sp>
      <p:sp>
        <p:nvSpPr>
          <p:cNvPr id="743" name="Google Shape;743;p12"/>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Liên hệ giữa chỉ số mảng 1 chiều và chỉ số mảng 2 chiều</a:t>
            </a:r>
            <a:endParaRPr/>
          </a:p>
        </p:txBody>
      </p:sp>
      <p:sp>
        <p:nvSpPr>
          <p:cNvPr id="744" name="Google Shape;744;p12"/>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745" name="Google Shape;745;p12"/>
          <p:cNvSpPr/>
          <p:nvPr/>
        </p:nvSpPr>
        <p:spPr>
          <a:xfrm>
            <a:off x="2209800" y="4038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746" name="Google Shape;746;p12"/>
          <p:cNvSpPr/>
          <p:nvPr/>
        </p:nvSpPr>
        <p:spPr>
          <a:xfrm>
            <a:off x="2209800" y="44958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747" name="Google Shape;747;p12"/>
          <p:cNvSpPr/>
          <p:nvPr/>
        </p:nvSpPr>
        <p:spPr>
          <a:xfrm>
            <a:off x="2209800" y="49530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748" name="Google Shape;748;p12"/>
          <p:cNvSpPr/>
          <p:nvPr/>
        </p:nvSpPr>
        <p:spPr>
          <a:xfrm>
            <a:off x="2667000" y="3581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749" name="Google Shape;749;p12"/>
          <p:cNvSpPr/>
          <p:nvPr/>
        </p:nvSpPr>
        <p:spPr>
          <a:xfrm>
            <a:off x="3124200" y="3581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750" name="Google Shape;750;p12"/>
          <p:cNvSpPr/>
          <p:nvPr/>
        </p:nvSpPr>
        <p:spPr>
          <a:xfrm>
            <a:off x="3581400" y="3581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751" name="Google Shape;751;p12"/>
          <p:cNvSpPr/>
          <p:nvPr/>
        </p:nvSpPr>
        <p:spPr>
          <a:xfrm>
            <a:off x="4038600" y="3581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3</a:t>
            </a:r>
            <a:endParaRPr b="0" i="0" sz="1400" u="none" cap="none" strike="noStrike">
              <a:solidFill>
                <a:srgbClr val="000000"/>
              </a:solidFill>
              <a:latin typeface="Arial"/>
              <a:ea typeface="Arial"/>
              <a:cs typeface="Arial"/>
              <a:sym typeface="Arial"/>
            </a:endParaRPr>
          </a:p>
        </p:txBody>
      </p:sp>
      <p:sp>
        <p:nvSpPr>
          <p:cNvPr id="752" name="Google Shape;752;p12"/>
          <p:cNvSpPr/>
          <p:nvPr/>
        </p:nvSpPr>
        <p:spPr>
          <a:xfrm>
            <a:off x="4495800" y="3581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4</a:t>
            </a:r>
            <a:endParaRPr b="0" i="0" sz="1400" u="none" cap="none" strike="noStrike">
              <a:solidFill>
                <a:srgbClr val="000000"/>
              </a:solidFill>
              <a:latin typeface="Arial"/>
              <a:ea typeface="Arial"/>
              <a:cs typeface="Arial"/>
              <a:sym typeface="Arial"/>
            </a:endParaRPr>
          </a:p>
        </p:txBody>
      </p:sp>
      <p:sp>
        <p:nvSpPr>
          <p:cNvPr id="753" name="Google Shape;753;p12"/>
          <p:cNvSpPr/>
          <p:nvPr/>
        </p:nvSpPr>
        <p:spPr>
          <a:xfrm>
            <a:off x="5867400" y="3581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7</a:t>
            </a:r>
            <a:endParaRPr b="0" i="0" sz="1400" u="none" cap="none" strike="noStrike">
              <a:solidFill>
                <a:srgbClr val="000000"/>
              </a:solidFill>
              <a:latin typeface="Arial"/>
              <a:ea typeface="Arial"/>
              <a:cs typeface="Arial"/>
              <a:sym typeface="Arial"/>
            </a:endParaRPr>
          </a:p>
        </p:txBody>
      </p:sp>
      <p:sp>
        <p:nvSpPr>
          <p:cNvPr id="754" name="Google Shape;754;p12"/>
          <p:cNvSpPr/>
          <p:nvPr/>
        </p:nvSpPr>
        <p:spPr>
          <a:xfrm>
            <a:off x="6324600" y="3581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8</a:t>
            </a:r>
            <a:endParaRPr b="0" i="0" sz="1400" u="none" cap="none" strike="noStrike">
              <a:solidFill>
                <a:srgbClr val="000000"/>
              </a:solidFill>
              <a:latin typeface="Arial"/>
              <a:ea typeface="Arial"/>
              <a:cs typeface="Arial"/>
              <a:sym typeface="Arial"/>
            </a:endParaRPr>
          </a:p>
        </p:txBody>
      </p:sp>
      <p:sp>
        <p:nvSpPr>
          <p:cNvPr id="755" name="Google Shape;755;p12"/>
          <p:cNvSpPr/>
          <p:nvPr/>
        </p:nvSpPr>
        <p:spPr>
          <a:xfrm>
            <a:off x="4953000" y="3581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5</a:t>
            </a:r>
            <a:endParaRPr b="0" i="0" sz="1400" u="none" cap="none" strike="noStrike">
              <a:solidFill>
                <a:srgbClr val="000000"/>
              </a:solidFill>
              <a:latin typeface="Arial"/>
              <a:ea typeface="Arial"/>
              <a:cs typeface="Arial"/>
              <a:sym typeface="Arial"/>
            </a:endParaRPr>
          </a:p>
        </p:txBody>
      </p:sp>
      <p:sp>
        <p:nvSpPr>
          <p:cNvPr id="756" name="Google Shape;756;p12"/>
          <p:cNvSpPr/>
          <p:nvPr/>
        </p:nvSpPr>
        <p:spPr>
          <a:xfrm>
            <a:off x="5410200" y="3581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6</a:t>
            </a:r>
            <a:endParaRPr b="0" i="0" sz="1400" u="none" cap="none" strike="noStrike">
              <a:solidFill>
                <a:srgbClr val="000000"/>
              </a:solidFill>
              <a:latin typeface="Arial"/>
              <a:ea typeface="Arial"/>
              <a:cs typeface="Arial"/>
              <a:sym typeface="Arial"/>
            </a:endParaRPr>
          </a:p>
        </p:txBody>
      </p:sp>
      <p:sp>
        <p:nvSpPr>
          <p:cNvPr id="757" name="Google Shape;757;p12"/>
          <p:cNvSpPr/>
          <p:nvPr/>
        </p:nvSpPr>
        <p:spPr>
          <a:xfrm>
            <a:off x="6781800" y="3581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9</a:t>
            </a:r>
            <a:endParaRPr b="0" i="0" sz="1400" u="none" cap="none" strike="noStrike">
              <a:solidFill>
                <a:srgbClr val="000000"/>
              </a:solidFill>
              <a:latin typeface="Arial"/>
              <a:ea typeface="Arial"/>
              <a:cs typeface="Arial"/>
              <a:sym typeface="Arial"/>
            </a:endParaRPr>
          </a:p>
        </p:txBody>
      </p:sp>
      <p:sp>
        <p:nvSpPr>
          <p:cNvPr id="758" name="Google Shape;758;p12"/>
          <p:cNvSpPr txBox="1"/>
          <p:nvPr/>
        </p:nvSpPr>
        <p:spPr>
          <a:xfrm>
            <a:off x="609600" y="4114800"/>
            <a:ext cx="18288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000"/>
              <a:buFont typeface="Courier New"/>
              <a:buNone/>
            </a:pPr>
            <a:r>
              <a:rPr b="1" i="0" lang="en-US" sz="2000" u="none" cap="none" strike="noStrike">
                <a:solidFill>
                  <a:schemeClr val="accent2"/>
                </a:solidFill>
                <a:latin typeface="Courier New"/>
                <a:ea typeface="Courier New"/>
                <a:cs typeface="Courier New"/>
                <a:sym typeface="Courier New"/>
              </a:rPr>
              <a:t>a</a:t>
            </a:r>
            <a:r>
              <a:rPr b="1" baseline="-25000" i="0" lang="en-US" sz="2000" u="none" cap="none" strike="noStrike">
                <a:solidFill>
                  <a:schemeClr val="accent2"/>
                </a:solidFill>
                <a:latin typeface="Courier New"/>
                <a:ea typeface="Courier New"/>
                <a:cs typeface="Courier New"/>
                <a:sym typeface="Courier New"/>
              </a:rPr>
              <a:t>CxD</a:t>
            </a:r>
            <a:endParaRPr b="0" i="0" sz="1400" u="none" cap="none" strike="noStrike">
              <a:solidFill>
                <a:srgbClr val="000000"/>
              </a:solidFill>
              <a:latin typeface="Arial"/>
              <a:ea typeface="Arial"/>
              <a:cs typeface="Arial"/>
              <a:sym typeface="Arial"/>
            </a:endParaRPr>
          </a:p>
        </p:txBody>
      </p:sp>
      <p:sp>
        <p:nvSpPr>
          <p:cNvPr id="759" name="Google Shape;759;p12"/>
          <p:cNvSpPr/>
          <p:nvPr/>
        </p:nvSpPr>
        <p:spPr>
          <a:xfrm>
            <a:off x="7239000" y="3581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400" u="none" cap="none" strike="noStrike">
                <a:solidFill>
                  <a:srgbClr val="003366"/>
                </a:solidFill>
                <a:latin typeface="Verdana"/>
                <a:ea typeface="Verdana"/>
                <a:cs typeface="Verdana"/>
                <a:sym typeface="Verdana"/>
              </a:rPr>
              <a:t>10</a:t>
            </a:r>
            <a:endParaRPr b="0" i="0" sz="1000" u="none" cap="none" strike="noStrike">
              <a:solidFill>
                <a:srgbClr val="000000"/>
              </a:solidFill>
              <a:latin typeface="Arial"/>
              <a:ea typeface="Arial"/>
              <a:cs typeface="Arial"/>
              <a:sym typeface="Arial"/>
            </a:endParaRPr>
          </a:p>
        </p:txBody>
      </p:sp>
      <p:sp>
        <p:nvSpPr>
          <p:cNvPr id="760" name="Google Shape;760;p12"/>
          <p:cNvSpPr/>
          <p:nvPr/>
        </p:nvSpPr>
        <p:spPr>
          <a:xfrm>
            <a:off x="7696200" y="3581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400" u="none" cap="none" strike="noStrike">
                <a:solidFill>
                  <a:srgbClr val="003366"/>
                </a:solidFill>
                <a:latin typeface="Verdana"/>
                <a:ea typeface="Verdana"/>
                <a:cs typeface="Verdana"/>
                <a:sym typeface="Verdana"/>
              </a:rPr>
              <a:t>11</a:t>
            </a:r>
            <a:endParaRPr b="0" i="0" sz="1000" u="none" cap="none" strike="noStrike">
              <a:solidFill>
                <a:srgbClr val="000000"/>
              </a:solidFill>
              <a:latin typeface="Arial"/>
              <a:ea typeface="Arial"/>
              <a:cs typeface="Arial"/>
              <a:sym typeface="Arial"/>
            </a:endParaRPr>
          </a:p>
        </p:txBody>
      </p:sp>
      <p:sp>
        <p:nvSpPr>
          <p:cNvPr id="761" name="Google Shape;761;p12"/>
          <p:cNvSpPr/>
          <p:nvPr/>
        </p:nvSpPr>
        <p:spPr>
          <a:xfrm>
            <a:off x="2667000" y="4038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2" name="Google Shape;762;p12"/>
          <p:cNvSpPr/>
          <p:nvPr/>
        </p:nvSpPr>
        <p:spPr>
          <a:xfrm>
            <a:off x="3124200" y="4038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3" name="Google Shape;763;p12"/>
          <p:cNvSpPr/>
          <p:nvPr/>
        </p:nvSpPr>
        <p:spPr>
          <a:xfrm>
            <a:off x="3581400" y="4038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4" name="Google Shape;764;p12"/>
          <p:cNvSpPr/>
          <p:nvPr/>
        </p:nvSpPr>
        <p:spPr>
          <a:xfrm>
            <a:off x="4038600" y="4038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5" name="Google Shape;765;p12"/>
          <p:cNvSpPr/>
          <p:nvPr/>
        </p:nvSpPr>
        <p:spPr>
          <a:xfrm>
            <a:off x="2667000" y="4495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6" name="Google Shape;766;p12"/>
          <p:cNvSpPr/>
          <p:nvPr/>
        </p:nvSpPr>
        <p:spPr>
          <a:xfrm>
            <a:off x="4038600" y="4495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7" name="Google Shape;767;p12"/>
          <p:cNvSpPr/>
          <p:nvPr/>
        </p:nvSpPr>
        <p:spPr>
          <a:xfrm>
            <a:off x="2667000" y="4953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8" name="Google Shape;768;p12"/>
          <p:cNvSpPr/>
          <p:nvPr/>
        </p:nvSpPr>
        <p:spPr>
          <a:xfrm>
            <a:off x="3124200" y="4495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9" name="Google Shape;769;p12"/>
          <p:cNvSpPr/>
          <p:nvPr/>
        </p:nvSpPr>
        <p:spPr>
          <a:xfrm>
            <a:off x="3581400" y="4495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0" name="Google Shape;770;p12"/>
          <p:cNvSpPr/>
          <p:nvPr/>
        </p:nvSpPr>
        <p:spPr>
          <a:xfrm>
            <a:off x="3581400" y="4953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1" name="Google Shape;771;p12"/>
          <p:cNvSpPr/>
          <p:nvPr/>
        </p:nvSpPr>
        <p:spPr>
          <a:xfrm>
            <a:off x="4038600" y="4953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2" name="Google Shape;772;p12"/>
          <p:cNvSpPr/>
          <p:nvPr/>
        </p:nvSpPr>
        <p:spPr>
          <a:xfrm>
            <a:off x="3124200" y="4953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73" name="Google Shape;773;p12"/>
          <p:cNvCxnSpPr/>
          <p:nvPr/>
        </p:nvCxnSpPr>
        <p:spPr>
          <a:xfrm rot="5400000">
            <a:off x="4533900" y="3695700"/>
            <a:ext cx="1295400" cy="3175"/>
          </a:xfrm>
          <a:prstGeom prst="straightConnector1">
            <a:avLst/>
          </a:prstGeom>
          <a:noFill/>
          <a:ln cap="flat" cmpd="sng" w="38100">
            <a:solidFill>
              <a:srgbClr val="DD8443"/>
            </a:solidFill>
            <a:prstDash val="solid"/>
            <a:miter lim="800000"/>
            <a:headEnd len="sm" w="sm" type="none"/>
            <a:tailEnd len="med" w="med" type="stealth"/>
          </a:ln>
        </p:spPr>
      </p:cxnSp>
      <p:cxnSp>
        <p:nvCxnSpPr>
          <p:cNvPr id="774" name="Google Shape;774;p12"/>
          <p:cNvCxnSpPr/>
          <p:nvPr/>
        </p:nvCxnSpPr>
        <p:spPr>
          <a:xfrm rot="10800000">
            <a:off x="2133600" y="4724400"/>
            <a:ext cx="1219200" cy="1587"/>
          </a:xfrm>
          <a:prstGeom prst="straightConnector1">
            <a:avLst/>
          </a:prstGeom>
          <a:noFill/>
          <a:ln cap="flat" cmpd="sng" w="38100">
            <a:solidFill>
              <a:srgbClr val="DD8443"/>
            </a:solidFill>
            <a:prstDash val="solid"/>
            <a:miter lim="800000"/>
            <a:headEnd len="sm" w="sm" type="none"/>
            <a:tailEnd len="sm" w="sm" type="none"/>
          </a:ln>
        </p:spPr>
      </p:cxnSp>
      <p:cxnSp>
        <p:nvCxnSpPr>
          <p:cNvPr id="775" name="Google Shape;775;p12"/>
          <p:cNvCxnSpPr/>
          <p:nvPr/>
        </p:nvCxnSpPr>
        <p:spPr>
          <a:xfrm rot="-5400000">
            <a:off x="1295400" y="3886200"/>
            <a:ext cx="1676400" cy="3175"/>
          </a:xfrm>
          <a:prstGeom prst="straightConnector1">
            <a:avLst/>
          </a:prstGeom>
          <a:noFill/>
          <a:ln cap="flat" cmpd="sng" w="38100">
            <a:solidFill>
              <a:srgbClr val="DD8443"/>
            </a:solidFill>
            <a:prstDash val="solid"/>
            <a:miter lim="800000"/>
            <a:headEnd len="sm" w="sm" type="none"/>
            <a:tailEnd len="sm" w="sm" type="none"/>
          </a:ln>
        </p:spPr>
      </p:cxnSp>
      <p:cxnSp>
        <p:nvCxnSpPr>
          <p:cNvPr id="776" name="Google Shape;776;p12"/>
          <p:cNvCxnSpPr/>
          <p:nvPr/>
        </p:nvCxnSpPr>
        <p:spPr>
          <a:xfrm rot="-5400000">
            <a:off x="6553200" y="4724400"/>
            <a:ext cx="914400" cy="3175"/>
          </a:xfrm>
          <a:prstGeom prst="straightConnector1">
            <a:avLst/>
          </a:prstGeom>
          <a:noFill/>
          <a:ln cap="flat" cmpd="sng" w="38100">
            <a:solidFill>
              <a:srgbClr val="DD8443"/>
            </a:solidFill>
            <a:prstDash val="solid"/>
            <a:miter lim="800000"/>
            <a:headEnd len="sm" w="sm" type="none"/>
            <a:tailEnd len="sm" w="sm" type="none"/>
          </a:ln>
        </p:spPr>
      </p:cxnSp>
      <p:sp>
        <p:nvSpPr>
          <p:cNvPr id="777" name="Google Shape;777;p12"/>
          <p:cNvSpPr/>
          <p:nvPr/>
        </p:nvSpPr>
        <p:spPr>
          <a:xfrm>
            <a:off x="3276600" y="2590800"/>
            <a:ext cx="15471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(d, c) 🡺 i ?</a:t>
            </a:r>
            <a:endParaRPr b="0" i="0" sz="1400" u="none" cap="none" strike="noStrike">
              <a:solidFill>
                <a:srgbClr val="000000"/>
              </a:solidFill>
              <a:latin typeface="Arial"/>
              <a:ea typeface="Arial"/>
              <a:cs typeface="Arial"/>
              <a:sym typeface="Arial"/>
            </a:endParaRPr>
          </a:p>
        </p:txBody>
      </p:sp>
      <p:sp>
        <p:nvSpPr>
          <p:cNvPr id="778" name="Google Shape;778;p12"/>
          <p:cNvSpPr/>
          <p:nvPr/>
        </p:nvSpPr>
        <p:spPr>
          <a:xfrm>
            <a:off x="5268325" y="4724400"/>
            <a:ext cx="16500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i 🡺 (d, c) ?</a:t>
            </a:r>
            <a:endParaRPr b="0" i="0" sz="1400" u="none" cap="none" strike="noStrike">
              <a:solidFill>
                <a:srgbClr val="000000"/>
              </a:solidFill>
              <a:latin typeface="Arial"/>
              <a:ea typeface="Arial"/>
              <a:cs typeface="Arial"/>
              <a:sym typeface="Arial"/>
            </a:endParaRPr>
          </a:p>
        </p:txBody>
      </p:sp>
      <p:sp>
        <p:nvSpPr>
          <p:cNvPr id="779" name="Google Shape;779;p12"/>
          <p:cNvSpPr/>
          <p:nvPr/>
        </p:nvSpPr>
        <p:spPr>
          <a:xfrm>
            <a:off x="3276600" y="3048000"/>
            <a:ext cx="1762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Verdana"/>
              <a:buNone/>
            </a:pPr>
            <a:r>
              <a:rPr b="0" i="0" lang="en-US" sz="1800" u="none" cap="none" strike="noStrike">
                <a:solidFill>
                  <a:srgbClr val="FF0000"/>
                </a:solidFill>
                <a:latin typeface="Verdana"/>
                <a:ea typeface="Verdana"/>
                <a:cs typeface="Verdana"/>
                <a:sym typeface="Verdana"/>
              </a:rPr>
              <a:t>i = d*C + c</a:t>
            </a:r>
            <a:endParaRPr b="0" i="0" sz="1400" u="none" cap="none" strike="noStrike">
              <a:solidFill>
                <a:srgbClr val="000000"/>
              </a:solidFill>
              <a:latin typeface="Arial"/>
              <a:ea typeface="Arial"/>
              <a:cs typeface="Arial"/>
              <a:sym typeface="Arial"/>
            </a:endParaRPr>
          </a:p>
        </p:txBody>
      </p:sp>
      <p:cxnSp>
        <p:nvCxnSpPr>
          <p:cNvPr id="780" name="Google Shape;780;p12"/>
          <p:cNvCxnSpPr/>
          <p:nvPr/>
        </p:nvCxnSpPr>
        <p:spPr>
          <a:xfrm>
            <a:off x="2133600" y="3048000"/>
            <a:ext cx="3048000" cy="1587"/>
          </a:xfrm>
          <a:prstGeom prst="straightConnector1">
            <a:avLst/>
          </a:prstGeom>
          <a:noFill/>
          <a:ln cap="flat" cmpd="sng" w="38100">
            <a:solidFill>
              <a:srgbClr val="DD8443"/>
            </a:solidFill>
            <a:prstDash val="solid"/>
            <a:miter lim="800000"/>
            <a:headEnd len="sm" w="sm" type="none"/>
            <a:tailEnd len="sm" w="sm" type="none"/>
          </a:ln>
        </p:spPr>
      </p:cxnSp>
      <p:sp>
        <p:nvSpPr>
          <p:cNvPr id="781" name="Google Shape;781;p12"/>
          <p:cNvSpPr/>
          <p:nvPr/>
        </p:nvSpPr>
        <p:spPr>
          <a:xfrm>
            <a:off x="5486400" y="5257800"/>
            <a:ext cx="17526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Verdana"/>
              <a:buNone/>
            </a:pPr>
            <a:r>
              <a:rPr b="0" i="0" lang="en-US" sz="1800" u="none" cap="none" strike="noStrike">
                <a:solidFill>
                  <a:srgbClr val="FF0000"/>
                </a:solidFill>
                <a:latin typeface="Verdana"/>
                <a:ea typeface="Verdana"/>
                <a:cs typeface="Verdana"/>
                <a:sym typeface="Verdana"/>
              </a:rPr>
              <a:t>d = i / 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00"/>
              </a:buClr>
              <a:buSzPts val="1800"/>
              <a:buFont typeface="Verdana"/>
              <a:buNone/>
            </a:pPr>
            <a:r>
              <a:rPr b="0" i="0" lang="en-US" sz="1800" u="none" cap="none" strike="noStrike">
                <a:solidFill>
                  <a:srgbClr val="FF0000"/>
                </a:solidFill>
                <a:latin typeface="Verdana"/>
                <a:ea typeface="Verdana"/>
                <a:cs typeface="Verdana"/>
                <a:sym typeface="Verdana"/>
              </a:rPr>
              <a:t>c = i % C</a:t>
            </a:r>
            <a:endParaRPr b="0" i="0" sz="1400" u="none" cap="none" strike="noStrike">
              <a:solidFill>
                <a:srgbClr val="000000"/>
              </a:solidFill>
              <a:latin typeface="Arial"/>
              <a:ea typeface="Arial"/>
              <a:cs typeface="Arial"/>
              <a:sym typeface="Arial"/>
            </a:endParaRPr>
          </a:p>
        </p:txBody>
      </p:sp>
      <p:cxnSp>
        <p:nvCxnSpPr>
          <p:cNvPr id="782" name="Google Shape;782;p12"/>
          <p:cNvCxnSpPr/>
          <p:nvPr/>
        </p:nvCxnSpPr>
        <p:spPr>
          <a:xfrm rot="10800000">
            <a:off x="3352800" y="5181600"/>
            <a:ext cx="3657600" cy="1587"/>
          </a:xfrm>
          <a:prstGeom prst="straightConnector1">
            <a:avLst/>
          </a:prstGeom>
          <a:noFill/>
          <a:ln cap="flat" cmpd="sng" w="38100">
            <a:solidFill>
              <a:srgbClr val="DD8443"/>
            </a:solidFill>
            <a:prstDash val="solid"/>
            <a:miter lim="800000"/>
            <a:headEnd len="sm" w="sm"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gtEl>
                                        <p:attrNameLst>
                                          <p:attrName>style.visibility</p:attrName>
                                        </p:attrNameLst>
                                      </p:cBhvr>
                                      <p:to>
                                        <p:strVal val="visible"/>
                                      </p:to>
                                    </p:set>
                                    <p:animEffect filter="fade" transition="in">
                                      <p:cBhvr>
                                        <p:cTn dur="500"/>
                                        <p:tgtEl>
                                          <p:spTgt spid="7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61"/>
                                        </p:tgtEl>
                                        <p:attrNameLst>
                                          <p:attrName>style.visibility</p:attrName>
                                        </p:attrNameLst>
                                      </p:cBhvr>
                                      <p:to>
                                        <p:strVal val="visible"/>
                                      </p:to>
                                    </p:set>
                                    <p:animEffect filter="fade" transition="in">
                                      <p:cBhvr>
                                        <p:cTn dur="500"/>
                                        <p:tgtEl>
                                          <p:spTgt spid="761"/>
                                        </p:tgtEl>
                                      </p:cBhvr>
                                    </p:animEffect>
                                  </p:childTnLst>
                                </p:cTn>
                              </p:par>
                              <p:par>
                                <p:cTn fill="hold" nodeType="withEffect" presetClass="entr" presetID="10" presetSubtype="0">
                                  <p:stCondLst>
                                    <p:cond delay="0"/>
                                  </p:stCondLst>
                                  <p:childTnLst>
                                    <p:set>
                                      <p:cBhvr>
                                        <p:cTn dur="1" fill="hold">
                                          <p:stCondLst>
                                            <p:cond delay="0"/>
                                          </p:stCondLst>
                                        </p:cTn>
                                        <p:tgtEl>
                                          <p:spTgt spid="762"/>
                                        </p:tgtEl>
                                        <p:attrNameLst>
                                          <p:attrName>style.visibility</p:attrName>
                                        </p:attrNameLst>
                                      </p:cBhvr>
                                      <p:to>
                                        <p:strVal val="visible"/>
                                      </p:to>
                                    </p:set>
                                    <p:animEffect filter="fade" transition="in">
                                      <p:cBhvr>
                                        <p:cTn dur="500"/>
                                        <p:tgtEl>
                                          <p:spTgt spid="762"/>
                                        </p:tgtEl>
                                      </p:cBhvr>
                                    </p:animEffect>
                                  </p:childTnLst>
                                </p:cTn>
                              </p:par>
                              <p:par>
                                <p:cTn fill="hold" nodeType="withEffect" presetClass="entr" presetID="10" presetSubtype="0">
                                  <p:stCondLst>
                                    <p:cond delay="0"/>
                                  </p:stCondLst>
                                  <p:childTnLst>
                                    <p:set>
                                      <p:cBhvr>
                                        <p:cTn dur="1" fill="hold">
                                          <p:stCondLst>
                                            <p:cond delay="0"/>
                                          </p:stCondLst>
                                        </p:cTn>
                                        <p:tgtEl>
                                          <p:spTgt spid="763"/>
                                        </p:tgtEl>
                                        <p:attrNameLst>
                                          <p:attrName>style.visibility</p:attrName>
                                        </p:attrNameLst>
                                      </p:cBhvr>
                                      <p:to>
                                        <p:strVal val="visible"/>
                                      </p:to>
                                    </p:set>
                                    <p:animEffect filter="fade" transition="in">
                                      <p:cBhvr>
                                        <p:cTn dur="500"/>
                                        <p:tgtEl>
                                          <p:spTgt spid="763"/>
                                        </p:tgtEl>
                                      </p:cBhvr>
                                    </p:animEffect>
                                  </p:childTnLst>
                                </p:cTn>
                              </p:par>
                              <p:par>
                                <p:cTn fill="hold" nodeType="withEffect" presetClass="entr" presetID="10" presetSubtype="0">
                                  <p:stCondLst>
                                    <p:cond delay="0"/>
                                  </p:stCondLst>
                                  <p:childTnLst>
                                    <p:set>
                                      <p:cBhvr>
                                        <p:cTn dur="1" fill="hold">
                                          <p:stCondLst>
                                            <p:cond delay="0"/>
                                          </p:stCondLst>
                                        </p:cTn>
                                        <p:tgtEl>
                                          <p:spTgt spid="764"/>
                                        </p:tgtEl>
                                        <p:attrNameLst>
                                          <p:attrName>style.visibility</p:attrName>
                                        </p:attrNameLst>
                                      </p:cBhvr>
                                      <p:to>
                                        <p:strVal val="visible"/>
                                      </p:to>
                                    </p:set>
                                    <p:animEffect filter="fade" transition="in">
                                      <p:cBhvr>
                                        <p:cTn dur="500"/>
                                        <p:tgtEl>
                                          <p:spTgt spid="764"/>
                                        </p:tgtEl>
                                      </p:cBhvr>
                                    </p:animEffect>
                                  </p:childTnLst>
                                </p:cTn>
                              </p:par>
                              <p:par>
                                <p:cTn fill="hold" nodeType="withEffect" presetClass="entr" presetID="10" presetSubtype="0">
                                  <p:stCondLst>
                                    <p:cond delay="0"/>
                                  </p:stCondLst>
                                  <p:childTnLst>
                                    <p:set>
                                      <p:cBhvr>
                                        <p:cTn dur="1" fill="hold">
                                          <p:stCondLst>
                                            <p:cond delay="0"/>
                                          </p:stCondLst>
                                        </p:cTn>
                                        <p:tgtEl>
                                          <p:spTgt spid="765"/>
                                        </p:tgtEl>
                                        <p:attrNameLst>
                                          <p:attrName>style.visibility</p:attrName>
                                        </p:attrNameLst>
                                      </p:cBhvr>
                                      <p:to>
                                        <p:strVal val="visible"/>
                                      </p:to>
                                    </p:set>
                                    <p:animEffect filter="fade" transition="in">
                                      <p:cBhvr>
                                        <p:cTn dur="500"/>
                                        <p:tgtEl>
                                          <p:spTgt spid="765"/>
                                        </p:tgtEl>
                                      </p:cBhvr>
                                    </p:animEffect>
                                  </p:childTnLst>
                                </p:cTn>
                              </p:par>
                              <p:par>
                                <p:cTn fill="hold" nodeType="withEffect" presetClass="entr" presetID="10" presetSubtype="0">
                                  <p:stCondLst>
                                    <p:cond delay="0"/>
                                  </p:stCondLst>
                                  <p:childTnLst>
                                    <p:set>
                                      <p:cBhvr>
                                        <p:cTn dur="1" fill="hold">
                                          <p:stCondLst>
                                            <p:cond delay="0"/>
                                          </p:stCondLst>
                                        </p:cTn>
                                        <p:tgtEl>
                                          <p:spTgt spid="766"/>
                                        </p:tgtEl>
                                        <p:attrNameLst>
                                          <p:attrName>style.visibility</p:attrName>
                                        </p:attrNameLst>
                                      </p:cBhvr>
                                      <p:to>
                                        <p:strVal val="visible"/>
                                      </p:to>
                                    </p:set>
                                    <p:animEffect filter="fade" transition="in">
                                      <p:cBhvr>
                                        <p:cTn dur="500"/>
                                        <p:tgtEl>
                                          <p:spTgt spid="766"/>
                                        </p:tgtEl>
                                      </p:cBhvr>
                                    </p:animEffect>
                                  </p:childTnLst>
                                </p:cTn>
                              </p:par>
                              <p:par>
                                <p:cTn fill="hold" nodeType="withEffect" presetClass="entr" presetID="10" presetSubtype="0">
                                  <p:stCondLst>
                                    <p:cond delay="0"/>
                                  </p:stCondLst>
                                  <p:childTnLst>
                                    <p:set>
                                      <p:cBhvr>
                                        <p:cTn dur="1" fill="hold">
                                          <p:stCondLst>
                                            <p:cond delay="0"/>
                                          </p:stCondLst>
                                        </p:cTn>
                                        <p:tgtEl>
                                          <p:spTgt spid="767"/>
                                        </p:tgtEl>
                                        <p:attrNameLst>
                                          <p:attrName>style.visibility</p:attrName>
                                        </p:attrNameLst>
                                      </p:cBhvr>
                                      <p:to>
                                        <p:strVal val="visible"/>
                                      </p:to>
                                    </p:set>
                                    <p:animEffect filter="fade" transition="in">
                                      <p:cBhvr>
                                        <p:cTn dur="500"/>
                                        <p:tgtEl>
                                          <p:spTgt spid="767"/>
                                        </p:tgtEl>
                                      </p:cBhvr>
                                    </p:animEffect>
                                  </p:childTnLst>
                                </p:cTn>
                              </p:par>
                              <p:par>
                                <p:cTn fill="hold" nodeType="withEffect" presetClass="entr" presetID="10" presetSubtype="0">
                                  <p:stCondLst>
                                    <p:cond delay="0"/>
                                  </p:stCondLst>
                                  <p:childTnLst>
                                    <p:set>
                                      <p:cBhvr>
                                        <p:cTn dur="1" fill="hold">
                                          <p:stCondLst>
                                            <p:cond delay="0"/>
                                          </p:stCondLst>
                                        </p:cTn>
                                        <p:tgtEl>
                                          <p:spTgt spid="768"/>
                                        </p:tgtEl>
                                        <p:attrNameLst>
                                          <p:attrName>style.visibility</p:attrName>
                                        </p:attrNameLst>
                                      </p:cBhvr>
                                      <p:to>
                                        <p:strVal val="visible"/>
                                      </p:to>
                                    </p:set>
                                    <p:animEffect filter="fade" transition="in">
                                      <p:cBhvr>
                                        <p:cTn dur="500"/>
                                        <p:tgtEl>
                                          <p:spTgt spid="768"/>
                                        </p:tgtEl>
                                      </p:cBhvr>
                                    </p:animEffect>
                                  </p:childTnLst>
                                </p:cTn>
                              </p:par>
                              <p:par>
                                <p:cTn fill="hold" nodeType="withEffect" presetClass="entr" presetID="10" presetSubtype="0">
                                  <p:stCondLst>
                                    <p:cond delay="0"/>
                                  </p:stCondLst>
                                  <p:childTnLst>
                                    <p:set>
                                      <p:cBhvr>
                                        <p:cTn dur="1" fill="hold">
                                          <p:stCondLst>
                                            <p:cond delay="0"/>
                                          </p:stCondLst>
                                        </p:cTn>
                                        <p:tgtEl>
                                          <p:spTgt spid="769"/>
                                        </p:tgtEl>
                                        <p:attrNameLst>
                                          <p:attrName>style.visibility</p:attrName>
                                        </p:attrNameLst>
                                      </p:cBhvr>
                                      <p:to>
                                        <p:strVal val="visible"/>
                                      </p:to>
                                    </p:set>
                                    <p:animEffect filter="fade" transition="in">
                                      <p:cBhvr>
                                        <p:cTn dur="500"/>
                                        <p:tgtEl>
                                          <p:spTgt spid="769"/>
                                        </p:tgtEl>
                                      </p:cBhvr>
                                    </p:animEffect>
                                  </p:childTnLst>
                                </p:cTn>
                              </p:par>
                              <p:par>
                                <p:cTn fill="hold" nodeType="withEffect" presetClass="entr" presetID="10" presetSubtype="0">
                                  <p:stCondLst>
                                    <p:cond delay="0"/>
                                  </p:stCondLst>
                                  <p:childTnLst>
                                    <p:set>
                                      <p:cBhvr>
                                        <p:cTn dur="1" fill="hold">
                                          <p:stCondLst>
                                            <p:cond delay="0"/>
                                          </p:stCondLst>
                                        </p:cTn>
                                        <p:tgtEl>
                                          <p:spTgt spid="770"/>
                                        </p:tgtEl>
                                        <p:attrNameLst>
                                          <p:attrName>style.visibility</p:attrName>
                                        </p:attrNameLst>
                                      </p:cBhvr>
                                      <p:to>
                                        <p:strVal val="visible"/>
                                      </p:to>
                                    </p:set>
                                    <p:animEffect filter="fade" transition="in">
                                      <p:cBhvr>
                                        <p:cTn dur="500"/>
                                        <p:tgtEl>
                                          <p:spTgt spid="770"/>
                                        </p:tgtEl>
                                      </p:cBhvr>
                                    </p:animEffect>
                                  </p:childTnLst>
                                </p:cTn>
                              </p:par>
                              <p:par>
                                <p:cTn fill="hold" nodeType="withEffect" presetClass="entr" presetID="10" presetSubtype="0">
                                  <p:stCondLst>
                                    <p:cond delay="0"/>
                                  </p:stCondLst>
                                  <p:childTnLst>
                                    <p:set>
                                      <p:cBhvr>
                                        <p:cTn dur="1" fill="hold">
                                          <p:stCondLst>
                                            <p:cond delay="0"/>
                                          </p:stCondLst>
                                        </p:cTn>
                                        <p:tgtEl>
                                          <p:spTgt spid="771"/>
                                        </p:tgtEl>
                                        <p:attrNameLst>
                                          <p:attrName>style.visibility</p:attrName>
                                        </p:attrNameLst>
                                      </p:cBhvr>
                                      <p:to>
                                        <p:strVal val="visible"/>
                                      </p:to>
                                    </p:set>
                                    <p:animEffect filter="fade" transition="in">
                                      <p:cBhvr>
                                        <p:cTn dur="500"/>
                                        <p:tgtEl>
                                          <p:spTgt spid="771"/>
                                        </p:tgtEl>
                                      </p:cBhvr>
                                    </p:animEffect>
                                  </p:childTnLst>
                                </p:cTn>
                              </p:par>
                              <p:par>
                                <p:cTn fill="hold" nodeType="with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500"/>
                                        <p:tgtEl>
                                          <p:spTgt spid="7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5"/>
                                        </p:tgtEl>
                                        <p:attrNameLst>
                                          <p:attrName>style.visibility</p:attrName>
                                        </p:attrNameLst>
                                      </p:cBhvr>
                                      <p:to>
                                        <p:strVal val="visible"/>
                                      </p:to>
                                    </p:set>
                                    <p:animEffect filter="fade" transition="in">
                                      <p:cBhvr>
                                        <p:cTn dur="500"/>
                                        <p:tgtEl>
                                          <p:spTgt spid="745"/>
                                        </p:tgtEl>
                                      </p:cBhvr>
                                    </p:animEffect>
                                  </p:childTnLst>
                                </p:cTn>
                              </p:par>
                              <p:par>
                                <p:cTn fill="hold" nodeType="withEffect" presetClass="entr" presetID="10" presetSubtype="0">
                                  <p:stCondLst>
                                    <p:cond delay="0"/>
                                  </p:stCondLst>
                                  <p:childTnLst>
                                    <p:set>
                                      <p:cBhvr>
                                        <p:cTn dur="1" fill="hold">
                                          <p:stCondLst>
                                            <p:cond delay="0"/>
                                          </p:stCondLst>
                                        </p:cTn>
                                        <p:tgtEl>
                                          <p:spTgt spid="746"/>
                                        </p:tgtEl>
                                        <p:attrNameLst>
                                          <p:attrName>style.visibility</p:attrName>
                                        </p:attrNameLst>
                                      </p:cBhvr>
                                      <p:to>
                                        <p:strVal val="visible"/>
                                      </p:to>
                                    </p:set>
                                    <p:animEffect filter="fade" transition="in">
                                      <p:cBhvr>
                                        <p:cTn dur="500"/>
                                        <p:tgtEl>
                                          <p:spTgt spid="746"/>
                                        </p:tgtEl>
                                      </p:cBhvr>
                                    </p:animEffect>
                                  </p:childTnLst>
                                </p:cTn>
                              </p:par>
                              <p:par>
                                <p:cTn fill="hold" nodeType="withEffect" presetClass="entr" presetID="10" presetSubtype="0">
                                  <p:stCondLst>
                                    <p:cond delay="0"/>
                                  </p:stCondLst>
                                  <p:childTnLst>
                                    <p:set>
                                      <p:cBhvr>
                                        <p:cTn dur="1" fill="hold">
                                          <p:stCondLst>
                                            <p:cond delay="0"/>
                                          </p:stCondLst>
                                        </p:cTn>
                                        <p:tgtEl>
                                          <p:spTgt spid="747"/>
                                        </p:tgtEl>
                                        <p:attrNameLst>
                                          <p:attrName>style.visibility</p:attrName>
                                        </p:attrNameLst>
                                      </p:cBhvr>
                                      <p:to>
                                        <p:strVal val="visible"/>
                                      </p:to>
                                    </p:set>
                                    <p:animEffect filter="fade" transition="in">
                                      <p:cBhvr>
                                        <p:cTn dur="500"/>
                                        <p:tgtEl>
                                          <p:spTgt spid="747"/>
                                        </p:tgtEl>
                                      </p:cBhvr>
                                    </p:animEffect>
                                  </p:childTnLst>
                                </p:cTn>
                              </p:par>
                              <p:par>
                                <p:cTn fill="hold" nodeType="withEffect" presetClass="entr" presetID="10" presetSubtype="0">
                                  <p:stCondLst>
                                    <p:cond delay="0"/>
                                  </p:stCondLst>
                                  <p:childTnLst>
                                    <p:set>
                                      <p:cBhvr>
                                        <p:cTn dur="1" fill="hold">
                                          <p:stCondLst>
                                            <p:cond delay="0"/>
                                          </p:stCondLst>
                                        </p:cTn>
                                        <p:tgtEl>
                                          <p:spTgt spid="748"/>
                                        </p:tgtEl>
                                        <p:attrNameLst>
                                          <p:attrName>style.visibility</p:attrName>
                                        </p:attrNameLst>
                                      </p:cBhvr>
                                      <p:to>
                                        <p:strVal val="visible"/>
                                      </p:to>
                                    </p:set>
                                    <p:animEffect filter="fade" transition="in">
                                      <p:cBhvr>
                                        <p:cTn dur="500"/>
                                        <p:tgtEl>
                                          <p:spTgt spid="748"/>
                                        </p:tgtEl>
                                      </p:cBhvr>
                                    </p:animEffect>
                                  </p:childTnLst>
                                </p:cTn>
                              </p:par>
                              <p:par>
                                <p:cTn fill="hold" nodeType="withEffect" presetClass="entr" presetID="10" presetSubtype="0">
                                  <p:stCondLst>
                                    <p:cond delay="0"/>
                                  </p:stCondLst>
                                  <p:childTnLst>
                                    <p:set>
                                      <p:cBhvr>
                                        <p:cTn dur="1" fill="hold">
                                          <p:stCondLst>
                                            <p:cond delay="0"/>
                                          </p:stCondLst>
                                        </p:cTn>
                                        <p:tgtEl>
                                          <p:spTgt spid="749"/>
                                        </p:tgtEl>
                                        <p:attrNameLst>
                                          <p:attrName>style.visibility</p:attrName>
                                        </p:attrNameLst>
                                      </p:cBhvr>
                                      <p:to>
                                        <p:strVal val="visible"/>
                                      </p:to>
                                    </p:set>
                                    <p:animEffect filter="fade" transition="in">
                                      <p:cBhvr>
                                        <p:cTn dur="500"/>
                                        <p:tgtEl>
                                          <p:spTgt spid="749"/>
                                        </p:tgtEl>
                                      </p:cBhvr>
                                    </p:animEffect>
                                  </p:childTnLst>
                                </p:cTn>
                              </p:par>
                              <p:par>
                                <p:cTn fill="hold" nodeType="withEffect" presetClass="entr" presetID="10" presetSubtype="0">
                                  <p:stCondLst>
                                    <p:cond delay="0"/>
                                  </p:stCondLst>
                                  <p:childTnLst>
                                    <p:set>
                                      <p:cBhvr>
                                        <p:cTn dur="1" fill="hold">
                                          <p:stCondLst>
                                            <p:cond delay="0"/>
                                          </p:stCondLst>
                                        </p:cTn>
                                        <p:tgtEl>
                                          <p:spTgt spid="750"/>
                                        </p:tgtEl>
                                        <p:attrNameLst>
                                          <p:attrName>style.visibility</p:attrName>
                                        </p:attrNameLst>
                                      </p:cBhvr>
                                      <p:to>
                                        <p:strVal val="visible"/>
                                      </p:to>
                                    </p:set>
                                    <p:animEffect filter="fade" transition="in">
                                      <p:cBhvr>
                                        <p:cTn dur="500"/>
                                        <p:tgtEl>
                                          <p:spTgt spid="750"/>
                                        </p:tgtEl>
                                      </p:cBhvr>
                                    </p:animEffect>
                                  </p:childTnLst>
                                </p:cTn>
                              </p:par>
                              <p:par>
                                <p:cTn fill="hold" nodeType="with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500"/>
                                        <p:tgtEl>
                                          <p:spTgt spid="7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500"/>
                                        <p:tgtEl>
                                          <p:spTgt spid="734"/>
                                        </p:tgtEl>
                                      </p:cBhvr>
                                    </p:animEffect>
                                  </p:childTnLst>
                                </p:cTn>
                              </p:par>
                              <p:par>
                                <p:cTn fill="hold" nodeType="withEffect" presetClass="entr" presetID="10" presetSubtype="0">
                                  <p:stCondLst>
                                    <p:cond delay="0"/>
                                  </p:stCondLst>
                                  <p:childTnLst>
                                    <p:set>
                                      <p:cBhvr>
                                        <p:cTn dur="1" fill="hold">
                                          <p:stCondLst>
                                            <p:cond delay="0"/>
                                          </p:stCondLst>
                                        </p:cTn>
                                        <p:tgtEl>
                                          <p:spTgt spid="735"/>
                                        </p:tgtEl>
                                        <p:attrNameLst>
                                          <p:attrName>style.visibility</p:attrName>
                                        </p:attrNameLst>
                                      </p:cBhvr>
                                      <p:to>
                                        <p:strVal val="visible"/>
                                      </p:to>
                                    </p:set>
                                    <p:animEffect filter="fade" transition="in">
                                      <p:cBhvr>
                                        <p:cTn dur="500"/>
                                        <p:tgtEl>
                                          <p:spTgt spid="735"/>
                                        </p:tgtEl>
                                      </p:cBhvr>
                                    </p:animEffect>
                                  </p:childTnLst>
                                </p:cTn>
                              </p:par>
                              <p:par>
                                <p:cTn fill="hold" nodeType="with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500"/>
                                        <p:tgtEl>
                                          <p:spTgt spid="736"/>
                                        </p:tgtEl>
                                      </p:cBhvr>
                                    </p:animEffect>
                                  </p:childTnLst>
                                </p:cTn>
                              </p:par>
                              <p:par>
                                <p:cTn fill="hold" nodeType="withEffect" presetClass="entr" presetID="10" presetSubtype="0">
                                  <p:stCondLst>
                                    <p:cond delay="0"/>
                                  </p:stCondLst>
                                  <p:childTnLst>
                                    <p:set>
                                      <p:cBhvr>
                                        <p:cTn dur="1" fill="hold">
                                          <p:stCondLst>
                                            <p:cond delay="0"/>
                                          </p:stCondLst>
                                        </p:cTn>
                                        <p:tgtEl>
                                          <p:spTgt spid="737"/>
                                        </p:tgtEl>
                                        <p:attrNameLst>
                                          <p:attrName>style.visibility</p:attrName>
                                        </p:attrNameLst>
                                      </p:cBhvr>
                                      <p:to>
                                        <p:strVal val="visible"/>
                                      </p:to>
                                    </p:set>
                                    <p:animEffect filter="fade" transition="in">
                                      <p:cBhvr>
                                        <p:cTn dur="500"/>
                                        <p:tgtEl>
                                          <p:spTgt spid="73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52"/>
                                        </p:tgtEl>
                                        <p:attrNameLst>
                                          <p:attrName>style.visibility</p:attrName>
                                        </p:attrNameLst>
                                      </p:cBhvr>
                                      <p:to>
                                        <p:strVal val="visible"/>
                                      </p:to>
                                    </p:set>
                                    <p:animEffect filter="fade" transition="in">
                                      <p:cBhvr>
                                        <p:cTn dur="500"/>
                                        <p:tgtEl>
                                          <p:spTgt spid="752"/>
                                        </p:tgtEl>
                                      </p:cBhvr>
                                    </p:animEffect>
                                  </p:childTnLst>
                                </p:cTn>
                              </p:par>
                              <p:par>
                                <p:cTn fill="hold" nodeType="withEffect" presetClass="entr" presetID="10" presetSubtype="0">
                                  <p:stCondLst>
                                    <p:cond delay="0"/>
                                  </p:stCondLst>
                                  <p:childTnLst>
                                    <p:set>
                                      <p:cBhvr>
                                        <p:cTn dur="1" fill="hold">
                                          <p:stCondLst>
                                            <p:cond delay="0"/>
                                          </p:stCondLst>
                                        </p:cTn>
                                        <p:tgtEl>
                                          <p:spTgt spid="755"/>
                                        </p:tgtEl>
                                        <p:attrNameLst>
                                          <p:attrName>style.visibility</p:attrName>
                                        </p:attrNameLst>
                                      </p:cBhvr>
                                      <p:to>
                                        <p:strVal val="visible"/>
                                      </p:to>
                                    </p:set>
                                    <p:animEffect filter="fade" transition="in">
                                      <p:cBhvr>
                                        <p:cTn dur="500"/>
                                        <p:tgtEl>
                                          <p:spTgt spid="755"/>
                                        </p:tgtEl>
                                      </p:cBhvr>
                                    </p:animEffect>
                                  </p:childTnLst>
                                </p:cTn>
                              </p:par>
                              <p:par>
                                <p:cTn fill="hold" nodeType="with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500"/>
                                        <p:tgtEl>
                                          <p:spTgt spid="756"/>
                                        </p:tgtEl>
                                      </p:cBhvr>
                                    </p:animEffect>
                                  </p:childTnLst>
                                </p:cTn>
                              </p:par>
                              <p:par>
                                <p:cTn fill="hold" nodeType="withEffect" presetClass="entr" presetID="10" presetSubtype="0">
                                  <p:stCondLst>
                                    <p:cond delay="0"/>
                                  </p:stCondLst>
                                  <p:childTnLst>
                                    <p:set>
                                      <p:cBhvr>
                                        <p:cTn dur="1" fill="hold">
                                          <p:stCondLst>
                                            <p:cond delay="0"/>
                                          </p:stCondLst>
                                        </p:cTn>
                                        <p:tgtEl>
                                          <p:spTgt spid="753"/>
                                        </p:tgtEl>
                                        <p:attrNameLst>
                                          <p:attrName>style.visibility</p:attrName>
                                        </p:attrNameLst>
                                      </p:cBhvr>
                                      <p:to>
                                        <p:strVal val="visible"/>
                                      </p:to>
                                    </p:set>
                                    <p:animEffect filter="fade" transition="in">
                                      <p:cBhvr>
                                        <p:cTn dur="500"/>
                                        <p:tgtEl>
                                          <p:spTgt spid="753"/>
                                        </p:tgtEl>
                                      </p:cBhvr>
                                    </p:animEffect>
                                  </p:childTnLst>
                                </p:cTn>
                              </p:par>
                              <p:par>
                                <p:cTn fill="hold" nodeType="withEffect" presetClass="entr" presetID="10" presetSubtype="0">
                                  <p:stCondLst>
                                    <p:cond delay="0"/>
                                  </p:stCondLst>
                                  <p:childTnLst>
                                    <p:set>
                                      <p:cBhvr>
                                        <p:cTn dur="1" fill="hold">
                                          <p:stCondLst>
                                            <p:cond delay="0"/>
                                          </p:stCondLst>
                                        </p:cTn>
                                        <p:tgtEl>
                                          <p:spTgt spid="738"/>
                                        </p:tgtEl>
                                        <p:attrNameLst>
                                          <p:attrName>style.visibility</p:attrName>
                                        </p:attrNameLst>
                                      </p:cBhvr>
                                      <p:to>
                                        <p:strVal val="visible"/>
                                      </p:to>
                                    </p:set>
                                    <p:animEffect filter="fade" transition="in">
                                      <p:cBhvr>
                                        <p:cTn dur="500"/>
                                        <p:tgtEl>
                                          <p:spTgt spid="738"/>
                                        </p:tgtEl>
                                      </p:cBhvr>
                                    </p:animEffect>
                                  </p:childTnLst>
                                </p:cTn>
                              </p:par>
                              <p:par>
                                <p:cTn fill="hold" nodeType="with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500"/>
                                        <p:tgtEl>
                                          <p:spTgt spid="739"/>
                                        </p:tgtEl>
                                      </p:cBhvr>
                                    </p:animEffect>
                                  </p:childTnLst>
                                </p:cTn>
                              </p:par>
                              <p:par>
                                <p:cTn fill="hold" nodeType="with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500"/>
                                        <p:tgtEl>
                                          <p:spTgt spid="740"/>
                                        </p:tgtEl>
                                      </p:cBhvr>
                                    </p:animEffect>
                                  </p:childTnLst>
                                </p:cTn>
                              </p:par>
                              <p:par>
                                <p:cTn fill="hold" nodeType="with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500"/>
                                        <p:tgtEl>
                                          <p:spTgt spid="7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54"/>
                                        </p:tgtEl>
                                        <p:attrNameLst>
                                          <p:attrName>style.visibility</p:attrName>
                                        </p:attrNameLst>
                                      </p:cBhvr>
                                      <p:to>
                                        <p:strVal val="visible"/>
                                      </p:to>
                                    </p:set>
                                    <p:animEffect filter="fade" transition="in">
                                      <p:cBhvr>
                                        <p:cTn dur="500"/>
                                        <p:tgtEl>
                                          <p:spTgt spid="754"/>
                                        </p:tgtEl>
                                      </p:cBhvr>
                                    </p:animEffect>
                                  </p:childTnLst>
                                </p:cTn>
                              </p:par>
                              <p:par>
                                <p:cTn fill="hold" nodeType="withEffect" presetClass="entr" presetID="10" presetSubtype="0">
                                  <p:stCondLst>
                                    <p:cond delay="0"/>
                                  </p:stCondLst>
                                  <p:childTnLst>
                                    <p:set>
                                      <p:cBhvr>
                                        <p:cTn dur="1" fill="hold">
                                          <p:stCondLst>
                                            <p:cond delay="0"/>
                                          </p:stCondLst>
                                        </p:cTn>
                                        <p:tgtEl>
                                          <p:spTgt spid="757"/>
                                        </p:tgtEl>
                                        <p:attrNameLst>
                                          <p:attrName>style.visibility</p:attrName>
                                        </p:attrNameLst>
                                      </p:cBhvr>
                                      <p:to>
                                        <p:strVal val="visible"/>
                                      </p:to>
                                    </p:set>
                                    <p:animEffect filter="fade" transition="in">
                                      <p:cBhvr>
                                        <p:cTn dur="500"/>
                                        <p:tgtEl>
                                          <p:spTgt spid="757"/>
                                        </p:tgtEl>
                                      </p:cBhvr>
                                    </p:animEffect>
                                  </p:childTnLst>
                                </p:cTn>
                              </p:par>
                              <p:par>
                                <p:cTn fill="hold" nodeType="withEffect" presetClass="entr" presetID="10" presetSubtype="0">
                                  <p:stCondLst>
                                    <p:cond delay="0"/>
                                  </p:stCondLst>
                                  <p:childTnLst>
                                    <p:set>
                                      <p:cBhvr>
                                        <p:cTn dur="1" fill="hold">
                                          <p:stCondLst>
                                            <p:cond delay="0"/>
                                          </p:stCondLst>
                                        </p:cTn>
                                        <p:tgtEl>
                                          <p:spTgt spid="759"/>
                                        </p:tgtEl>
                                        <p:attrNameLst>
                                          <p:attrName>style.visibility</p:attrName>
                                        </p:attrNameLst>
                                      </p:cBhvr>
                                      <p:to>
                                        <p:strVal val="visible"/>
                                      </p:to>
                                    </p:set>
                                    <p:animEffect filter="fade" transition="in">
                                      <p:cBhvr>
                                        <p:cTn dur="500"/>
                                        <p:tgtEl>
                                          <p:spTgt spid="759"/>
                                        </p:tgtEl>
                                      </p:cBhvr>
                                    </p:animEffect>
                                  </p:childTnLst>
                                </p:cTn>
                              </p:par>
                              <p:par>
                                <p:cTn fill="hold" nodeType="with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500"/>
                                        <p:tgtEl>
                                          <p:spTgt spid="7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500"/>
                                        <p:tgtEl>
                                          <p:spTgt spid="77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500"/>
                                        <p:tgtEl>
                                          <p:spTgt spid="7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80"/>
                                        </p:tgtEl>
                                        <p:attrNameLst>
                                          <p:attrName>style.visibility</p:attrName>
                                        </p:attrNameLst>
                                      </p:cBhvr>
                                      <p:to>
                                        <p:strVal val="visible"/>
                                      </p:to>
                                    </p:set>
                                    <p:animEffect filter="fade" transition="in">
                                      <p:cBhvr>
                                        <p:cTn dur="500"/>
                                        <p:tgtEl>
                                          <p:spTgt spid="78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500"/>
                                        <p:tgtEl>
                                          <p:spTgt spid="77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500"/>
                                        <p:tgtEl>
                                          <p:spTgt spid="7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9"/>
                                        </p:tgtEl>
                                        <p:attrNameLst>
                                          <p:attrName>style.visibility</p:attrName>
                                        </p:attrNameLst>
                                      </p:cBhvr>
                                      <p:to>
                                        <p:strVal val="visible"/>
                                      </p:to>
                                    </p:set>
                                    <p:animEffect filter="fade" transition="in">
                                      <p:cBhvr>
                                        <p:cTn dur="500"/>
                                        <p:tgtEl>
                                          <p:spTgt spid="7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500"/>
                                        <p:tgtEl>
                                          <p:spTgt spid="7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82"/>
                                        </p:tgtEl>
                                        <p:attrNameLst>
                                          <p:attrName>style.visibility</p:attrName>
                                        </p:attrNameLst>
                                      </p:cBhvr>
                                      <p:to>
                                        <p:strVal val="visible"/>
                                      </p:to>
                                    </p:set>
                                    <p:animEffect filter="fade" transition="in">
                                      <p:cBhvr>
                                        <p:cTn dur="500"/>
                                        <p:tgtEl>
                                          <p:spTgt spid="7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78"/>
                                        </p:tgtEl>
                                        <p:attrNameLst>
                                          <p:attrName>style.visibility</p:attrName>
                                        </p:attrNameLst>
                                      </p:cBhvr>
                                      <p:to>
                                        <p:strVal val="visible"/>
                                      </p:to>
                                    </p:set>
                                    <p:animEffect filter="fade" transition="in">
                                      <p:cBhvr>
                                        <p:cTn dur="500"/>
                                        <p:tgtEl>
                                          <p:spTgt spid="7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1"/>
                                        </p:tgtEl>
                                        <p:attrNameLst>
                                          <p:attrName>style.visibility</p:attrName>
                                        </p:attrNameLst>
                                      </p:cBhvr>
                                      <p:to>
                                        <p:strVal val="visible"/>
                                      </p:to>
                                    </p:set>
                                    <p:animEffect filter="fade" transition="in">
                                      <p:cBhvr>
                                        <p:cTn dur="500"/>
                                        <p:tgtEl>
                                          <p:spTgt spid="7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13"/>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Hướng tiếp cận 1</a:t>
            </a:r>
            <a:endParaRPr/>
          </a:p>
        </p:txBody>
      </p:sp>
      <p:sp>
        <p:nvSpPr>
          <p:cNvPr id="789" name="Google Shape;789;p13"/>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Nhập / Xuất theo chỉ số mảng 2 chiều</a:t>
            </a:r>
            <a:endParaRPr/>
          </a:p>
        </p:txBody>
      </p:sp>
      <p:sp>
        <p:nvSpPr>
          <p:cNvPr id="790" name="Google Shape;790;p13"/>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791" name="Google Shape;791;p13"/>
          <p:cNvSpPr/>
          <p:nvPr/>
        </p:nvSpPr>
        <p:spPr>
          <a:xfrm>
            <a:off x="685800" y="2057400"/>
            <a:ext cx="152400" cy="45720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92" name="Google Shape;792;p13"/>
          <p:cNvSpPr txBox="1"/>
          <p:nvPr/>
        </p:nvSpPr>
        <p:spPr>
          <a:xfrm>
            <a:off x="838200" y="2057400"/>
            <a:ext cx="8305800" cy="4400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a[D][C], i, d, 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*p = (int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for (i = 0; i &lt; D*C;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printf(“Nhap a[%d][%d]: ”, i / C, i % 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scanf(“%d”, p +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for (d = 0; d &lt; D; 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for (c = 0; c &lt; C; 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printf(“%d ”, *(p + d * C + c));// *p++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500"/>
                                        <p:tgtEl>
                                          <p:spTgt spid="791"/>
                                        </p:tgtEl>
                                      </p:cBhvr>
                                    </p:animEffect>
                                  </p:childTnLst>
                                </p:cTn>
                              </p:par>
                              <p:par>
                                <p:cTn fill="hold" nodeType="withEffect" presetClass="entr" presetID="10" presetSubtype="0">
                                  <p:stCondLst>
                                    <p:cond delay="0"/>
                                  </p:stCondLst>
                                  <p:childTnLst>
                                    <p:set>
                                      <p:cBhvr>
                                        <p:cTn dur="1" fill="hold">
                                          <p:stCondLst>
                                            <p:cond delay="0"/>
                                          </p:stCondLst>
                                        </p:cTn>
                                        <p:tgtEl>
                                          <p:spTgt spid="792"/>
                                        </p:tgtEl>
                                        <p:attrNameLst>
                                          <p:attrName>style.visibility</p:attrName>
                                        </p:attrNameLst>
                                      </p:cBhvr>
                                      <p:to>
                                        <p:strVal val="visible"/>
                                      </p:to>
                                    </p:set>
                                    <p:animEffect filter="fade" transition="in">
                                      <p:cBhvr>
                                        <p:cTn dur="500"/>
                                        <p:tgtEl>
                                          <p:spTgt spid="7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4"/>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Hướng tiếp cận 2</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Mảng 1 chiều, mỗi phần tử là mảng 1 chiều</a:t>
            </a:r>
            <a:endParaRPr/>
          </a:p>
          <a:p>
            <a:pPr indent="-228600" lvl="2" marL="1143000" marR="0" rtl="0" algn="l">
              <a:lnSpc>
                <a:spcPct val="100000"/>
              </a:lnSpc>
              <a:spcBef>
                <a:spcPts val="480"/>
              </a:spcBef>
              <a:spcAft>
                <a:spcPts val="0"/>
              </a:spcAft>
              <a:buClr>
                <a:schemeClr val="dk1"/>
              </a:buClr>
              <a:buSzPts val="2400"/>
              <a:buFont typeface="Tahoma"/>
              <a:buChar char="•"/>
            </a:pPr>
            <a:r>
              <a:rPr b="0" i="0" lang="en-US" sz="2400" u="none" cap="none" strike="noStrike">
                <a:solidFill>
                  <a:schemeClr val="dk1"/>
                </a:solidFill>
                <a:latin typeface="Tahoma"/>
                <a:ea typeface="Tahoma"/>
                <a:cs typeface="Tahoma"/>
                <a:sym typeface="Tahoma"/>
              </a:rPr>
              <a:t>a chứa a[0], a[1], … 🡺 a = &amp;a[0]</a:t>
            </a:r>
            <a:endParaRPr/>
          </a:p>
          <a:p>
            <a:pPr indent="-228600" lvl="2" marL="1143000" marR="0" rtl="0" algn="l">
              <a:lnSpc>
                <a:spcPct val="100000"/>
              </a:lnSpc>
              <a:spcBef>
                <a:spcPts val="480"/>
              </a:spcBef>
              <a:spcAft>
                <a:spcPts val="0"/>
              </a:spcAft>
              <a:buClr>
                <a:schemeClr val="dk1"/>
              </a:buClr>
              <a:buSzPts val="2400"/>
              <a:buFont typeface="Tahoma"/>
              <a:buChar char="•"/>
            </a:pPr>
            <a:r>
              <a:rPr b="0" i="0" lang="en-US" sz="2400" u="none" cap="none" strike="noStrike">
                <a:solidFill>
                  <a:schemeClr val="dk1"/>
                </a:solidFill>
                <a:latin typeface="Tahoma"/>
                <a:ea typeface="Tahoma"/>
                <a:cs typeface="Tahoma"/>
                <a:sym typeface="Tahoma"/>
              </a:rPr>
              <a:t>a[0] chứa a[0][0], a[0][1], … 🡺 a[0] = &amp;a[0][0]</a:t>
            </a:r>
            <a:endParaRPr/>
          </a:p>
        </p:txBody>
      </p:sp>
      <p:sp>
        <p:nvSpPr>
          <p:cNvPr id="799" name="Google Shape;799;p14"/>
          <p:cNvSpPr/>
          <p:nvPr/>
        </p:nvSpPr>
        <p:spPr>
          <a:xfrm>
            <a:off x="2590800" y="54102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800" name="Google Shape;800;p14"/>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và mảng 2 chiều</a:t>
            </a:r>
            <a:endParaRPr/>
          </a:p>
        </p:txBody>
      </p:sp>
      <p:sp>
        <p:nvSpPr>
          <p:cNvPr id="801" name="Google Shape;801;p14"/>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802" name="Google Shape;802;p14"/>
          <p:cNvSpPr/>
          <p:nvPr/>
        </p:nvSpPr>
        <p:spPr>
          <a:xfrm>
            <a:off x="2133600" y="44005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803" name="Google Shape;803;p14"/>
          <p:cNvSpPr/>
          <p:nvPr/>
        </p:nvSpPr>
        <p:spPr>
          <a:xfrm>
            <a:off x="3962400" y="44005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804" name="Google Shape;804;p14"/>
          <p:cNvSpPr/>
          <p:nvPr/>
        </p:nvSpPr>
        <p:spPr>
          <a:xfrm>
            <a:off x="5791200" y="440055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805" name="Google Shape;805;p14"/>
          <p:cNvSpPr txBox="1"/>
          <p:nvPr/>
        </p:nvSpPr>
        <p:spPr>
          <a:xfrm>
            <a:off x="304800" y="4933950"/>
            <a:ext cx="21336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000"/>
              <a:buFont typeface="Courier New"/>
              <a:buNone/>
            </a:pPr>
            <a:r>
              <a:rPr b="1" i="0" lang="en-US" sz="2000" u="none" cap="none" strike="noStrike">
                <a:solidFill>
                  <a:schemeClr val="accent2"/>
                </a:solidFill>
                <a:latin typeface="Courier New"/>
                <a:ea typeface="Courier New"/>
                <a:cs typeface="Courier New"/>
                <a:sym typeface="Courier New"/>
              </a:rPr>
              <a:t>int a[3][4]</a:t>
            </a:r>
            <a:endParaRPr b="0" i="0" sz="1400" u="none" cap="none" strike="noStrike">
              <a:solidFill>
                <a:srgbClr val="000000"/>
              </a:solidFill>
              <a:latin typeface="Arial"/>
              <a:ea typeface="Arial"/>
              <a:cs typeface="Arial"/>
              <a:sym typeface="Arial"/>
            </a:endParaRPr>
          </a:p>
        </p:txBody>
      </p:sp>
      <p:sp>
        <p:nvSpPr>
          <p:cNvPr id="806" name="Google Shape;806;p14"/>
          <p:cNvSpPr/>
          <p:nvPr/>
        </p:nvSpPr>
        <p:spPr>
          <a:xfrm>
            <a:off x="2133600" y="48577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07" name="Google Shape;807;p14"/>
          <p:cNvSpPr/>
          <p:nvPr/>
        </p:nvSpPr>
        <p:spPr>
          <a:xfrm>
            <a:off x="2590800" y="48577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08" name="Google Shape;808;p14"/>
          <p:cNvSpPr/>
          <p:nvPr/>
        </p:nvSpPr>
        <p:spPr>
          <a:xfrm>
            <a:off x="3048000" y="48577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09" name="Google Shape;809;p14"/>
          <p:cNvSpPr/>
          <p:nvPr/>
        </p:nvSpPr>
        <p:spPr>
          <a:xfrm>
            <a:off x="3505200" y="48577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0" name="Google Shape;810;p14"/>
          <p:cNvSpPr/>
          <p:nvPr/>
        </p:nvSpPr>
        <p:spPr>
          <a:xfrm>
            <a:off x="3962400" y="48577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1" name="Google Shape;811;p14"/>
          <p:cNvSpPr/>
          <p:nvPr/>
        </p:nvSpPr>
        <p:spPr>
          <a:xfrm>
            <a:off x="4419600" y="48577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2" name="Google Shape;812;p14"/>
          <p:cNvSpPr/>
          <p:nvPr/>
        </p:nvSpPr>
        <p:spPr>
          <a:xfrm>
            <a:off x="4876800" y="48577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3" name="Google Shape;813;p14"/>
          <p:cNvSpPr/>
          <p:nvPr/>
        </p:nvSpPr>
        <p:spPr>
          <a:xfrm>
            <a:off x="5334000" y="48577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4" name="Google Shape;814;p14"/>
          <p:cNvSpPr/>
          <p:nvPr/>
        </p:nvSpPr>
        <p:spPr>
          <a:xfrm>
            <a:off x="5791200" y="48577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5" name="Google Shape;815;p14"/>
          <p:cNvSpPr/>
          <p:nvPr/>
        </p:nvSpPr>
        <p:spPr>
          <a:xfrm>
            <a:off x="6248400" y="48577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6" name="Google Shape;816;p14"/>
          <p:cNvSpPr/>
          <p:nvPr/>
        </p:nvSpPr>
        <p:spPr>
          <a:xfrm>
            <a:off x="6705600" y="48577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7" name="Google Shape;817;p14"/>
          <p:cNvSpPr/>
          <p:nvPr/>
        </p:nvSpPr>
        <p:spPr>
          <a:xfrm>
            <a:off x="7162800" y="48577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8" name="Google Shape;818;p14"/>
          <p:cNvSpPr/>
          <p:nvPr/>
        </p:nvSpPr>
        <p:spPr>
          <a:xfrm>
            <a:off x="2133600" y="48006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9" name="Google Shape;819;p14"/>
          <p:cNvSpPr/>
          <p:nvPr/>
        </p:nvSpPr>
        <p:spPr>
          <a:xfrm>
            <a:off x="3962400" y="48006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20" name="Google Shape;820;p14"/>
          <p:cNvSpPr/>
          <p:nvPr/>
        </p:nvSpPr>
        <p:spPr>
          <a:xfrm>
            <a:off x="5791200" y="48006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21" name="Google Shape;821;p14"/>
          <p:cNvCxnSpPr/>
          <p:nvPr/>
        </p:nvCxnSpPr>
        <p:spPr>
          <a:xfrm rot="5400000">
            <a:off x="2105818" y="4142581"/>
            <a:ext cx="514350" cy="1587"/>
          </a:xfrm>
          <a:prstGeom prst="straightConnector1">
            <a:avLst/>
          </a:prstGeom>
          <a:noFill/>
          <a:ln cap="flat" cmpd="sng" w="38100">
            <a:solidFill>
              <a:srgbClr val="DD8443"/>
            </a:solidFill>
            <a:prstDash val="solid"/>
            <a:miter lim="800000"/>
            <a:headEnd len="sm" w="sm" type="none"/>
            <a:tailEnd len="med" w="med" type="stealth"/>
          </a:ln>
        </p:spPr>
      </p:cxnSp>
      <p:sp>
        <p:nvSpPr>
          <p:cNvPr id="822" name="Google Shape;822;p14"/>
          <p:cNvSpPr/>
          <p:nvPr/>
        </p:nvSpPr>
        <p:spPr>
          <a:xfrm>
            <a:off x="2132012" y="3427412"/>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2400"/>
              <a:buFont typeface="Verdana"/>
              <a:buNone/>
            </a:pPr>
            <a:r>
              <a:rPr b="0" i="0" lang="en-US" sz="2400" u="none" cap="none" strike="noStrike">
                <a:solidFill>
                  <a:srgbClr val="FF0000"/>
                </a:solidFill>
                <a:latin typeface="Verdana"/>
                <a:ea typeface="Verdana"/>
                <a:cs typeface="Verdana"/>
                <a:sym typeface="Verdana"/>
              </a:rPr>
              <a:t>a</a:t>
            </a:r>
            <a:endParaRPr b="0" i="0" sz="1400" u="none" cap="none" strike="noStrike">
              <a:solidFill>
                <a:srgbClr val="000000"/>
              </a:solidFill>
              <a:latin typeface="Arial"/>
              <a:ea typeface="Arial"/>
              <a:cs typeface="Arial"/>
              <a:sym typeface="Arial"/>
            </a:endParaRPr>
          </a:p>
        </p:txBody>
      </p:sp>
      <p:sp>
        <p:nvSpPr>
          <p:cNvPr id="823" name="Google Shape;823;p14"/>
          <p:cNvSpPr/>
          <p:nvPr/>
        </p:nvSpPr>
        <p:spPr>
          <a:xfrm>
            <a:off x="3048000" y="3886200"/>
            <a:ext cx="7425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cxnSp>
        <p:nvCxnSpPr>
          <p:cNvPr id="824" name="Google Shape;824;p14"/>
          <p:cNvCxnSpPr/>
          <p:nvPr/>
        </p:nvCxnSpPr>
        <p:spPr>
          <a:xfrm>
            <a:off x="2360612" y="3884612"/>
            <a:ext cx="1830387" cy="1587"/>
          </a:xfrm>
          <a:prstGeom prst="straightConnector1">
            <a:avLst/>
          </a:prstGeom>
          <a:noFill/>
          <a:ln cap="flat" cmpd="sng" w="38100">
            <a:solidFill>
              <a:srgbClr val="DD8443"/>
            </a:solidFill>
            <a:prstDash val="solid"/>
            <a:miter lim="800000"/>
            <a:headEnd len="sm" w="sm" type="none"/>
            <a:tailEnd len="sm" w="sm" type="none"/>
          </a:ln>
        </p:spPr>
      </p:cxnSp>
      <p:cxnSp>
        <p:nvCxnSpPr>
          <p:cNvPr id="825" name="Google Shape;825;p14"/>
          <p:cNvCxnSpPr/>
          <p:nvPr/>
        </p:nvCxnSpPr>
        <p:spPr>
          <a:xfrm rot="5400000">
            <a:off x="3934618" y="4142581"/>
            <a:ext cx="514350" cy="1587"/>
          </a:xfrm>
          <a:prstGeom prst="straightConnector1">
            <a:avLst/>
          </a:prstGeom>
          <a:noFill/>
          <a:ln cap="flat" cmpd="sng" w="38100">
            <a:solidFill>
              <a:srgbClr val="DD8443"/>
            </a:solidFill>
            <a:prstDash val="solid"/>
            <a:miter lim="800000"/>
            <a:headEnd len="sm" w="sm" type="none"/>
            <a:tailEnd len="med" w="med" type="stealth"/>
          </a:ln>
        </p:spPr>
      </p:cxnSp>
      <p:cxnSp>
        <p:nvCxnSpPr>
          <p:cNvPr id="826" name="Google Shape;826;p14"/>
          <p:cNvCxnSpPr/>
          <p:nvPr/>
        </p:nvCxnSpPr>
        <p:spPr>
          <a:xfrm rot="-5400000">
            <a:off x="2162175" y="5513387"/>
            <a:ext cx="398462" cy="1587"/>
          </a:xfrm>
          <a:prstGeom prst="straightConnector1">
            <a:avLst/>
          </a:prstGeom>
          <a:noFill/>
          <a:ln cap="flat" cmpd="sng" w="38100">
            <a:solidFill>
              <a:srgbClr val="DD8443"/>
            </a:solidFill>
            <a:prstDash val="solid"/>
            <a:miter lim="800000"/>
            <a:headEnd len="sm" w="sm" type="none"/>
            <a:tailEnd len="med" w="med" type="stealth"/>
          </a:ln>
        </p:spPr>
      </p:cxnSp>
      <p:sp>
        <p:nvSpPr>
          <p:cNvPr id="827" name="Google Shape;827;p14"/>
          <p:cNvSpPr/>
          <p:nvPr/>
        </p:nvSpPr>
        <p:spPr>
          <a:xfrm>
            <a:off x="1911050" y="5713400"/>
            <a:ext cx="8463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Verdana"/>
              <a:buNone/>
            </a:pPr>
            <a:r>
              <a:rPr b="0" i="0" lang="en-US" sz="1500" u="none" cap="none" strike="noStrike">
                <a:solidFill>
                  <a:srgbClr val="FF0000"/>
                </a:solidFill>
                <a:latin typeface="Verdana"/>
                <a:ea typeface="Verdana"/>
                <a:cs typeface="Verdana"/>
                <a:sym typeface="Verdana"/>
              </a:rPr>
              <a:t>a[0]</a:t>
            </a:r>
            <a:endParaRPr b="0" i="0" sz="500" u="none" cap="none" strike="noStrike">
              <a:solidFill>
                <a:srgbClr val="000000"/>
              </a:solidFill>
              <a:latin typeface="Arial"/>
              <a:ea typeface="Arial"/>
              <a:cs typeface="Arial"/>
              <a:sym typeface="Arial"/>
            </a:endParaRPr>
          </a:p>
        </p:txBody>
      </p:sp>
      <p:cxnSp>
        <p:nvCxnSpPr>
          <p:cNvPr id="828" name="Google Shape;828;p14"/>
          <p:cNvCxnSpPr/>
          <p:nvPr/>
        </p:nvCxnSpPr>
        <p:spPr>
          <a:xfrm rot="-5400000">
            <a:off x="2401093" y="5293518"/>
            <a:ext cx="379412" cy="460375"/>
          </a:xfrm>
          <a:prstGeom prst="straightConnector1">
            <a:avLst/>
          </a:prstGeom>
          <a:noFill/>
          <a:ln cap="flat" cmpd="sng" w="38100">
            <a:solidFill>
              <a:srgbClr val="DD8443"/>
            </a:solidFill>
            <a:prstDash val="solid"/>
            <a:miter lim="800000"/>
            <a:headEnd len="sm" w="sm"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5"/>
                                        </p:tgtEl>
                                        <p:attrNameLst>
                                          <p:attrName>style.visibility</p:attrName>
                                        </p:attrNameLst>
                                      </p:cBhvr>
                                      <p:to>
                                        <p:strVal val="visible"/>
                                      </p:to>
                                    </p:set>
                                    <p:animEffect filter="fade" transition="in">
                                      <p:cBhvr>
                                        <p:cTn dur="500"/>
                                        <p:tgtEl>
                                          <p:spTgt spid="80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06"/>
                                        </p:tgtEl>
                                        <p:attrNameLst>
                                          <p:attrName>style.visibility</p:attrName>
                                        </p:attrNameLst>
                                      </p:cBhvr>
                                      <p:to>
                                        <p:strVal val="visible"/>
                                      </p:to>
                                    </p:set>
                                    <p:animEffect filter="fade" transition="in">
                                      <p:cBhvr>
                                        <p:cTn dur="500"/>
                                        <p:tgtEl>
                                          <p:spTgt spid="806"/>
                                        </p:tgtEl>
                                      </p:cBhvr>
                                    </p:animEffect>
                                  </p:childTnLst>
                                </p:cTn>
                              </p:par>
                              <p:par>
                                <p:cTn fill="hold" nodeType="withEffect" presetClass="entr" presetID="10" presetSubtype="0">
                                  <p:stCondLst>
                                    <p:cond delay="0"/>
                                  </p:stCondLst>
                                  <p:childTnLst>
                                    <p:set>
                                      <p:cBhvr>
                                        <p:cTn dur="1" fill="hold">
                                          <p:stCondLst>
                                            <p:cond delay="0"/>
                                          </p:stCondLst>
                                        </p:cTn>
                                        <p:tgtEl>
                                          <p:spTgt spid="807"/>
                                        </p:tgtEl>
                                        <p:attrNameLst>
                                          <p:attrName>style.visibility</p:attrName>
                                        </p:attrNameLst>
                                      </p:cBhvr>
                                      <p:to>
                                        <p:strVal val="visible"/>
                                      </p:to>
                                    </p:set>
                                    <p:animEffect filter="fade" transition="in">
                                      <p:cBhvr>
                                        <p:cTn dur="500"/>
                                        <p:tgtEl>
                                          <p:spTgt spid="807"/>
                                        </p:tgtEl>
                                      </p:cBhvr>
                                    </p:animEffect>
                                  </p:childTnLst>
                                </p:cTn>
                              </p:par>
                              <p:par>
                                <p:cTn fill="hold" nodeType="withEffect" presetClass="entr" presetID="10" presetSubtype="0">
                                  <p:stCondLst>
                                    <p:cond delay="0"/>
                                  </p:stCondLst>
                                  <p:childTnLst>
                                    <p:set>
                                      <p:cBhvr>
                                        <p:cTn dur="1" fill="hold">
                                          <p:stCondLst>
                                            <p:cond delay="0"/>
                                          </p:stCondLst>
                                        </p:cTn>
                                        <p:tgtEl>
                                          <p:spTgt spid="808"/>
                                        </p:tgtEl>
                                        <p:attrNameLst>
                                          <p:attrName>style.visibility</p:attrName>
                                        </p:attrNameLst>
                                      </p:cBhvr>
                                      <p:to>
                                        <p:strVal val="visible"/>
                                      </p:to>
                                    </p:set>
                                    <p:animEffect filter="fade" transition="in">
                                      <p:cBhvr>
                                        <p:cTn dur="500"/>
                                        <p:tgtEl>
                                          <p:spTgt spid="808"/>
                                        </p:tgtEl>
                                      </p:cBhvr>
                                    </p:animEffect>
                                  </p:childTnLst>
                                </p:cTn>
                              </p:par>
                              <p:par>
                                <p:cTn fill="hold" nodeType="withEffect" presetClass="entr" presetID="10" presetSubtype="0">
                                  <p:stCondLst>
                                    <p:cond delay="0"/>
                                  </p:stCondLst>
                                  <p:childTnLst>
                                    <p:set>
                                      <p:cBhvr>
                                        <p:cTn dur="1" fill="hold">
                                          <p:stCondLst>
                                            <p:cond delay="0"/>
                                          </p:stCondLst>
                                        </p:cTn>
                                        <p:tgtEl>
                                          <p:spTgt spid="809"/>
                                        </p:tgtEl>
                                        <p:attrNameLst>
                                          <p:attrName>style.visibility</p:attrName>
                                        </p:attrNameLst>
                                      </p:cBhvr>
                                      <p:to>
                                        <p:strVal val="visible"/>
                                      </p:to>
                                    </p:set>
                                    <p:animEffect filter="fade" transition="in">
                                      <p:cBhvr>
                                        <p:cTn dur="500"/>
                                        <p:tgtEl>
                                          <p:spTgt spid="809"/>
                                        </p:tgtEl>
                                      </p:cBhvr>
                                    </p:animEffect>
                                  </p:childTnLst>
                                </p:cTn>
                              </p:par>
                              <p:par>
                                <p:cTn fill="hold" nodeType="withEffect" presetClass="entr" presetID="10" presetSubtype="0">
                                  <p:stCondLst>
                                    <p:cond delay="0"/>
                                  </p:stCondLst>
                                  <p:childTnLst>
                                    <p:set>
                                      <p:cBhvr>
                                        <p:cTn dur="1" fill="hold">
                                          <p:stCondLst>
                                            <p:cond delay="0"/>
                                          </p:stCondLst>
                                        </p:cTn>
                                        <p:tgtEl>
                                          <p:spTgt spid="810"/>
                                        </p:tgtEl>
                                        <p:attrNameLst>
                                          <p:attrName>style.visibility</p:attrName>
                                        </p:attrNameLst>
                                      </p:cBhvr>
                                      <p:to>
                                        <p:strVal val="visible"/>
                                      </p:to>
                                    </p:set>
                                    <p:animEffect filter="fade" transition="in">
                                      <p:cBhvr>
                                        <p:cTn dur="500"/>
                                        <p:tgtEl>
                                          <p:spTgt spid="810"/>
                                        </p:tgtEl>
                                      </p:cBhvr>
                                    </p:animEffect>
                                  </p:childTnLst>
                                </p:cTn>
                              </p:par>
                              <p:par>
                                <p:cTn fill="hold" nodeType="withEffect" presetClass="entr" presetID="10" presetSubtype="0">
                                  <p:stCondLst>
                                    <p:cond delay="0"/>
                                  </p:stCondLst>
                                  <p:childTnLst>
                                    <p:set>
                                      <p:cBhvr>
                                        <p:cTn dur="1" fill="hold">
                                          <p:stCondLst>
                                            <p:cond delay="0"/>
                                          </p:stCondLst>
                                        </p:cTn>
                                        <p:tgtEl>
                                          <p:spTgt spid="811"/>
                                        </p:tgtEl>
                                        <p:attrNameLst>
                                          <p:attrName>style.visibility</p:attrName>
                                        </p:attrNameLst>
                                      </p:cBhvr>
                                      <p:to>
                                        <p:strVal val="visible"/>
                                      </p:to>
                                    </p:set>
                                    <p:animEffect filter="fade" transition="in">
                                      <p:cBhvr>
                                        <p:cTn dur="500"/>
                                        <p:tgtEl>
                                          <p:spTgt spid="811"/>
                                        </p:tgtEl>
                                      </p:cBhvr>
                                    </p:animEffect>
                                  </p:childTnLst>
                                </p:cTn>
                              </p:par>
                              <p:par>
                                <p:cTn fill="hold" nodeType="withEffect" presetClass="entr" presetID="10" presetSubtype="0">
                                  <p:stCondLst>
                                    <p:cond delay="0"/>
                                  </p:stCondLst>
                                  <p:childTnLst>
                                    <p:set>
                                      <p:cBhvr>
                                        <p:cTn dur="1" fill="hold">
                                          <p:stCondLst>
                                            <p:cond delay="0"/>
                                          </p:stCondLst>
                                        </p:cTn>
                                        <p:tgtEl>
                                          <p:spTgt spid="812"/>
                                        </p:tgtEl>
                                        <p:attrNameLst>
                                          <p:attrName>style.visibility</p:attrName>
                                        </p:attrNameLst>
                                      </p:cBhvr>
                                      <p:to>
                                        <p:strVal val="visible"/>
                                      </p:to>
                                    </p:set>
                                    <p:animEffect filter="fade" transition="in">
                                      <p:cBhvr>
                                        <p:cTn dur="500"/>
                                        <p:tgtEl>
                                          <p:spTgt spid="812"/>
                                        </p:tgtEl>
                                      </p:cBhvr>
                                    </p:animEffect>
                                  </p:childTnLst>
                                </p:cTn>
                              </p:par>
                              <p:par>
                                <p:cTn fill="hold" nodeType="withEffect" presetClass="entr" presetID="10" presetSubtype="0">
                                  <p:stCondLst>
                                    <p:cond delay="0"/>
                                  </p:stCondLst>
                                  <p:childTnLst>
                                    <p:set>
                                      <p:cBhvr>
                                        <p:cTn dur="1" fill="hold">
                                          <p:stCondLst>
                                            <p:cond delay="0"/>
                                          </p:stCondLst>
                                        </p:cTn>
                                        <p:tgtEl>
                                          <p:spTgt spid="813"/>
                                        </p:tgtEl>
                                        <p:attrNameLst>
                                          <p:attrName>style.visibility</p:attrName>
                                        </p:attrNameLst>
                                      </p:cBhvr>
                                      <p:to>
                                        <p:strVal val="visible"/>
                                      </p:to>
                                    </p:set>
                                    <p:animEffect filter="fade" transition="in">
                                      <p:cBhvr>
                                        <p:cTn dur="500"/>
                                        <p:tgtEl>
                                          <p:spTgt spid="813"/>
                                        </p:tgtEl>
                                      </p:cBhvr>
                                    </p:animEffect>
                                  </p:childTnLst>
                                </p:cTn>
                              </p:par>
                              <p:par>
                                <p:cTn fill="hold" nodeType="withEffect" presetClass="entr" presetID="10" presetSubtype="0">
                                  <p:stCondLst>
                                    <p:cond delay="0"/>
                                  </p:stCondLst>
                                  <p:childTnLst>
                                    <p:set>
                                      <p:cBhvr>
                                        <p:cTn dur="1" fill="hold">
                                          <p:stCondLst>
                                            <p:cond delay="0"/>
                                          </p:stCondLst>
                                        </p:cTn>
                                        <p:tgtEl>
                                          <p:spTgt spid="814"/>
                                        </p:tgtEl>
                                        <p:attrNameLst>
                                          <p:attrName>style.visibility</p:attrName>
                                        </p:attrNameLst>
                                      </p:cBhvr>
                                      <p:to>
                                        <p:strVal val="visible"/>
                                      </p:to>
                                    </p:set>
                                    <p:animEffect filter="fade" transition="in">
                                      <p:cBhvr>
                                        <p:cTn dur="500"/>
                                        <p:tgtEl>
                                          <p:spTgt spid="814"/>
                                        </p:tgtEl>
                                      </p:cBhvr>
                                    </p:animEffect>
                                  </p:childTnLst>
                                </p:cTn>
                              </p:par>
                              <p:par>
                                <p:cTn fill="hold" nodeType="withEffect" presetClass="entr" presetID="10" presetSubtype="0">
                                  <p:stCondLst>
                                    <p:cond delay="0"/>
                                  </p:stCondLst>
                                  <p:childTnLst>
                                    <p:set>
                                      <p:cBhvr>
                                        <p:cTn dur="1" fill="hold">
                                          <p:stCondLst>
                                            <p:cond delay="0"/>
                                          </p:stCondLst>
                                        </p:cTn>
                                        <p:tgtEl>
                                          <p:spTgt spid="815"/>
                                        </p:tgtEl>
                                        <p:attrNameLst>
                                          <p:attrName>style.visibility</p:attrName>
                                        </p:attrNameLst>
                                      </p:cBhvr>
                                      <p:to>
                                        <p:strVal val="visible"/>
                                      </p:to>
                                    </p:set>
                                    <p:animEffect filter="fade" transition="in">
                                      <p:cBhvr>
                                        <p:cTn dur="500"/>
                                        <p:tgtEl>
                                          <p:spTgt spid="815"/>
                                        </p:tgtEl>
                                      </p:cBhvr>
                                    </p:animEffect>
                                  </p:childTnLst>
                                </p:cTn>
                              </p:par>
                              <p:par>
                                <p:cTn fill="hold" nodeType="withEffect" presetClass="entr" presetID="10" presetSubtype="0">
                                  <p:stCondLst>
                                    <p:cond delay="0"/>
                                  </p:stCondLst>
                                  <p:childTnLst>
                                    <p:set>
                                      <p:cBhvr>
                                        <p:cTn dur="1" fill="hold">
                                          <p:stCondLst>
                                            <p:cond delay="0"/>
                                          </p:stCondLst>
                                        </p:cTn>
                                        <p:tgtEl>
                                          <p:spTgt spid="816"/>
                                        </p:tgtEl>
                                        <p:attrNameLst>
                                          <p:attrName>style.visibility</p:attrName>
                                        </p:attrNameLst>
                                      </p:cBhvr>
                                      <p:to>
                                        <p:strVal val="visible"/>
                                      </p:to>
                                    </p:set>
                                    <p:animEffect filter="fade" transition="in">
                                      <p:cBhvr>
                                        <p:cTn dur="500"/>
                                        <p:tgtEl>
                                          <p:spTgt spid="816"/>
                                        </p:tgtEl>
                                      </p:cBhvr>
                                    </p:animEffect>
                                  </p:childTnLst>
                                </p:cTn>
                              </p:par>
                              <p:par>
                                <p:cTn fill="hold" nodeType="withEffect" presetClass="entr" presetID="10" presetSubtype="0">
                                  <p:stCondLst>
                                    <p:cond delay="0"/>
                                  </p:stCondLst>
                                  <p:childTnLst>
                                    <p:set>
                                      <p:cBhvr>
                                        <p:cTn dur="1" fill="hold">
                                          <p:stCondLst>
                                            <p:cond delay="0"/>
                                          </p:stCondLst>
                                        </p:cTn>
                                        <p:tgtEl>
                                          <p:spTgt spid="817"/>
                                        </p:tgtEl>
                                        <p:attrNameLst>
                                          <p:attrName>style.visibility</p:attrName>
                                        </p:attrNameLst>
                                      </p:cBhvr>
                                      <p:to>
                                        <p:strVal val="visible"/>
                                      </p:to>
                                    </p:set>
                                    <p:animEffect filter="fade" transition="in">
                                      <p:cBhvr>
                                        <p:cTn dur="500"/>
                                        <p:tgtEl>
                                          <p:spTgt spid="817"/>
                                        </p:tgtEl>
                                      </p:cBhvr>
                                    </p:animEffect>
                                  </p:childTnLst>
                                </p:cTn>
                              </p:par>
                              <p:par>
                                <p:cTn fill="hold" nodeType="withEffect" presetClass="entr" presetID="10" presetSubtype="0">
                                  <p:stCondLst>
                                    <p:cond delay="0"/>
                                  </p:stCondLst>
                                  <p:childTnLst>
                                    <p:set>
                                      <p:cBhvr>
                                        <p:cTn dur="1" fill="hold">
                                          <p:stCondLst>
                                            <p:cond delay="0"/>
                                          </p:stCondLst>
                                        </p:cTn>
                                        <p:tgtEl>
                                          <p:spTgt spid="802"/>
                                        </p:tgtEl>
                                        <p:attrNameLst>
                                          <p:attrName>style.visibility</p:attrName>
                                        </p:attrNameLst>
                                      </p:cBhvr>
                                      <p:to>
                                        <p:strVal val="visible"/>
                                      </p:to>
                                    </p:set>
                                    <p:animEffect filter="fade" transition="in">
                                      <p:cBhvr>
                                        <p:cTn dur="500"/>
                                        <p:tgtEl>
                                          <p:spTgt spid="802"/>
                                        </p:tgtEl>
                                      </p:cBhvr>
                                    </p:animEffect>
                                  </p:childTnLst>
                                </p:cTn>
                              </p:par>
                              <p:par>
                                <p:cTn fill="hold" nodeType="with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500"/>
                                        <p:tgtEl>
                                          <p:spTgt spid="803"/>
                                        </p:tgtEl>
                                      </p:cBhvr>
                                    </p:animEffect>
                                  </p:childTnLst>
                                </p:cTn>
                              </p:par>
                              <p:par>
                                <p:cTn fill="hold" nodeType="withEffect" presetClass="entr" presetID="10" presetSubtype="0">
                                  <p:stCondLst>
                                    <p:cond delay="0"/>
                                  </p:stCondLst>
                                  <p:childTnLst>
                                    <p:set>
                                      <p:cBhvr>
                                        <p:cTn dur="1" fill="hold">
                                          <p:stCondLst>
                                            <p:cond delay="0"/>
                                          </p:stCondLst>
                                        </p:cTn>
                                        <p:tgtEl>
                                          <p:spTgt spid="804"/>
                                        </p:tgtEl>
                                        <p:attrNameLst>
                                          <p:attrName>style.visibility</p:attrName>
                                        </p:attrNameLst>
                                      </p:cBhvr>
                                      <p:to>
                                        <p:strVal val="visible"/>
                                      </p:to>
                                    </p:set>
                                    <p:animEffect filter="fade" transition="in">
                                      <p:cBhvr>
                                        <p:cTn dur="500"/>
                                        <p:tgtEl>
                                          <p:spTgt spid="80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18"/>
                                        </p:tgtEl>
                                        <p:attrNameLst>
                                          <p:attrName>style.visibility</p:attrName>
                                        </p:attrNameLst>
                                      </p:cBhvr>
                                      <p:to>
                                        <p:strVal val="visible"/>
                                      </p:to>
                                    </p:set>
                                    <p:animEffect filter="fade" transition="in">
                                      <p:cBhvr>
                                        <p:cTn dur="500"/>
                                        <p:tgtEl>
                                          <p:spTgt spid="818"/>
                                        </p:tgtEl>
                                      </p:cBhvr>
                                    </p:animEffect>
                                  </p:childTnLst>
                                </p:cTn>
                              </p:par>
                              <p:par>
                                <p:cTn fill="hold" nodeType="with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500"/>
                                        <p:tgtEl>
                                          <p:spTgt spid="819"/>
                                        </p:tgtEl>
                                      </p:cBhvr>
                                    </p:animEffect>
                                  </p:childTnLst>
                                </p:cTn>
                              </p:par>
                              <p:par>
                                <p:cTn fill="hold" nodeType="withEffect" presetClass="entr" presetID="10" presetSubtype="0">
                                  <p:stCondLst>
                                    <p:cond delay="0"/>
                                  </p:stCondLst>
                                  <p:childTnLst>
                                    <p:set>
                                      <p:cBhvr>
                                        <p:cTn dur="1" fill="hold">
                                          <p:stCondLst>
                                            <p:cond delay="0"/>
                                          </p:stCondLst>
                                        </p:cTn>
                                        <p:tgtEl>
                                          <p:spTgt spid="820"/>
                                        </p:tgtEl>
                                        <p:attrNameLst>
                                          <p:attrName>style.visibility</p:attrName>
                                        </p:attrNameLst>
                                      </p:cBhvr>
                                      <p:to>
                                        <p:strVal val="visible"/>
                                      </p:to>
                                    </p:set>
                                    <p:animEffect filter="fade" transition="in">
                                      <p:cBhvr>
                                        <p:cTn dur="500"/>
                                        <p:tgtEl>
                                          <p:spTgt spid="8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500"/>
                                        <p:tgtEl>
                                          <p:spTgt spid="82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500"/>
                                        <p:tgtEl>
                                          <p:spTgt spid="8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500"/>
                                        <p:tgtEl>
                                          <p:spTgt spid="82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500"/>
                                        <p:tgtEl>
                                          <p:spTgt spid="82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500"/>
                                        <p:tgtEl>
                                          <p:spTgt spid="8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7"/>
                                        </p:tgtEl>
                                        <p:attrNameLst>
                                          <p:attrName>style.visibility</p:attrName>
                                        </p:attrNameLst>
                                      </p:cBhvr>
                                      <p:to>
                                        <p:strVal val="visible"/>
                                      </p:to>
                                    </p:set>
                                    <p:animEffect filter="fade" transition="in">
                                      <p:cBhvr>
                                        <p:cTn dur="500"/>
                                        <p:tgtEl>
                                          <p:spTgt spid="82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6"/>
                                        </p:tgtEl>
                                        <p:attrNameLst>
                                          <p:attrName>style.visibility</p:attrName>
                                        </p:attrNameLst>
                                      </p:cBhvr>
                                      <p:to>
                                        <p:strVal val="visible"/>
                                      </p:to>
                                    </p:set>
                                    <p:animEffect filter="fade" transition="in">
                                      <p:cBhvr>
                                        <p:cTn dur="500"/>
                                        <p:tgtEl>
                                          <p:spTgt spid="8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
                                        </p:tgtEl>
                                        <p:attrNameLst>
                                          <p:attrName>style.visibility</p:attrName>
                                        </p:attrNameLst>
                                      </p:cBhvr>
                                      <p:to>
                                        <p:strVal val="visible"/>
                                      </p:to>
                                    </p:set>
                                    <p:animEffect filter="fade" transition="in">
                                      <p:cBhvr>
                                        <p:cTn dur="500"/>
                                        <p:tgtEl>
                                          <p:spTgt spid="79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500"/>
                                        <p:tgtEl>
                                          <p:spTgt spid="8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5"/>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Kích thước của mảng</a:t>
            </a:r>
            <a:endParaRPr/>
          </a:p>
        </p:txBody>
      </p:sp>
      <p:sp>
        <p:nvSpPr>
          <p:cNvPr id="835" name="Google Shape;835;p15"/>
          <p:cNvSpPr txBox="1"/>
          <p:nvPr/>
        </p:nvSpPr>
        <p:spPr>
          <a:xfrm>
            <a:off x="838200" y="2057400"/>
            <a:ext cx="8305800" cy="2246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a[3][4];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printf(“KT của a = %d”, sizeof(</a:t>
            </a:r>
            <a:r>
              <a:rPr b="1" i="0" lang="en-US" sz="2000" u="none" cap="none" strike="noStrike">
                <a:solidFill>
                  <a:srgbClr val="FF0000"/>
                </a:solidFill>
                <a:latin typeface="Courier New"/>
                <a:ea typeface="Courier New"/>
                <a:cs typeface="Courier New"/>
                <a:sym typeface="Courier New"/>
              </a:rPr>
              <a:t>a</a:t>
            </a: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printf(“KT của a[0] = %d”, sizeof(</a:t>
            </a:r>
            <a:r>
              <a:rPr b="1" i="0" lang="en-US" sz="2000" u="none" cap="none" strike="noStrike">
                <a:solidFill>
                  <a:srgbClr val="FF0000"/>
                </a:solidFill>
                <a:latin typeface="Courier New"/>
                <a:ea typeface="Courier New"/>
                <a:cs typeface="Courier New"/>
                <a:sym typeface="Courier New"/>
              </a:rPr>
              <a:t>a[0]</a:t>
            </a: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printf(“KT của a[0][0] = %d”, sizeof(</a:t>
            </a:r>
            <a:r>
              <a:rPr b="1" i="0" lang="en-US" sz="2000" u="none" cap="none" strike="noStrike">
                <a:solidFill>
                  <a:srgbClr val="FF0000"/>
                </a:solidFill>
                <a:latin typeface="Courier New"/>
                <a:ea typeface="Courier New"/>
                <a:cs typeface="Courier New"/>
                <a:sym typeface="Courier New"/>
              </a:rPr>
              <a:t>a[0][0])</a:t>
            </a: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836" name="Google Shape;836;p15"/>
          <p:cNvSpPr/>
          <p:nvPr/>
        </p:nvSpPr>
        <p:spPr>
          <a:xfrm>
            <a:off x="2819400" y="3962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837" name="Google Shape;837;p15"/>
          <p:cNvSpPr/>
          <p:nvPr/>
        </p:nvSpPr>
        <p:spPr>
          <a:xfrm>
            <a:off x="4648200" y="3962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838" name="Google Shape;838;p15"/>
          <p:cNvSpPr/>
          <p:nvPr/>
        </p:nvSpPr>
        <p:spPr>
          <a:xfrm>
            <a:off x="6477000" y="39624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839" name="Google Shape;839;p15"/>
          <p:cNvSpPr/>
          <p:nvPr/>
        </p:nvSpPr>
        <p:spPr>
          <a:xfrm>
            <a:off x="2133600" y="5029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840" name="Google Shape;840;p15"/>
          <p:cNvSpPr/>
          <p:nvPr/>
        </p:nvSpPr>
        <p:spPr>
          <a:xfrm>
            <a:off x="2590800" y="5029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841" name="Google Shape;841;p15"/>
          <p:cNvSpPr/>
          <p:nvPr/>
        </p:nvSpPr>
        <p:spPr>
          <a:xfrm>
            <a:off x="3048000" y="5029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842" name="Google Shape;842;p15"/>
          <p:cNvSpPr/>
          <p:nvPr/>
        </p:nvSpPr>
        <p:spPr>
          <a:xfrm>
            <a:off x="3505200" y="5029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3</a:t>
            </a:r>
            <a:endParaRPr b="0" i="0" sz="1400" u="none" cap="none" strike="noStrike">
              <a:solidFill>
                <a:srgbClr val="000000"/>
              </a:solidFill>
              <a:latin typeface="Arial"/>
              <a:ea typeface="Arial"/>
              <a:cs typeface="Arial"/>
              <a:sym typeface="Arial"/>
            </a:endParaRPr>
          </a:p>
        </p:txBody>
      </p:sp>
      <p:sp>
        <p:nvSpPr>
          <p:cNvPr id="843" name="Google Shape;843;p15"/>
          <p:cNvSpPr/>
          <p:nvPr/>
        </p:nvSpPr>
        <p:spPr>
          <a:xfrm>
            <a:off x="2133600" y="6172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4" name="Google Shape;844;p15"/>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Hướng tiếp cận 2</a:t>
            </a:r>
            <a:endParaRPr/>
          </a:p>
        </p:txBody>
      </p:sp>
      <p:sp>
        <p:nvSpPr>
          <p:cNvPr id="845" name="Google Shape;845;p15"/>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846" name="Google Shape;846;p15"/>
          <p:cNvSpPr/>
          <p:nvPr/>
        </p:nvSpPr>
        <p:spPr>
          <a:xfrm>
            <a:off x="685800" y="2057400"/>
            <a:ext cx="152400" cy="22098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7" name="Google Shape;847;p15"/>
          <p:cNvSpPr txBox="1"/>
          <p:nvPr/>
        </p:nvSpPr>
        <p:spPr>
          <a:xfrm>
            <a:off x="304800" y="4476750"/>
            <a:ext cx="1676400" cy="4000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accent2"/>
              </a:buClr>
              <a:buSzPts val="2000"/>
              <a:buFont typeface="Courier New"/>
              <a:buNone/>
            </a:pPr>
            <a:r>
              <a:rPr b="1" i="0" lang="en-US" sz="2000" u="none" cap="none" strike="noStrike">
                <a:solidFill>
                  <a:schemeClr val="accent2"/>
                </a:solidFill>
                <a:latin typeface="Courier New"/>
                <a:ea typeface="Courier New"/>
                <a:cs typeface="Courier New"/>
                <a:sym typeface="Courier New"/>
              </a:rPr>
              <a:t>a</a:t>
            </a:r>
            <a:endParaRPr b="0" i="0" sz="1400" u="none" cap="none" strike="noStrike">
              <a:solidFill>
                <a:srgbClr val="000000"/>
              </a:solidFill>
              <a:latin typeface="Arial"/>
              <a:ea typeface="Arial"/>
              <a:cs typeface="Arial"/>
              <a:sym typeface="Arial"/>
            </a:endParaRPr>
          </a:p>
        </p:txBody>
      </p:sp>
      <p:sp>
        <p:nvSpPr>
          <p:cNvPr id="848" name="Google Shape;848;p15"/>
          <p:cNvSpPr/>
          <p:nvPr/>
        </p:nvSpPr>
        <p:spPr>
          <a:xfrm>
            <a:off x="2133600" y="44005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9" name="Google Shape;849;p15"/>
          <p:cNvSpPr/>
          <p:nvPr/>
        </p:nvSpPr>
        <p:spPr>
          <a:xfrm>
            <a:off x="2590800" y="44005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0" name="Google Shape;850;p15"/>
          <p:cNvSpPr/>
          <p:nvPr/>
        </p:nvSpPr>
        <p:spPr>
          <a:xfrm>
            <a:off x="3048000" y="44005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1" name="Google Shape;851;p15"/>
          <p:cNvSpPr/>
          <p:nvPr/>
        </p:nvSpPr>
        <p:spPr>
          <a:xfrm>
            <a:off x="3505200" y="44005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2" name="Google Shape;852;p15"/>
          <p:cNvSpPr/>
          <p:nvPr/>
        </p:nvSpPr>
        <p:spPr>
          <a:xfrm>
            <a:off x="3962400" y="44005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3" name="Google Shape;853;p15"/>
          <p:cNvSpPr/>
          <p:nvPr/>
        </p:nvSpPr>
        <p:spPr>
          <a:xfrm>
            <a:off x="4419600" y="44005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4" name="Google Shape;854;p15"/>
          <p:cNvSpPr/>
          <p:nvPr/>
        </p:nvSpPr>
        <p:spPr>
          <a:xfrm>
            <a:off x="4876800" y="44005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5" name="Google Shape;855;p15"/>
          <p:cNvSpPr/>
          <p:nvPr/>
        </p:nvSpPr>
        <p:spPr>
          <a:xfrm>
            <a:off x="5334000" y="44005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6" name="Google Shape;856;p15"/>
          <p:cNvSpPr/>
          <p:nvPr/>
        </p:nvSpPr>
        <p:spPr>
          <a:xfrm>
            <a:off x="5791200" y="44005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7" name="Google Shape;857;p15"/>
          <p:cNvSpPr/>
          <p:nvPr/>
        </p:nvSpPr>
        <p:spPr>
          <a:xfrm>
            <a:off x="6248400" y="44005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8" name="Google Shape;858;p15"/>
          <p:cNvSpPr/>
          <p:nvPr/>
        </p:nvSpPr>
        <p:spPr>
          <a:xfrm>
            <a:off x="6705600" y="44005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9" name="Google Shape;859;p15"/>
          <p:cNvSpPr/>
          <p:nvPr/>
        </p:nvSpPr>
        <p:spPr>
          <a:xfrm>
            <a:off x="7162800" y="440055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0" name="Google Shape;860;p15"/>
          <p:cNvSpPr/>
          <p:nvPr/>
        </p:nvSpPr>
        <p:spPr>
          <a:xfrm>
            <a:off x="2133600" y="43434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1" name="Google Shape;861;p15"/>
          <p:cNvSpPr/>
          <p:nvPr/>
        </p:nvSpPr>
        <p:spPr>
          <a:xfrm>
            <a:off x="3962400" y="43434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2" name="Google Shape;862;p15"/>
          <p:cNvSpPr/>
          <p:nvPr/>
        </p:nvSpPr>
        <p:spPr>
          <a:xfrm>
            <a:off x="5791200" y="43434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3" name="Google Shape;863;p15"/>
          <p:cNvSpPr txBox="1"/>
          <p:nvPr/>
        </p:nvSpPr>
        <p:spPr>
          <a:xfrm>
            <a:off x="304800" y="5391150"/>
            <a:ext cx="1676400" cy="4000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accent2"/>
              </a:buClr>
              <a:buSzPts val="2000"/>
              <a:buFont typeface="Courier New"/>
              <a:buNone/>
            </a:pPr>
            <a:r>
              <a:rPr b="1" i="0" lang="en-US" sz="2000" u="none" cap="none" strike="noStrike">
                <a:solidFill>
                  <a:schemeClr val="accent2"/>
                </a:solidFill>
                <a:latin typeface="Courier New"/>
                <a:ea typeface="Courier New"/>
                <a:cs typeface="Courier New"/>
                <a:sym typeface="Courier New"/>
              </a:rPr>
              <a:t>a[0]</a:t>
            </a:r>
            <a:endParaRPr b="0" i="0" sz="1400" u="none" cap="none" strike="noStrike">
              <a:solidFill>
                <a:srgbClr val="000000"/>
              </a:solidFill>
              <a:latin typeface="Arial"/>
              <a:ea typeface="Arial"/>
              <a:cs typeface="Arial"/>
              <a:sym typeface="Arial"/>
            </a:endParaRPr>
          </a:p>
        </p:txBody>
      </p:sp>
      <p:sp>
        <p:nvSpPr>
          <p:cNvPr id="864" name="Google Shape;864;p15"/>
          <p:cNvSpPr/>
          <p:nvPr/>
        </p:nvSpPr>
        <p:spPr>
          <a:xfrm>
            <a:off x="2133600" y="4419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5" name="Google Shape;865;p15"/>
          <p:cNvSpPr/>
          <p:nvPr/>
        </p:nvSpPr>
        <p:spPr>
          <a:xfrm>
            <a:off x="2590800" y="4419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6" name="Google Shape;866;p15"/>
          <p:cNvSpPr/>
          <p:nvPr/>
        </p:nvSpPr>
        <p:spPr>
          <a:xfrm>
            <a:off x="3048000" y="4419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7" name="Google Shape;867;p15"/>
          <p:cNvSpPr/>
          <p:nvPr/>
        </p:nvSpPr>
        <p:spPr>
          <a:xfrm>
            <a:off x="3505200" y="4419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8" name="Google Shape;868;p15"/>
          <p:cNvSpPr txBox="1"/>
          <p:nvPr/>
        </p:nvSpPr>
        <p:spPr>
          <a:xfrm>
            <a:off x="304800" y="6229350"/>
            <a:ext cx="1676400" cy="4000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accent2"/>
              </a:buClr>
              <a:buSzPts val="2000"/>
              <a:buFont typeface="Courier New"/>
              <a:buNone/>
            </a:pPr>
            <a:r>
              <a:rPr b="1" i="0" lang="en-US" sz="2000" u="none" cap="none" strike="noStrike">
                <a:solidFill>
                  <a:schemeClr val="accent2"/>
                </a:solidFill>
                <a:latin typeface="Courier New"/>
                <a:ea typeface="Courier New"/>
                <a:cs typeface="Courier New"/>
                <a:sym typeface="Courier New"/>
              </a:rPr>
              <a:t>a[0][0]</a:t>
            </a:r>
            <a:endParaRPr b="0" i="0" sz="1400" u="none" cap="none" strike="noStrike">
              <a:solidFill>
                <a:srgbClr val="000000"/>
              </a:solidFill>
              <a:latin typeface="Arial"/>
              <a:ea typeface="Arial"/>
              <a:cs typeface="Arial"/>
              <a:sym typeface="Arial"/>
            </a:endParaRPr>
          </a:p>
        </p:txBody>
      </p:sp>
      <p:sp>
        <p:nvSpPr>
          <p:cNvPr id="869" name="Google Shape;869;p15"/>
          <p:cNvSpPr/>
          <p:nvPr/>
        </p:nvSpPr>
        <p:spPr>
          <a:xfrm>
            <a:off x="2133600" y="5410200"/>
            <a:ext cx="457200" cy="457200"/>
          </a:xfrm>
          <a:prstGeom prst="roundRect">
            <a:avLst>
              <a:gd fmla="val 16667" name="adj"/>
            </a:avLst>
          </a:prstGeom>
          <a:gradFill>
            <a:gsLst>
              <a:gs pos="0">
                <a:srgbClr val="C7FDA6"/>
              </a:gs>
              <a:gs pos="35000">
                <a:srgbClr val="D7FDC1"/>
              </a:gs>
              <a:gs pos="100000">
                <a:srgbClr val="EFFFE6"/>
              </a:gs>
            </a:gsLst>
            <a:lin ang="16200038" scaled="0"/>
          </a:gradFill>
          <a:ln cap="flat" cmpd="sng" w="9525">
            <a:solidFill>
              <a:srgbClr val="82B84F"/>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70" name="Google Shape;870;p15"/>
          <p:cNvSpPr/>
          <p:nvPr/>
        </p:nvSpPr>
        <p:spPr>
          <a:xfrm>
            <a:off x="2590800" y="5410200"/>
            <a:ext cx="457200" cy="457200"/>
          </a:xfrm>
          <a:prstGeom prst="roundRect">
            <a:avLst>
              <a:gd fmla="val 16667" name="adj"/>
            </a:avLst>
          </a:prstGeom>
          <a:gradFill>
            <a:gsLst>
              <a:gs pos="0">
                <a:srgbClr val="C7FDA6"/>
              </a:gs>
              <a:gs pos="35000">
                <a:srgbClr val="D7FDC1"/>
              </a:gs>
              <a:gs pos="100000">
                <a:srgbClr val="EFFFE6"/>
              </a:gs>
            </a:gsLst>
            <a:lin ang="16200038" scaled="0"/>
          </a:gradFill>
          <a:ln cap="flat" cmpd="sng" w="9525">
            <a:solidFill>
              <a:srgbClr val="82B84F"/>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71" name="Google Shape;871;p15"/>
          <p:cNvSpPr/>
          <p:nvPr/>
        </p:nvSpPr>
        <p:spPr>
          <a:xfrm>
            <a:off x="3048000" y="5410200"/>
            <a:ext cx="457200" cy="457200"/>
          </a:xfrm>
          <a:prstGeom prst="roundRect">
            <a:avLst>
              <a:gd fmla="val 16667" name="adj"/>
            </a:avLst>
          </a:prstGeom>
          <a:gradFill>
            <a:gsLst>
              <a:gs pos="0">
                <a:srgbClr val="C7FDA6"/>
              </a:gs>
              <a:gs pos="35000">
                <a:srgbClr val="D7FDC1"/>
              </a:gs>
              <a:gs pos="100000">
                <a:srgbClr val="EFFFE6"/>
              </a:gs>
            </a:gsLst>
            <a:lin ang="16200038" scaled="0"/>
          </a:gradFill>
          <a:ln cap="flat" cmpd="sng" w="9525">
            <a:solidFill>
              <a:srgbClr val="82B84F"/>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72" name="Google Shape;872;p15"/>
          <p:cNvSpPr/>
          <p:nvPr/>
        </p:nvSpPr>
        <p:spPr>
          <a:xfrm>
            <a:off x="3505200" y="5410200"/>
            <a:ext cx="457200" cy="457200"/>
          </a:xfrm>
          <a:prstGeom prst="roundRect">
            <a:avLst>
              <a:gd fmla="val 16667" name="adj"/>
            </a:avLst>
          </a:prstGeom>
          <a:gradFill>
            <a:gsLst>
              <a:gs pos="0">
                <a:srgbClr val="C7FDA6"/>
              </a:gs>
              <a:gs pos="35000">
                <a:srgbClr val="D7FDC1"/>
              </a:gs>
              <a:gs pos="100000">
                <a:srgbClr val="EFFFE6"/>
              </a:gs>
            </a:gsLst>
            <a:lin ang="16200038" scaled="0"/>
          </a:gradFill>
          <a:ln cap="flat" cmpd="sng" w="9525">
            <a:solidFill>
              <a:srgbClr val="82B84F"/>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46"/>
                                        </p:tgtEl>
                                        <p:attrNameLst>
                                          <p:attrName>style.visibility</p:attrName>
                                        </p:attrNameLst>
                                      </p:cBhvr>
                                      <p:to>
                                        <p:strVal val="visible"/>
                                      </p:to>
                                    </p:set>
                                    <p:animEffect filter="fade" transition="in">
                                      <p:cBhvr>
                                        <p:cTn dur="500"/>
                                        <p:tgtEl>
                                          <p:spTgt spid="846"/>
                                        </p:tgtEl>
                                      </p:cBhvr>
                                    </p:animEffect>
                                  </p:childTnLst>
                                </p:cTn>
                              </p:par>
                              <p:par>
                                <p:cTn fill="hold" nodeType="withEffect" presetClass="entr" presetID="10" presetSubtype="0">
                                  <p:stCondLst>
                                    <p:cond delay="0"/>
                                  </p:stCondLst>
                                  <p:childTnLst>
                                    <p:set>
                                      <p:cBhvr>
                                        <p:cTn dur="1" fill="hold">
                                          <p:stCondLst>
                                            <p:cond delay="0"/>
                                          </p:stCondLst>
                                        </p:cTn>
                                        <p:tgtEl>
                                          <p:spTgt spid="835"/>
                                        </p:tgtEl>
                                        <p:attrNameLst>
                                          <p:attrName>style.visibility</p:attrName>
                                        </p:attrNameLst>
                                      </p:cBhvr>
                                      <p:to>
                                        <p:strVal val="visible"/>
                                      </p:to>
                                    </p:set>
                                    <p:animEffect filter="fade" transition="in">
                                      <p:cBhvr>
                                        <p:cTn dur="500"/>
                                        <p:tgtEl>
                                          <p:spTgt spid="8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500"/>
                                        <p:tgtEl>
                                          <p:spTgt spid="8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48"/>
                                        </p:tgtEl>
                                        <p:attrNameLst>
                                          <p:attrName>style.visibility</p:attrName>
                                        </p:attrNameLst>
                                      </p:cBhvr>
                                      <p:to>
                                        <p:strVal val="visible"/>
                                      </p:to>
                                    </p:set>
                                    <p:animEffect filter="fade" transition="in">
                                      <p:cBhvr>
                                        <p:cTn dur="500"/>
                                        <p:tgtEl>
                                          <p:spTgt spid="848"/>
                                        </p:tgtEl>
                                      </p:cBhvr>
                                    </p:animEffect>
                                  </p:childTnLst>
                                </p:cTn>
                              </p:par>
                              <p:par>
                                <p:cTn fill="hold" nodeType="withEffect" presetClass="entr" presetID="10" presetSubtype="0">
                                  <p:stCondLst>
                                    <p:cond delay="0"/>
                                  </p:stCondLst>
                                  <p:childTnLst>
                                    <p:set>
                                      <p:cBhvr>
                                        <p:cTn dur="1" fill="hold">
                                          <p:stCondLst>
                                            <p:cond delay="0"/>
                                          </p:stCondLst>
                                        </p:cTn>
                                        <p:tgtEl>
                                          <p:spTgt spid="849"/>
                                        </p:tgtEl>
                                        <p:attrNameLst>
                                          <p:attrName>style.visibility</p:attrName>
                                        </p:attrNameLst>
                                      </p:cBhvr>
                                      <p:to>
                                        <p:strVal val="visible"/>
                                      </p:to>
                                    </p:set>
                                    <p:animEffect filter="fade" transition="in">
                                      <p:cBhvr>
                                        <p:cTn dur="500"/>
                                        <p:tgtEl>
                                          <p:spTgt spid="849"/>
                                        </p:tgtEl>
                                      </p:cBhvr>
                                    </p:animEffect>
                                  </p:childTnLst>
                                </p:cTn>
                              </p:par>
                              <p:par>
                                <p:cTn fill="hold" nodeType="withEffect" presetClass="entr" presetID="10" presetSubtype="0">
                                  <p:stCondLst>
                                    <p:cond delay="0"/>
                                  </p:stCondLst>
                                  <p:childTnLst>
                                    <p:set>
                                      <p:cBhvr>
                                        <p:cTn dur="1" fill="hold">
                                          <p:stCondLst>
                                            <p:cond delay="0"/>
                                          </p:stCondLst>
                                        </p:cTn>
                                        <p:tgtEl>
                                          <p:spTgt spid="850"/>
                                        </p:tgtEl>
                                        <p:attrNameLst>
                                          <p:attrName>style.visibility</p:attrName>
                                        </p:attrNameLst>
                                      </p:cBhvr>
                                      <p:to>
                                        <p:strVal val="visible"/>
                                      </p:to>
                                    </p:set>
                                    <p:animEffect filter="fade" transition="in">
                                      <p:cBhvr>
                                        <p:cTn dur="500"/>
                                        <p:tgtEl>
                                          <p:spTgt spid="850"/>
                                        </p:tgtEl>
                                      </p:cBhvr>
                                    </p:animEffect>
                                  </p:childTnLst>
                                </p:cTn>
                              </p:par>
                              <p:par>
                                <p:cTn fill="hold" nodeType="withEffect" presetClass="entr" presetID="10" presetSubtype="0">
                                  <p:stCondLst>
                                    <p:cond delay="0"/>
                                  </p:stCondLst>
                                  <p:childTnLst>
                                    <p:set>
                                      <p:cBhvr>
                                        <p:cTn dur="1" fill="hold">
                                          <p:stCondLst>
                                            <p:cond delay="0"/>
                                          </p:stCondLst>
                                        </p:cTn>
                                        <p:tgtEl>
                                          <p:spTgt spid="851"/>
                                        </p:tgtEl>
                                        <p:attrNameLst>
                                          <p:attrName>style.visibility</p:attrName>
                                        </p:attrNameLst>
                                      </p:cBhvr>
                                      <p:to>
                                        <p:strVal val="visible"/>
                                      </p:to>
                                    </p:set>
                                    <p:animEffect filter="fade" transition="in">
                                      <p:cBhvr>
                                        <p:cTn dur="500"/>
                                        <p:tgtEl>
                                          <p:spTgt spid="851"/>
                                        </p:tgtEl>
                                      </p:cBhvr>
                                    </p:animEffect>
                                  </p:childTnLst>
                                </p:cTn>
                              </p:par>
                              <p:par>
                                <p:cTn fill="hold" nodeType="withEffect" presetClass="entr" presetID="10" presetSubtype="0">
                                  <p:stCondLst>
                                    <p:cond delay="0"/>
                                  </p:stCondLst>
                                  <p:childTnLst>
                                    <p:set>
                                      <p:cBhvr>
                                        <p:cTn dur="1" fill="hold">
                                          <p:stCondLst>
                                            <p:cond delay="0"/>
                                          </p:stCondLst>
                                        </p:cTn>
                                        <p:tgtEl>
                                          <p:spTgt spid="852"/>
                                        </p:tgtEl>
                                        <p:attrNameLst>
                                          <p:attrName>style.visibility</p:attrName>
                                        </p:attrNameLst>
                                      </p:cBhvr>
                                      <p:to>
                                        <p:strVal val="visible"/>
                                      </p:to>
                                    </p:set>
                                    <p:animEffect filter="fade" transition="in">
                                      <p:cBhvr>
                                        <p:cTn dur="500"/>
                                        <p:tgtEl>
                                          <p:spTgt spid="852"/>
                                        </p:tgtEl>
                                      </p:cBhvr>
                                    </p:animEffect>
                                  </p:childTnLst>
                                </p:cTn>
                              </p:par>
                              <p:par>
                                <p:cTn fill="hold" nodeType="withEffect" presetClass="entr" presetID="10" presetSubtype="0">
                                  <p:stCondLst>
                                    <p:cond delay="0"/>
                                  </p:stCondLst>
                                  <p:childTnLst>
                                    <p:set>
                                      <p:cBhvr>
                                        <p:cTn dur="1" fill="hold">
                                          <p:stCondLst>
                                            <p:cond delay="0"/>
                                          </p:stCondLst>
                                        </p:cTn>
                                        <p:tgtEl>
                                          <p:spTgt spid="853"/>
                                        </p:tgtEl>
                                        <p:attrNameLst>
                                          <p:attrName>style.visibility</p:attrName>
                                        </p:attrNameLst>
                                      </p:cBhvr>
                                      <p:to>
                                        <p:strVal val="visible"/>
                                      </p:to>
                                    </p:set>
                                    <p:animEffect filter="fade" transition="in">
                                      <p:cBhvr>
                                        <p:cTn dur="500"/>
                                        <p:tgtEl>
                                          <p:spTgt spid="853"/>
                                        </p:tgtEl>
                                      </p:cBhvr>
                                    </p:animEffect>
                                  </p:childTnLst>
                                </p:cTn>
                              </p:par>
                              <p:par>
                                <p:cTn fill="hold" nodeType="withEffect" presetClass="entr" presetID="10" presetSubtype="0">
                                  <p:stCondLst>
                                    <p:cond delay="0"/>
                                  </p:stCondLst>
                                  <p:childTnLst>
                                    <p:set>
                                      <p:cBhvr>
                                        <p:cTn dur="1" fill="hold">
                                          <p:stCondLst>
                                            <p:cond delay="0"/>
                                          </p:stCondLst>
                                        </p:cTn>
                                        <p:tgtEl>
                                          <p:spTgt spid="854"/>
                                        </p:tgtEl>
                                        <p:attrNameLst>
                                          <p:attrName>style.visibility</p:attrName>
                                        </p:attrNameLst>
                                      </p:cBhvr>
                                      <p:to>
                                        <p:strVal val="visible"/>
                                      </p:to>
                                    </p:set>
                                    <p:animEffect filter="fade" transition="in">
                                      <p:cBhvr>
                                        <p:cTn dur="500"/>
                                        <p:tgtEl>
                                          <p:spTgt spid="854"/>
                                        </p:tgtEl>
                                      </p:cBhvr>
                                    </p:animEffect>
                                  </p:childTnLst>
                                </p:cTn>
                              </p:par>
                              <p:par>
                                <p:cTn fill="hold" nodeType="withEffect" presetClass="entr" presetID="10" presetSubtype="0">
                                  <p:stCondLst>
                                    <p:cond delay="0"/>
                                  </p:stCondLst>
                                  <p:childTnLst>
                                    <p:set>
                                      <p:cBhvr>
                                        <p:cTn dur="1" fill="hold">
                                          <p:stCondLst>
                                            <p:cond delay="0"/>
                                          </p:stCondLst>
                                        </p:cTn>
                                        <p:tgtEl>
                                          <p:spTgt spid="855"/>
                                        </p:tgtEl>
                                        <p:attrNameLst>
                                          <p:attrName>style.visibility</p:attrName>
                                        </p:attrNameLst>
                                      </p:cBhvr>
                                      <p:to>
                                        <p:strVal val="visible"/>
                                      </p:to>
                                    </p:set>
                                    <p:animEffect filter="fade" transition="in">
                                      <p:cBhvr>
                                        <p:cTn dur="500"/>
                                        <p:tgtEl>
                                          <p:spTgt spid="855"/>
                                        </p:tgtEl>
                                      </p:cBhvr>
                                    </p:animEffect>
                                  </p:childTnLst>
                                </p:cTn>
                              </p:par>
                              <p:par>
                                <p:cTn fill="hold" nodeType="withEffect" presetClass="entr" presetID="10" presetSubtype="0">
                                  <p:stCondLst>
                                    <p:cond delay="0"/>
                                  </p:stCondLst>
                                  <p:childTnLst>
                                    <p:set>
                                      <p:cBhvr>
                                        <p:cTn dur="1" fill="hold">
                                          <p:stCondLst>
                                            <p:cond delay="0"/>
                                          </p:stCondLst>
                                        </p:cTn>
                                        <p:tgtEl>
                                          <p:spTgt spid="856"/>
                                        </p:tgtEl>
                                        <p:attrNameLst>
                                          <p:attrName>style.visibility</p:attrName>
                                        </p:attrNameLst>
                                      </p:cBhvr>
                                      <p:to>
                                        <p:strVal val="visible"/>
                                      </p:to>
                                    </p:set>
                                    <p:animEffect filter="fade" transition="in">
                                      <p:cBhvr>
                                        <p:cTn dur="500"/>
                                        <p:tgtEl>
                                          <p:spTgt spid="856"/>
                                        </p:tgtEl>
                                      </p:cBhvr>
                                    </p:animEffect>
                                  </p:childTnLst>
                                </p:cTn>
                              </p:par>
                              <p:par>
                                <p:cTn fill="hold" nodeType="withEffect" presetClass="entr" presetID="10" presetSubtype="0">
                                  <p:stCondLst>
                                    <p:cond delay="0"/>
                                  </p:stCondLst>
                                  <p:childTnLst>
                                    <p:set>
                                      <p:cBhvr>
                                        <p:cTn dur="1" fill="hold">
                                          <p:stCondLst>
                                            <p:cond delay="0"/>
                                          </p:stCondLst>
                                        </p:cTn>
                                        <p:tgtEl>
                                          <p:spTgt spid="857"/>
                                        </p:tgtEl>
                                        <p:attrNameLst>
                                          <p:attrName>style.visibility</p:attrName>
                                        </p:attrNameLst>
                                      </p:cBhvr>
                                      <p:to>
                                        <p:strVal val="visible"/>
                                      </p:to>
                                    </p:set>
                                    <p:animEffect filter="fade" transition="in">
                                      <p:cBhvr>
                                        <p:cTn dur="500"/>
                                        <p:tgtEl>
                                          <p:spTgt spid="857"/>
                                        </p:tgtEl>
                                      </p:cBhvr>
                                    </p:animEffect>
                                  </p:childTnLst>
                                </p:cTn>
                              </p:par>
                              <p:par>
                                <p:cTn fill="hold" nodeType="with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500"/>
                                        <p:tgtEl>
                                          <p:spTgt spid="858"/>
                                        </p:tgtEl>
                                      </p:cBhvr>
                                    </p:animEffect>
                                  </p:childTnLst>
                                </p:cTn>
                              </p:par>
                              <p:par>
                                <p:cTn fill="hold" nodeType="with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500"/>
                                        <p:tgtEl>
                                          <p:spTgt spid="85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500"/>
                                        <p:tgtEl>
                                          <p:spTgt spid="860"/>
                                        </p:tgtEl>
                                      </p:cBhvr>
                                    </p:animEffect>
                                  </p:childTnLst>
                                </p:cTn>
                              </p:par>
                              <p:par>
                                <p:cTn fill="hold" nodeType="with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500"/>
                                        <p:tgtEl>
                                          <p:spTgt spid="861"/>
                                        </p:tgtEl>
                                      </p:cBhvr>
                                    </p:animEffect>
                                  </p:childTnLst>
                                </p:cTn>
                              </p:par>
                              <p:par>
                                <p:cTn fill="hold" nodeType="withEffect" presetClass="entr" presetID="10" presetSubtype="0">
                                  <p:stCondLst>
                                    <p:cond delay="0"/>
                                  </p:stCondLst>
                                  <p:childTnLst>
                                    <p:set>
                                      <p:cBhvr>
                                        <p:cTn dur="1" fill="hold">
                                          <p:stCondLst>
                                            <p:cond delay="0"/>
                                          </p:stCondLst>
                                        </p:cTn>
                                        <p:tgtEl>
                                          <p:spTgt spid="862"/>
                                        </p:tgtEl>
                                        <p:attrNameLst>
                                          <p:attrName>style.visibility</p:attrName>
                                        </p:attrNameLst>
                                      </p:cBhvr>
                                      <p:to>
                                        <p:strVal val="visible"/>
                                      </p:to>
                                    </p:set>
                                    <p:animEffect filter="fade" transition="in">
                                      <p:cBhvr>
                                        <p:cTn dur="500"/>
                                        <p:tgtEl>
                                          <p:spTgt spid="862"/>
                                        </p:tgtEl>
                                      </p:cBhvr>
                                    </p:animEffect>
                                  </p:childTnLst>
                                </p:cTn>
                              </p:par>
                              <p:par>
                                <p:cTn fill="hold" nodeType="withEffect" presetClass="entr" presetID="10" presetSubtype="0">
                                  <p:stCondLst>
                                    <p:cond delay="0"/>
                                  </p:stCondLst>
                                  <p:childTnLst>
                                    <p:set>
                                      <p:cBhvr>
                                        <p:cTn dur="1" fill="hold">
                                          <p:stCondLst>
                                            <p:cond delay="0"/>
                                          </p:stCondLst>
                                        </p:cTn>
                                        <p:tgtEl>
                                          <p:spTgt spid="836"/>
                                        </p:tgtEl>
                                        <p:attrNameLst>
                                          <p:attrName>style.visibility</p:attrName>
                                        </p:attrNameLst>
                                      </p:cBhvr>
                                      <p:to>
                                        <p:strVal val="visible"/>
                                      </p:to>
                                    </p:set>
                                    <p:animEffect filter="fade" transition="in">
                                      <p:cBhvr>
                                        <p:cTn dur="500"/>
                                        <p:tgtEl>
                                          <p:spTgt spid="836"/>
                                        </p:tgtEl>
                                      </p:cBhvr>
                                    </p:animEffect>
                                  </p:childTnLst>
                                </p:cTn>
                              </p:par>
                              <p:par>
                                <p:cTn fill="hold" nodeType="withEffect" presetClass="entr" presetID="10" presetSubtype="0">
                                  <p:stCondLst>
                                    <p:cond delay="0"/>
                                  </p:stCondLst>
                                  <p:childTnLst>
                                    <p:set>
                                      <p:cBhvr>
                                        <p:cTn dur="1" fill="hold">
                                          <p:stCondLst>
                                            <p:cond delay="0"/>
                                          </p:stCondLst>
                                        </p:cTn>
                                        <p:tgtEl>
                                          <p:spTgt spid="837"/>
                                        </p:tgtEl>
                                        <p:attrNameLst>
                                          <p:attrName>style.visibility</p:attrName>
                                        </p:attrNameLst>
                                      </p:cBhvr>
                                      <p:to>
                                        <p:strVal val="visible"/>
                                      </p:to>
                                    </p:set>
                                    <p:animEffect filter="fade" transition="in">
                                      <p:cBhvr>
                                        <p:cTn dur="500"/>
                                        <p:tgtEl>
                                          <p:spTgt spid="837"/>
                                        </p:tgtEl>
                                      </p:cBhvr>
                                    </p:animEffect>
                                  </p:childTnLst>
                                </p:cTn>
                              </p:par>
                              <p:par>
                                <p:cTn fill="hold" nodeType="withEffect" presetClass="entr" presetID="10" presetSubtype="0">
                                  <p:stCondLst>
                                    <p:cond delay="0"/>
                                  </p:stCondLst>
                                  <p:childTnLst>
                                    <p:set>
                                      <p:cBhvr>
                                        <p:cTn dur="1" fill="hold">
                                          <p:stCondLst>
                                            <p:cond delay="0"/>
                                          </p:stCondLst>
                                        </p:cTn>
                                        <p:tgtEl>
                                          <p:spTgt spid="838"/>
                                        </p:tgtEl>
                                        <p:attrNameLst>
                                          <p:attrName>style.visibility</p:attrName>
                                        </p:attrNameLst>
                                      </p:cBhvr>
                                      <p:to>
                                        <p:strVal val="visible"/>
                                      </p:to>
                                    </p:set>
                                    <p:animEffect filter="fade" transition="in">
                                      <p:cBhvr>
                                        <p:cTn dur="500"/>
                                        <p:tgtEl>
                                          <p:spTgt spid="8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3"/>
                                        </p:tgtEl>
                                        <p:attrNameLst>
                                          <p:attrName>style.visibility</p:attrName>
                                        </p:attrNameLst>
                                      </p:cBhvr>
                                      <p:to>
                                        <p:strVal val="visible"/>
                                      </p:to>
                                    </p:set>
                                    <p:animEffect filter="fade" transition="in">
                                      <p:cBhvr>
                                        <p:cTn dur="500"/>
                                        <p:tgtEl>
                                          <p:spTgt spid="86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64"/>
                                        </p:tgtEl>
                                        <p:attrNameLst>
                                          <p:attrName>style.visibility</p:attrName>
                                        </p:attrNameLst>
                                      </p:cBhvr>
                                      <p:to>
                                        <p:strVal val="visible"/>
                                      </p:to>
                                    </p:set>
                                    <p:animEffect filter="fade" transition="in">
                                      <p:cBhvr>
                                        <p:cTn dur="500"/>
                                        <p:tgtEl>
                                          <p:spTgt spid="864"/>
                                        </p:tgtEl>
                                      </p:cBhvr>
                                    </p:animEffect>
                                  </p:childTnLst>
                                </p:cTn>
                              </p:par>
                              <p:par>
                                <p:cTn fill="hold" nodeType="withEffect" presetClass="entr" presetID="10" presetSubtype="0">
                                  <p:stCondLst>
                                    <p:cond delay="0"/>
                                  </p:stCondLst>
                                  <p:childTnLst>
                                    <p:set>
                                      <p:cBhvr>
                                        <p:cTn dur="1" fill="hold">
                                          <p:stCondLst>
                                            <p:cond delay="0"/>
                                          </p:stCondLst>
                                        </p:cTn>
                                        <p:tgtEl>
                                          <p:spTgt spid="865"/>
                                        </p:tgtEl>
                                        <p:attrNameLst>
                                          <p:attrName>style.visibility</p:attrName>
                                        </p:attrNameLst>
                                      </p:cBhvr>
                                      <p:to>
                                        <p:strVal val="visible"/>
                                      </p:to>
                                    </p:set>
                                    <p:animEffect filter="fade" transition="in">
                                      <p:cBhvr>
                                        <p:cTn dur="500"/>
                                        <p:tgtEl>
                                          <p:spTgt spid="865"/>
                                        </p:tgtEl>
                                      </p:cBhvr>
                                    </p:animEffect>
                                  </p:childTnLst>
                                </p:cTn>
                              </p:par>
                              <p:par>
                                <p:cTn fill="hold" nodeType="withEffect" presetClass="entr" presetID="10" presetSubtype="0">
                                  <p:stCondLst>
                                    <p:cond delay="0"/>
                                  </p:stCondLst>
                                  <p:childTnLst>
                                    <p:set>
                                      <p:cBhvr>
                                        <p:cTn dur="1" fill="hold">
                                          <p:stCondLst>
                                            <p:cond delay="0"/>
                                          </p:stCondLst>
                                        </p:cTn>
                                        <p:tgtEl>
                                          <p:spTgt spid="866"/>
                                        </p:tgtEl>
                                        <p:attrNameLst>
                                          <p:attrName>style.visibility</p:attrName>
                                        </p:attrNameLst>
                                      </p:cBhvr>
                                      <p:to>
                                        <p:strVal val="visible"/>
                                      </p:to>
                                    </p:set>
                                    <p:animEffect filter="fade" transition="in">
                                      <p:cBhvr>
                                        <p:cTn dur="500"/>
                                        <p:tgtEl>
                                          <p:spTgt spid="866"/>
                                        </p:tgtEl>
                                      </p:cBhvr>
                                    </p:animEffect>
                                  </p:childTnLst>
                                </p:cTn>
                              </p:par>
                              <p:par>
                                <p:cTn fill="hold" nodeType="with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500"/>
                                        <p:tgtEl>
                                          <p:spTgt spid="86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39"/>
                                        </p:tgtEl>
                                        <p:attrNameLst>
                                          <p:attrName>style.visibility</p:attrName>
                                        </p:attrNameLst>
                                      </p:cBhvr>
                                      <p:to>
                                        <p:strVal val="visible"/>
                                      </p:to>
                                    </p:set>
                                    <p:animEffect filter="fade" transition="in">
                                      <p:cBhvr>
                                        <p:cTn dur="500"/>
                                        <p:tgtEl>
                                          <p:spTgt spid="839"/>
                                        </p:tgtEl>
                                      </p:cBhvr>
                                    </p:animEffect>
                                  </p:childTnLst>
                                </p:cTn>
                              </p:par>
                              <p:par>
                                <p:cTn fill="hold" nodeType="with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500"/>
                                        <p:tgtEl>
                                          <p:spTgt spid="840"/>
                                        </p:tgtEl>
                                      </p:cBhvr>
                                    </p:animEffect>
                                  </p:childTnLst>
                                </p:cTn>
                              </p:par>
                              <p:par>
                                <p:cTn fill="hold" nodeType="withEffect" presetClass="entr" presetID="10" presetSubtype="0">
                                  <p:stCondLst>
                                    <p:cond delay="0"/>
                                  </p:stCondLst>
                                  <p:childTnLst>
                                    <p:set>
                                      <p:cBhvr>
                                        <p:cTn dur="1" fill="hold">
                                          <p:stCondLst>
                                            <p:cond delay="0"/>
                                          </p:stCondLst>
                                        </p:cTn>
                                        <p:tgtEl>
                                          <p:spTgt spid="841"/>
                                        </p:tgtEl>
                                        <p:attrNameLst>
                                          <p:attrName>style.visibility</p:attrName>
                                        </p:attrNameLst>
                                      </p:cBhvr>
                                      <p:to>
                                        <p:strVal val="visible"/>
                                      </p:to>
                                    </p:set>
                                    <p:animEffect filter="fade" transition="in">
                                      <p:cBhvr>
                                        <p:cTn dur="500"/>
                                        <p:tgtEl>
                                          <p:spTgt spid="841"/>
                                        </p:tgtEl>
                                      </p:cBhvr>
                                    </p:animEffect>
                                  </p:childTnLst>
                                </p:cTn>
                              </p:par>
                              <p:par>
                                <p:cTn fill="hold" nodeType="withEffect" presetClass="entr" presetID="10" presetSubtype="0">
                                  <p:stCondLst>
                                    <p:cond delay="0"/>
                                  </p:stCondLst>
                                  <p:childTnLst>
                                    <p:set>
                                      <p:cBhvr>
                                        <p:cTn dur="1" fill="hold">
                                          <p:stCondLst>
                                            <p:cond delay="0"/>
                                          </p:stCondLst>
                                        </p:cTn>
                                        <p:tgtEl>
                                          <p:spTgt spid="842"/>
                                        </p:tgtEl>
                                        <p:attrNameLst>
                                          <p:attrName>style.visibility</p:attrName>
                                        </p:attrNameLst>
                                      </p:cBhvr>
                                      <p:to>
                                        <p:strVal val="visible"/>
                                      </p:to>
                                    </p:set>
                                    <p:animEffect filter="fade" transition="in">
                                      <p:cBhvr>
                                        <p:cTn dur="500"/>
                                        <p:tgtEl>
                                          <p:spTgt spid="8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8"/>
                                        </p:tgtEl>
                                        <p:attrNameLst>
                                          <p:attrName>style.visibility</p:attrName>
                                        </p:attrNameLst>
                                      </p:cBhvr>
                                      <p:to>
                                        <p:strVal val="visible"/>
                                      </p:to>
                                    </p:set>
                                    <p:animEffect filter="fade" transition="in">
                                      <p:cBhvr>
                                        <p:cTn dur="500"/>
                                        <p:tgtEl>
                                          <p:spTgt spid="86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500"/>
                                        <p:tgtEl>
                                          <p:spTgt spid="8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6"/>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Hướng tiếp cận 2</a:t>
            </a:r>
            <a:endParaRPr/>
          </a:p>
        </p:txBody>
      </p:sp>
      <p:sp>
        <p:nvSpPr>
          <p:cNvPr id="879" name="Google Shape;879;p16"/>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Nhận xét</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a là con trỏ đến a[0], a[0] là con trỏ đến a[0][0] 🡺 a là con trỏ cấp 2.</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Có thể truy xuất a[0][0] bằng 3 cách:</a:t>
            </a:r>
            <a:endParaRPr/>
          </a:p>
        </p:txBody>
      </p:sp>
      <p:sp>
        <p:nvSpPr>
          <p:cNvPr id="880" name="Google Shape;880;p16"/>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881" name="Google Shape;881;p16"/>
          <p:cNvSpPr txBox="1"/>
          <p:nvPr/>
        </p:nvSpPr>
        <p:spPr>
          <a:xfrm>
            <a:off x="838200" y="3544887"/>
            <a:ext cx="8305800" cy="3170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a[3][4];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a[0][0]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*a[0]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a[1][0] = 1; *a[1] = 1; **(a+1)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a:t>
            </a:r>
            <a:r>
              <a:rPr b="1" i="0" lang="en-US" sz="2000" u="none" cap="none" strike="noStrike">
                <a:solidFill>
                  <a:srgbClr val="FF0000"/>
                </a:solidFill>
                <a:latin typeface="Courier New"/>
                <a:ea typeface="Courier New"/>
                <a:cs typeface="Courier New"/>
                <a:sym typeface="Courier New"/>
              </a:rPr>
              <a:t>1</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0A85FF"/>
                </a:solidFill>
                <a:latin typeface="Courier New"/>
                <a:ea typeface="Courier New"/>
                <a:cs typeface="Courier New"/>
                <a:sym typeface="Courier New"/>
              </a:rPr>
              <a:t>2</a:t>
            </a:r>
            <a:r>
              <a:rPr b="1" i="0" lang="en-US" sz="2000" u="none" cap="none" strike="noStrike">
                <a:solidFill>
                  <a:schemeClr val="dk1"/>
                </a:solidFill>
                <a:latin typeface="Courier New"/>
                <a:ea typeface="Courier New"/>
                <a:cs typeface="Courier New"/>
                <a:sym typeface="Courier New"/>
              </a:rPr>
              <a:t>] = 1; *(a[</a:t>
            </a:r>
            <a:r>
              <a:rPr b="1" i="0" lang="en-US" sz="2000" u="none" cap="none" strike="noStrike">
                <a:solidFill>
                  <a:srgbClr val="FF0000"/>
                </a:solidFill>
                <a:latin typeface="Courier New"/>
                <a:ea typeface="Courier New"/>
                <a:cs typeface="Courier New"/>
                <a:sym typeface="Courier New"/>
              </a:rPr>
              <a:t>1</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0A85FF"/>
                </a:solidFill>
                <a:latin typeface="Courier New"/>
                <a:ea typeface="Courier New"/>
                <a:cs typeface="Courier New"/>
                <a:sym typeface="Courier New"/>
              </a:rPr>
              <a:t>2</a:t>
            </a:r>
            <a:r>
              <a:rPr b="1" i="0" lang="en-US" sz="2000" u="none" cap="none" strike="noStrike">
                <a:solidFill>
                  <a:schemeClr val="dk1"/>
                </a:solidFill>
                <a:latin typeface="Courier New"/>
                <a:ea typeface="Courier New"/>
                <a:cs typeface="Courier New"/>
                <a:sym typeface="Courier New"/>
              </a:rPr>
              <a:t>) = 1; *(*(a+</a:t>
            </a:r>
            <a:r>
              <a:rPr b="1" i="0" lang="en-US" sz="2000" u="none" cap="none" strike="noStrike">
                <a:solidFill>
                  <a:srgbClr val="FF0000"/>
                </a:solidFill>
                <a:latin typeface="Courier New"/>
                <a:ea typeface="Courier New"/>
                <a:cs typeface="Courier New"/>
                <a:sym typeface="Courier New"/>
              </a:rPr>
              <a:t>1</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0A85FF"/>
                </a:solidFill>
                <a:latin typeface="Courier New"/>
                <a:ea typeface="Courier New"/>
                <a:cs typeface="Courier New"/>
                <a:sym typeface="Courier New"/>
              </a:rPr>
              <a:t>2</a:t>
            </a:r>
            <a:r>
              <a:rPr b="1" i="0" lang="en-US" sz="2000" u="none" cap="none" strike="noStrike">
                <a:solidFill>
                  <a:schemeClr val="dk1"/>
                </a:solidFill>
                <a:latin typeface="Courier New"/>
                <a:ea typeface="Courier New"/>
                <a:cs typeface="Courier New"/>
                <a:sym typeface="Courier New"/>
              </a:rPr>
              <a:t>)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882" name="Google Shape;882;p16"/>
          <p:cNvSpPr/>
          <p:nvPr/>
        </p:nvSpPr>
        <p:spPr>
          <a:xfrm>
            <a:off x="685800" y="3544887"/>
            <a:ext cx="152400" cy="3084512"/>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3" name="Google Shape;883;p16"/>
          <p:cNvSpPr txBox="1"/>
          <p:nvPr/>
        </p:nvSpPr>
        <p:spPr>
          <a:xfrm>
            <a:off x="0" y="44958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4" name="Google Shape;884;p16"/>
          <p:cNvSpPr txBox="1"/>
          <p:nvPr/>
        </p:nvSpPr>
        <p:spPr>
          <a:xfrm>
            <a:off x="0" y="4800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5" name="Google Shape;885;p16"/>
          <p:cNvSpPr txBox="1"/>
          <p:nvPr/>
        </p:nvSpPr>
        <p:spPr>
          <a:xfrm>
            <a:off x="0" y="51054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6" name="Google Shape;886;p16"/>
          <p:cNvSpPr txBox="1"/>
          <p:nvPr/>
        </p:nvSpPr>
        <p:spPr>
          <a:xfrm>
            <a:off x="0" y="5715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7" name="Google Shape;887;p16"/>
          <p:cNvSpPr txBox="1"/>
          <p:nvPr/>
        </p:nvSpPr>
        <p:spPr>
          <a:xfrm>
            <a:off x="0" y="60198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82"/>
                                        </p:tgtEl>
                                        <p:attrNameLst>
                                          <p:attrName>style.visibility</p:attrName>
                                        </p:attrNameLst>
                                      </p:cBhvr>
                                      <p:to>
                                        <p:strVal val="visible"/>
                                      </p:to>
                                    </p:set>
                                    <p:animEffect filter="fade" transition="in">
                                      <p:cBhvr>
                                        <p:cTn dur="500"/>
                                        <p:tgtEl>
                                          <p:spTgt spid="882"/>
                                        </p:tgtEl>
                                      </p:cBhvr>
                                    </p:animEffect>
                                  </p:childTnLst>
                                </p:cTn>
                              </p:par>
                              <p:par>
                                <p:cTn fill="hold" nodeType="with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500"/>
                                        <p:tgtEl>
                                          <p:spTgt spid="8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500"/>
                                        <p:tgtEl>
                                          <p:spTgt spid="8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83"/>
                                        </p:tgtEl>
                                      </p:cBhvr>
                                    </p:animEffect>
                                    <p:set>
                                      <p:cBhvr>
                                        <p:cTn dur="1" fill="hold">
                                          <p:stCondLst>
                                            <p:cond delay="500"/>
                                          </p:stCondLst>
                                        </p:cTn>
                                        <p:tgtEl>
                                          <p:spTgt spid="88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500"/>
                                        <p:tgtEl>
                                          <p:spTgt spid="8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84"/>
                                        </p:tgtEl>
                                      </p:cBhvr>
                                    </p:animEffect>
                                    <p:set>
                                      <p:cBhvr>
                                        <p:cTn dur="1" fill="hold">
                                          <p:stCondLst>
                                            <p:cond delay="500"/>
                                          </p:stCondLst>
                                        </p:cTn>
                                        <p:tgtEl>
                                          <p:spTgt spid="88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500"/>
                                        <p:tgtEl>
                                          <p:spTgt spid="8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85"/>
                                        </p:tgtEl>
                                      </p:cBhvr>
                                    </p:animEffect>
                                    <p:set>
                                      <p:cBhvr>
                                        <p:cTn dur="1" fill="hold">
                                          <p:stCondLst>
                                            <p:cond delay="500"/>
                                          </p:stCondLst>
                                        </p:cTn>
                                        <p:tgtEl>
                                          <p:spTgt spid="88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500"/>
                                        <p:tgtEl>
                                          <p:spTgt spid="8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86"/>
                                        </p:tgtEl>
                                      </p:cBhvr>
                                    </p:animEffect>
                                    <p:set>
                                      <p:cBhvr>
                                        <p:cTn dur="1" fill="hold">
                                          <p:stCondLst>
                                            <p:cond delay="500"/>
                                          </p:stCondLst>
                                        </p:cTn>
                                        <p:tgtEl>
                                          <p:spTgt spid="88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500"/>
                                        <p:tgtEl>
                                          <p:spTgt spid="8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7"/>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Hướng tiếp cận 2</a:t>
            </a:r>
            <a:endParaRPr/>
          </a:p>
        </p:txBody>
      </p:sp>
      <p:sp>
        <p:nvSpPr>
          <p:cNvPr id="894" name="Google Shape;894;p17"/>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Truyền mảng cho hàm</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Truyền </a:t>
            </a:r>
            <a:r>
              <a:rPr b="0" i="0" lang="en-US" sz="2800" u="none" cap="none" strike="noStrike">
                <a:solidFill>
                  <a:srgbClr val="FF0000"/>
                </a:solidFill>
                <a:latin typeface="Tahoma"/>
                <a:ea typeface="Tahoma"/>
                <a:cs typeface="Tahoma"/>
                <a:sym typeface="Tahoma"/>
              </a:rPr>
              <a:t>địa chỉ phần tử đầu tiên</a:t>
            </a:r>
            <a:r>
              <a:rPr b="0" i="0" lang="en-US" sz="2800" u="none" cap="none" strike="noStrike">
                <a:solidFill>
                  <a:schemeClr val="dk1"/>
                </a:solidFill>
                <a:latin typeface="Tahoma"/>
                <a:ea typeface="Tahoma"/>
                <a:cs typeface="Tahoma"/>
                <a:sym typeface="Tahoma"/>
              </a:rPr>
              <a:t> cho hàm.</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rgbClr val="FF0000"/>
                </a:solidFill>
                <a:latin typeface="Tahoma"/>
                <a:ea typeface="Tahoma"/>
                <a:cs typeface="Tahoma"/>
                <a:sym typeface="Tahoma"/>
              </a:rPr>
              <a:t>Khai báo con trỏ rồi gán địa chỉ mảng cho con trỏ</a:t>
            </a:r>
            <a:r>
              <a:rPr b="0" i="0" lang="en-US" sz="2800" u="none" cap="none" strike="noStrike">
                <a:solidFill>
                  <a:schemeClr val="dk1"/>
                </a:solidFill>
                <a:latin typeface="Tahoma"/>
                <a:ea typeface="Tahoma"/>
                <a:cs typeface="Tahoma"/>
                <a:sym typeface="Tahoma"/>
              </a:rPr>
              <a:t> này để nó trỏ đến mảng.</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Con trỏ này </a:t>
            </a:r>
            <a:r>
              <a:rPr b="0" i="0" lang="en-US" sz="2800" u="none" cap="none" strike="noStrike">
                <a:solidFill>
                  <a:srgbClr val="FF0000"/>
                </a:solidFill>
                <a:latin typeface="Tahoma"/>
                <a:ea typeface="Tahoma"/>
                <a:cs typeface="Tahoma"/>
                <a:sym typeface="Tahoma"/>
              </a:rPr>
              <a:t>phải cùng kiểu</a:t>
            </a:r>
            <a:r>
              <a:rPr b="0" i="0" lang="en-US" sz="2800" u="none" cap="none" strike="noStrike">
                <a:solidFill>
                  <a:schemeClr val="dk1"/>
                </a:solidFill>
                <a:latin typeface="Tahoma"/>
                <a:ea typeface="Tahoma"/>
                <a:cs typeface="Tahoma"/>
                <a:sym typeface="Tahoma"/>
              </a:rPr>
              <a:t> với biến mảng, tức là </a:t>
            </a:r>
            <a:r>
              <a:rPr b="0" i="0" lang="en-US" sz="2800" u="none" cap="none" strike="noStrike">
                <a:solidFill>
                  <a:srgbClr val="FF0000"/>
                </a:solidFill>
                <a:latin typeface="Tahoma"/>
                <a:ea typeface="Tahoma"/>
                <a:cs typeface="Tahoma"/>
                <a:sym typeface="Tahoma"/>
              </a:rPr>
              <a:t>con trỏ đến vùng nhớ n phần tử (mảng)</a:t>
            </a:r>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Cú pháp</a:t>
            </a:r>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cap="none" strike="noStrik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Ví dụ</a:t>
            </a:r>
            <a:endParaRPr/>
          </a:p>
        </p:txBody>
      </p:sp>
      <p:sp>
        <p:nvSpPr>
          <p:cNvPr id="895" name="Google Shape;895;p17"/>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896" name="Google Shape;896;p17"/>
          <p:cNvSpPr txBox="1"/>
          <p:nvPr/>
        </p:nvSpPr>
        <p:spPr>
          <a:xfrm>
            <a:off x="838200" y="5010150"/>
            <a:ext cx="83058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&lt;kiểu dữ liệu&gt; (*&lt;tên con trỏ&gt;)[&lt;số phần tử&gt;];</a:t>
            </a:r>
            <a:endParaRPr b="0" i="0" sz="1400" u="none" cap="none" strike="noStrike">
              <a:solidFill>
                <a:srgbClr val="000000"/>
              </a:solidFill>
              <a:latin typeface="Arial"/>
              <a:ea typeface="Arial"/>
              <a:cs typeface="Arial"/>
              <a:sym typeface="Arial"/>
            </a:endParaRPr>
          </a:p>
        </p:txBody>
      </p:sp>
      <p:sp>
        <p:nvSpPr>
          <p:cNvPr id="897" name="Google Shape;897;p17"/>
          <p:cNvSpPr/>
          <p:nvPr/>
        </p:nvSpPr>
        <p:spPr>
          <a:xfrm>
            <a:off x="685800" y="5029200"/>
            <a:ext cx="152400" cy="3810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98" name="Google Shape;898;p17"/>
          <p:cNvSpPr txBox="1"/>
          <p:nvPr/>
        </p:nvSpPr>
        <p:spPr>
          <a:xfrm>
            <a:off x="838200" y="6000750"/>
            <a:ext cx="83058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(*ptr)[4];</a:t>
            </a:r>
            <a:endParaRPr b="0" i="0" sz="1400" u="none" cap="none" strike="noStrike">
              <a:solidFill>
                <a:srgbClr val="000000"/>
              </a:solidFill>
              <a:latin typeface="Arial"/>
              <a:ea typeface="Arial"/>
              <a:cs typeface="Arial"/>
              <a:sym typeface="Arial"/>
            </a:endParaRPr>
          </a:p>
        </p:txBody>
      </p:sp>
      <p:sp>
        <p:nvSpPr>
          <p:cNvPr id="899" name="Google Shape;899;p17"/>
          <p:cNvSpPr/>
          <p:nvPr/>
        </p:nvSpPr>
        <p:spPr>
          <a:xfrm>
            <a:off x="685800" y="6019800"/>
            <a:ext cx="152400" cy="3810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500"/>
                                        <p:tgtEl>
                                          <p:spTgt spid="897"/>
                                        </p:tgtEl>
                                      </p:cBhvr>
                                    </p:animEffect>
                                  </p:childTnLst>
                                </p:cTn>
                              </p:par>
                              <p:par>
                                <p:cTn fill="hold" nodeType="with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500"/>
                                        <p:tgtEl>
                                          <p:spTgt spid="8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99"/>
                                        </p:tgtEl>
                                        <p:attrNameLst>
                                          <p:attrName>style.visibility</p:attrName>
                                        </p:attrNameLst>
                                      </p:cBhvr>
                                      <p:to>
                                        <p:strVal val="visible"/>
                                      </p:to>
                                    </p:set>
                                    <p:animEffect filter="fade" transition="in">
                                      <p:cBhvr>
                                        <p:cTn dur="500"/>
                                        <p:tgtEl>
                                          <p:spTgt spid="899"/>
                                        </p:tgtEl>
                                      </p:cBhvr>
                                    </p:animEffect>
                                  </p:childTnLst>
                                </p:cTn>
                              </p:par>
                              <p:par>
                                <p:cTn fill="hold" nodeType="withEffect" presetClass="entr" presetID="10" presetSubtype="0">
                                  <p:stCondLst>
                                    <p:cond delay="0"/>
                                  </p:stCondLst>
                                  <p:childTnLst>
                                    <p:set>
                                      <p:cBhvr>
                                        <p:cTn dur="1" fill="hold">
                                          <p:stCondLst>
                                            <p:cond delay="0"/>
                                          </p:stCondLst>
                                        </p:cTn>
                                        <p:tgtEl>
                                          <p:spTgt spid="898"/>
                                        </p:tgtEl>
                                        <p:attrNameLst>
                                          <p:attrName>style.visibility</p:attrName>
                                        </p:attrNameLst>
                                      </p:cBhvr>
                                      <p:to>
                                        <p:strVal val="visible"/>
                                      </p:to>
                                    </p:set>
                                    <p:animEffect filter="fade" transition="in">
                                      <p:cBhvr>
                                        <p:cTn dur="500"/>
                                        <p:tgtEl>
                                          <p:spTgt spid="8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18"/>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Hướng tiếp cận 2</a:t>
            </a:r>
            <a:endParaRPr/>
          </a:p>
        </p:txBody>
      </p:sp>
      <p:sp>
        <p:nvSpPr>
          <p:cNvPr id="906" name="Google Shape;906;p18"/>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Truyền mảng cho hàm</a:t>
            </a:r>
            <a:endParaRPr/>
          </a:p>
        </p:txBody>
      </p:sp>
      <p:sp>
        <p:nvSpPr>
          <p:cNvPr id="907" name="Google Shape;907;p18"/>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908" name="Google Shape;908;p18"/>
          <p:cNvSpPr txBox="1"/>
          <p:nvPr/>
        </p:nvSpPr>
        <p:spPr>
          <a:xfrm>
            <a:off x="838200" y="2057400"/>
            <a:ext cx="8305800" cy="4708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Xuat_1_Mang_C1(</a:t>
            </a:r>
            <a:r>
              <a:rPr b="1" i="0" lang="en-US" sz="2000" u="none" cap="none" strike="noStrike">
                <a:solidFill>
                  <a:srgbClr val="FF0000"/>
                </a:solidFill>
                <a:latin typeface="Courier New"/>
                <a:ea typeface="Courier New"/>
                <a:cs typeface="Courier New"/>
                <a:sym typeface="Courier New"/>
              </a:rPr>
              <a:t>int (*ptr)[4]</a:t>
            </a:r>
            <a:r>
              <a:rPr b="1" i="0" lang="en-US" sz="2000" u="none" cap="none" strike="noStrike">
                <a:solidFill>
                  <a:schemeClr val="dk1"/>
                </a:solidFill>
                <a:latin typeface="Courier New"/>
                <a:ea typeface="Courier New"/>
                <a:cs typeface="Courier New"/>
                <a:sym typeface="Courier New"/>
              </a:rPr>
              <a:t>)	// ptr[][4]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*p = </a:t>
            </a:r>
            <a:r>
              <a:rPr b="1" i="0" lang="en-US" sz="2000" u="none" cap="none" strike="noStrike">
                <a:solidFill>
                  <a:srgbClr val="FF0000"/>
                </a:solidFill>
                <a:latin typeface="Courier New"/>
                <a:ea typeface="Courier New"/>
                <a:cs typeface="Courier New"/>
                <a:sym typeface="Courier New"/>
              </a:rPr>
              <a:t>(int *)</a:t>
            </a:r>
            <a:r>
              <a:rPr b="1" i="0" lang="en-US" sz="2000" u="none" cap="none" strike="noStrike">
                <a:solidFill>
                  <a:schemeClr val="dk1"/>
                </a:solidFill>
                <a:latin typeface="Courier New"/>
                <a:ea typeface="Courier New"/>
                <a:cs typeface="Courier New"/>
                <a:sym typeface="Courier New"/>
              </a:rPr>
              <a:t>ptr;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for (int i = 0; i &lt; 4;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printf(“%d ”, *p++);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a[3][4]={{1,2,3,4},{5,6,7,8},{9,10,11,12}};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(*ptr)[4];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ptr =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for (int i = 0; i &lt; 3;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Xuat_1_Mang_C1(ptr++);	// </a:t>
            </a:r>
            <a:r>
              <a:rPr b="1" i="0" lang="en-US" sz="2000" u="none" cap="none" strike="noStrike">
                <a:solidFill>
                  <a:srgbClr val="FF0000"/>
                </a:solidFill>
                <a:latin typeface="Courier New"/>
                <a:ea typeface="Courier New"/>
                <a:cs typeface="Courier New"/>
                <a:sym typeface="Courier New"/>
              </a:rPr>
              <a:t>hoặc ptr +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Xuat_1_Mang_C1(</a:t>
            </a:r>
            <a:r>
              <a:rPr b="1" i="0" lang="en-US" sz="2000" u="none" cap="none" strike="noStrike">
                <a:solidFill>
                  <a:srgbClr val="FF0000"/>
                </a:solidFill>
                <a:latin typeface="Courier New"/>
                <a:ea typeface="Courier New"/>
                <a:cs typeface="Courier New"/>
                <a:sym typeface="Courier New"/>
              </a:rPr>
              <a:t>a++</a:t>
            </a:r>
            <a:r>
              <a:rPr b="1" i="0" lang="en-US" sz="2000" u="none" cap="none" strike="noStrike">
                <a:solidFill>
                  <a:schemeClr val="dk1"/>
                </a:solidFill>
                <a:latin typeface="Courier New"/>
                <a:ea typeface="Courier New"/>
                <a:cs typeface="Courier New"/>
                <a:sym typeface="Courier New"/>
              </a:rPr>
              <a:t>);	// </a:t>
            </a:r>
            <a:r>
              <a:rPr b="1" i="0" lang="en-US" sz="2000" u="none" cap="none" strike="noStrike">
                <a:solidFill>
                  <a:srgbClr val="FF0000"/>
                </a:solidFill>
                <a:latin typeface="Courier New"/>
                <a:ea typeface="Courier New"/>
                <a:cs typeface="Courier New"/>
                <a:sym typeface="Courier New"/>
              </a:rPr>
              <a:t>sai =&gt; a +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909" name="Google Shape;909;p18"/>
          <p:cNvSpPr/>
          <p:nvPr/>
        </p:nvSpPr>
        <p:spPr>
          <a:xfrm>
            <a:off x="685800" y="2076450"/>
            <a:ext cx="152400" cy="455295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0" name="Google Shape;910;p18"/>
          <p:cNvSpPr txBox="1"/>
          <p:nvPr/>
        </p:nvSpPr>
        <p:spPr>
          <a:xfrm>
            <a:off x="0" y="4800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1" name="Google Shape;911;p18"/>
          <p:cNvSpPr txBox="1"/>
          <p:nvPr/>
        </p:nvSpPr>
        <p:spPr>
          <a:xfrm>
            <a:off x="0" y="51054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2" name="Google Shape;912;p18"/>
          <p:cNvSpPr txBox="1"/>
          <p:nvPr/>
        </p:nvSpPr>
        <p:spPr>
          <a:xfrm>
            <a:off x="0" y="57912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3" name="Google Shape;913;p18"/>
          <p:cNvSpPr txBox="1"/>
          <p:nvPr/>
        </p:nvSpPr>
        <p:spPr>
          <a:xfrm>
            <a:off x="0" y="6096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4" name="Google Shape;914;p18"/>
          <p:cNvSpPr txBox="1"/>
          <p:nvPr/>
        </p:nvSpPr>
        <p:spPr>
          <a:xfrm>
            <a:off x="0" y="2133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5" name="Google Shape;915;p18"/>
          <p:cNvSpPr txBox="1"/>
          <p:nvPr/>
        </p:nvSpPr>
        <p:spPr>
          <a:xfrm>
            <a:off x="0" y="27432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6" name="Google Shape;916;p18"/>
          <p:cNvSpPr txBox="1"/>
          <p:nvPr/>
        </p:nvSpPr>
        <p:spPr>
          <a:xfrm>
            <a:off x="0" y="3048000"/>
            <a:ext cx="9128125" cy="6096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09"/>
                                        </p:tgtEl>
                                        <p:attrNameLst>
                                          <p:attrName>style.visibility</p:attrName>
                                        </p:attrNameLst>
                                      </p:cBhvr>
                                      <p:to>
                                        <p:strVal val="visible"/>
                                      </p:to>
                                    </p:set>
                                    <p:animEffect filter="fade" transition="in">
                                      <p:cBhvr>
                                        <p:cTn dur="500"/>
                                        <p:tgtEl>
                                          <p:spTgt spid="909"/>
                                        </p:tgtEl>
                                      </p:cBhvr>
                                    </p:animEffect>
                                  </p:childTnLst>
                                </p:cTn>
                              </p:par>
                              <p:par>
                                <p:cTn fill="hold" nodeType="with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500"/>
                                        <p:tgtEl>
                                          <p:spTgt spid="9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500"/>
                                        <p:tgtEl>
                                          <p:spTgt spid="9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14"/>
                                        </p:tgtEl>
                                      </p:cBhvr>
                                    </p:animEffect>
                                    <p:set>
                                      <p:cBhvr>
                                        <p:cTn dur="1" fill="hold">
                                          <p:stCondLst>
                                            <p:cond delay="500"/>
                                          </p:stCondLst>
                                        </p:cTn>
                                        <p:tgtEl>
                                          <p:spTgt spid="91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15"/>
                                        </p:tgtEl>
                                        <p:attrNameLst>
                                          <p:attrName>style.visibility</p:attrName>
                                        </p:attrNameLst>
                                      </p:cBhvr>
                                      <p:to>
                                        <p:strVal val="visible"/>
                                      </p:to>
                                    </p:set>
                                    <p:animEffect filter="fade" transition="in">
                                      <p:cBhvr>
                                        <p:cTn dur="500"/>
                                        <p:tgtEl>
                                          <p:spTgt spid="9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15"/>
                                        </p:tgtEl>
                                      </p:cBhvr>
                                    </p:animEffect>
                                    <p:set>
                                      <p:cBhvr>
                                        <p:cTn dur="1" fill="hold">
                                          <p:stCondLst>
                                            <p:cond delay="500"/>
                                          </p:stCondLst>
                                        </p:cTn>
                                        <p:tgtEl>
                                          <p:spTgt spid="91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16"/>
                                        </p:tgtEl>
                                        <p:attrNameLst>
                                          <p:attrName>style.visibility</p:attrName>
                                        </p:attrNameLst>
                                      </p:cBhvr>
                                      <p:to>
                                        <p:strVal val="visible"/>
                                      </p:to>
                                    </p:set>
                                    <p:animEffect filter="fade" transition="in">
                                      <p:cBhvr>
                                        <p:cTn dur="500"/>
                                        <p:tgtEl>
                                          <p:spTgt spid="9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16"/>
                                        </p:tgtEl>
                                      </p:cBhvr>
                                    </p:animEffect>
                                    <p:set>
                                      <p:cBhvr>
                                        <p:cTn dur="1" fill="hold">
                                          <p:stCondLst>
                                            <p:cond delay="500"/>
                                          </p:stCondLst>
                                        </p:cTn>
                                        <p:tgtEl>
                                          <p:spTgt spid="91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10"/>
                                        </p:tgtEl>
                                        <p:attrNameLst>
                                          <p:attrName>style.visibility</p:attrName>
                                        </p:attrNameLst>
                                      </p:cBhvr>
                                      <p:to>
                                        <p:strVal val="visible"/>
                                      </p:to>
                                    </p:set>
                                    <p:animEffect filter="fade" transition="in">
                                      <p:cBhvr>
                                        <p:cTn dur="500"/>
                                        <p:tgtEl>
                                          <p:spTgt spid="9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10"/>
                                        </p:tgtEl>
                                      </p:cBhvr>
                                    </p:animEffect>
                                    <p:set>
                                      <p:cBhvr>
                                        <p:cTn dur="1" fill="hold">
                                          <p:stCondLst>
                                            <p:cond delay="500"/>
                                          </p:stCondLst>
                                        </p:cTn>
                                        <p:tgtEl>
                                          <p:spTgt spid="91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500"/>
                                        <p:tgtEl>
                                          <p:spTgt spid="9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11"/>
                                        </p:tgtEl>
                                      </p:cBhvr>
                                    </p:animEffect>
                                    <p:set>
                                      <p:cBhvr>
                                        <p:cTn dur="1" fill="hold">
                                          <p:stCondLst>
                                            <p:cond delay="500"/>
                                          </p:stCondLst>
                                        </p:cTn>
                                        <p:tgtEl>
                                          <p:spTgt spid="91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500"/>
                                        <p:tgtEl>
                                          <p:spTgt spid="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12"/>
                                        </p:tgtEl>
                                      </p:cBhvr>
                                    </p:animEffect>
                                    <p:set>
                                      <p:cBhvr>
                                        <p:cTn dur="1" fill="hold">
                                          <p:stCondLst>
                                            <p:cond delay="500"/>
                                          </p:stCondLst>
                                        </p:cTn>
                                        <p:tgtEl>
                                          <p:spTgt spid="91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13"/>
                                        </p:tgtEl>
                                        <p:attrNameLst>
                                          <p:attrName>style.visibility</p:attrName>
                                        </p:attrNameLst>
                                      </p:cBhvr>
                                      <p:to>
                                        <p:strVal val="visible"/>
                                      </p:to>
                                    </p:set>
                                    <p:animEffect filter="fade" transition="in">
                                      <p:cBhvr>
                                        <p:cTn dur="500"/>
                                        <p:tgtEl>
                                          <p:spTgt spid="9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9"/>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Hướng tiếp cận 2</a:t>
            </a:r>
            <a:endParaRPr/>
          </a:p>
        </p:txBody>
      </p:sp>
      <p:sp>
        <p:nvSpPr>
          <p:cNvPr id="923" name="Google Shape;923;p19"/>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Truyền mảng cho hàm</a:t>
            </a:r>
            <a:endParaRPr/>
          </a:p>
        </p:txBody>
      </p:sp>
      <p:sp>
        <p:nvSpPr>
          <p:cNvPr id="924" name="Google Shape;924;p19"/>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925" name="Google Shape;925;p19"/>
          <p:cNvSpPr txBox="1"/>
          <p:nvPr/>
        </p:nvSpPr>
        <p:spPr>
          <a:xfrm>
            <a:off x="838200" y="2057400"/>
            <a:ext cx="8305800" cy="4402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Xuat_1_Mang_C2(</a:t>
            </a:r>
            <a:r>
              <a:rPr b="1" i="0" lang="en-US" sz="2000" u="none" cap="none" strike="noStrike">
                <a:solidFill>
                  <a:srgbClr val="FF0000"/>
                </a:solidFill>
                <a:latin typeface="Courier New"/>
                <a:ea typeface="Courier New"/>
                <a:cs typeface="Courier New"/>
                <a:sym typeface="Courier New"/>
              </a:rPr>
              <a:t>int *ptr</a:t>
            </a:r>
            <a:r>
              <a:rPr b="1" i="0" lang="en-US" sz="2000" u="none" cap="none" strike="noStrike">
                <a:solidFill>
                  <a:schemeClr val="dk1"/>
                </a:solidFill>
                <a:latin typeface="Courier New"/>
                <a:ea typeface="Courier New"/>
                <a:cs typeface="Courier New"/>
                <a:sym typeface="Courier New"/>
              </a:rPr>
              <a:t>, int n)	// ptr[]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for (int i = 0; i &lt; n;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printf(“%d ”, *ptr++);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a[3][4]={{1,2,3,4},{5,6,7,8},{9,10,11,12}};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(*ptr)[4];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ptr =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for (int i = 0; i &lt; 3;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Xuat_1_Mang_C2(</a:t>
            </a:r>
            <a:r>
              <a:rPr b="1" i="0" lang="en-US" sz="2000" u="none" cap="none" strike="noStrike">
                <a:solidFill>
                  <a:srgbClr val="FF0000"/>
                </a:solidFill>
                <a:latin typeface="Courier New"/>
                <a:ea typeface="Courier New"/>
                <a:cs typeface="Courier New"/>
                <a:sym typeface="Courier New"/>
              </a:rPr>
              <a:t>(int *)</a:t>
            </a:r>
            <a:r>
              <a:rPr b="1" i="0" lang="en-US" sz="2000" u="none" cap="none" strike="noStrike">
                <a:solidFill>
                  <a:schemeClr val="dk1"/>
                </a:solidFill>
                <a:latin typeface="Courier New"/>
                <a:ea typeface="Courier New"/>
                <a:cs typeface="Courier New"/>
                <a:sym typeface="Courier New"/>
              </a:rPr>
              <a:t>ptr++, 4);</a:t>
            </a:r>
            <a:endParaRPr b="1" i="0" sz="2000" u="none" cap="none" strike="noStrike">
              <a:solidFill>
                <a:srgbClr val="FF0000"/>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Xuat_1_Mang_C2(</a:t>
            </a:r>
            <a:r>
              <a:rPr b="1" i="0" lang="en-US" sz="2000" u="none" cap="none" strike="noStrike">
                <a:solidFill>
                  <a:srgbClr val="FF0000"/>
                </a:solidFill>
                <a:latin typeface="Courier New"/>
                <a:ea typeface="Courier New"/>
                <a:cs typeface="Courier New"/>
                <a:sym typeface="Courier New"/>
              </a:rPr>
              <a:t>(int *)</a:t>
            </a:r>
            <a:r>
              <a:rPr b="1" i="0" lang="en-US" sz="2000" u="none" cap="none" strike="noStrike">
                <a:solidFill>
                  <a:schemeClr val="dk1"/>
                </a:solidFill>
                <a:latin typeface="Courier New"/>
                <a:ea typeface="Courier New"/>
                <a:cs typeface="Courier New"/>
                <a:sym typeface="Courier New"/>
              </a:rPr>
              <a:t>(a + i), 4);// </a:t>
            </a:r>
            <a:r>
              <a:rPr b="1" i="0" lang="en-US" sz="2000" u="none" cap="none" strike="noStrike">
                <a:solidFill>
                  <a:srgbClr val="FF0000"/>
                </a:solidFill>
                <a:latin typeface="Courier New"/>
                <a:ea typeface="Courier New"/>
                <a:cs typeface="Courier New"/>
                <a:sym typeface="Courier New"/>
              </a:rPr>
              <a:t>a++ sai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926" name="Google Shape;926;p19"/>
          <p:cNvSpPr/>
          <p:nvPr/>
        </p:nvSpPr>
        <p:spPr>
          <a:xfrm>
            <a:off x="685800" y="2076450"/>
            <a:ext cx="152400" cy="455295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7" name="Google Shape;927;p19"/>
          <p:cNvSpPr txBox="1"/>
          <p:nvPr/>
        </p:nvSpPr>
        <p:spPr>
          <a:xfrm>
            <a:off x="0" y="2743200"/>
            <a:ext cx="9128125" cy="6096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8" name="Google Shape;928;p19"/>
          <p:cNvSpPr txBox="1"/>
          <p:nvPr/>
        </p:nvSpPr>
        <p:spPr>
          <a:xfrm>
            <a:off x="0" y="4572000"/>
            <a:ext cx="9128125" cy="5334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9" name="Google Shape;929;p19"/>
          <p:cNvSpPr txBox="1"/>
          <p:nvPr/>
        </p:nvSpPr>
        <p:spPr>
          <a:xfrm>
            <a:off x="0" y="5486400"/>
            <a:ext cx="9128100"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0" name="Google Shape;930;p19"/>
          <p:cNvSpPr txBox="1"/>
          <p:nvPr/>
        </p:nvSpPr>
        <p:spPr>
          <a:xfrm>
            <a:off x="0" y="5791200"/>
            <a:ext cx="9128100"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26"/>
                                        </p:tgtEl>
                                        <p:attrNameLst>
                                          <p:attrName>style.visibility</p:attrName>
                                        </p:attrNameLst>
                                      </p:cBhvr>
                                      <p:to>
                                        <p:strVal val="visible"/>
                                      </p:to>
                                    </p:set>
                                    <p:animEffect filter="fade" transition="in">
                                      <p:cBhvr>
                                        <p:cTn dur="500"/>
                                        <p:tgtEl>
                                          <p:spTgt spid="926"/>
                                        </p:tgtEl>
                                      </p:cBhvr>
                                    </p:animEffect>
                                  </p:childTnLst>
                                </p:cTn>
                              </p:par>
                              <p:par>
                                <p:cTn fill="hold" nodeType="withEffect" presetClass="entr" presetID="10" presetSubtype="0">
                                  <p:stCondLst>
                                    <p:cond delay="0"/>
                                  </p:stCondLst>
                                  <p:childTnLst>
                                    <p:set>
                                      <p:cBhvr>
                                        <p:cTn dur="1" fill="hold">
                                          <p:stCondLst>
                                            <p:cond delay="0"/>
                                          </p:stCondLst>
                                        </p:cTn>
                                        <p:tgtEl>
                                          <p:spTgt spid="925"/>
                                        </p:tgtEl>
                                        <p:attrNameLst>
                                          <p:attrName>style.visibility</p:attrName>
                                        </p:attrNameLst>
                                      </p:cBhvr>
                                      <p:to>
                                        <p:strVal val="visible"/>
                                      </p:to>
                                    </p:set>
                                    <p:animEffect filter="fade" transition="in">
                                      <p:cBhvr>
                                        <p:cTn dur="500"/>
                                        <p:tgtEl>
                                          <p:spTgt spid="9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7"/>
                                        </p:tgtEl>
                                        <p:attrNameLst>
                                          <p:attrName>style.visibility</p:attrName>
                                        </p:attrNameLst>
                                      </p:cBhvr>
                                      <p:to>
                                        <p:strVal val="visible"/>
                                      </p:to>
                                    </p:set>
                                    <p:animEffect filter="fade" transition="in">
                                      <p:cBhvr>
                                        <p:cTn dur="500"/>
                                        <p:tgtEl>
                                          <p:spTgt spid="9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27"/>
                                        </p:tgtEl>
                                      </p:cBhvr>
                                    </p:animEffect>
                                    <p:set>
                                      <p:cBhvr>
                                        <p:cTn dur="1" fill="hold">
                                          <p:stCondLst>
                                            <p:cond delay="500"/>
                                          </p:stCondLst>
                                        </p:cTn>
                                        <p:tgtEl>
                                          <p:spTgt spid="92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28"/>
                                        </p:tgtEl>
                                        <p:attrNameLst>
                                          <p:attrName>style.visibility</p:attrName>
                                        </p:attrNameLst>
                                      </p:cBhvr>
                                      <p:to>
                                        <p:strVal val="visible"/>
                                      </p:to>
                                    </p:set>
                                    <p:animEffect filter="fade" transition="in">
                                      <p:cBhvr>
                                        <p:cTn dur="500"/>
                                        <p:tgtEl>
                                          <p:spTgt spid="9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28"/>
                                        </p:tgtEl>
                                      </p:cBhvr>
                                    </p:animEffect>
                                    <p:set>
                                      <p:cBhvr>
                                        <p:cTn dur="1" fill="hold">
                                          <p:stCondLst>
                                            <p:cond delay="500"/>
                                          </p:stCondLst>
                                        </p:cTn>
                                        <p:tgtEl>
                                          <p:spTgt spid="92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29"/>
                                        </p:tgtEl>
                                        <p:attrNameLst>
                                          <p:attrName>style.visibility</p:attrName>
                                        </p:attrNameLst>
                                      </p:cBhvr>
                                      <p:to>
                                        <p:strVal val="visible"/>
                                      </p:to>
                                    </p:set>
                                    <p:animEffect filter="fade" transition="in">
                                      <p:cBhvr>
                                        <p:cTn dur="500"/>
                                        <p:tgtEl>
                                          <p:spTgt spid="9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29"/>
                                        </p:tgtEl>
                                      </p:cBhvr>
                                    </p:animEffect>
                                    <p:set>
                                      <p:cBhvr>
                                        <p:cTn dur="1" fill="hold">
                                          <p:stCondLst>
                                            <p:cond delay="500"/>
                                          </p:stCondLst>
                                        </p:cTn>
                                        <p:tgtEl>
                                          <p:spTgt spid="92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30"/>
                                        </p:tgtEl>
                                        <p:attrNameLst>
                                          <p:attrName>style.visibility</p:attrName>
                                        </p:attrNameLst>
                                      </p:cBhvr>
                                      <p:to>
                                        <p:strVal val="visible"/>
                                      </p:to>
                                    </p:set>
                                    <p:animEffect filter="fade" transition="in">
                                      <p:cBhvr>
                                        <p:cTn dur="500"/>
                                        <p:tgtEl>
                                          <p:spTgt spid="9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20"/>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Hướng tiếp cận 2</a:t>
            </a:r>
            <a:endParaRPr/>
          </a:p>
        </p:txBody>
      </p:sp>
      <p:sp>
        <p:nvSpPr>
          <p:cNvPr id="937" name="Google Shape;937;p20"/>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Truyền mảng cho hàm</a:t>
            </a:r>
            <a:endParaRPr/>
          </a:p>
        </p:txBody>
      </p:sp>
      <p:sp>
        <p:nvSpPr>
          <p:cNvPr id="938" name="Google Shape;938;p20"/>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939" name="Google Shape;939;p20"/>
          <p:cNvSpPr txBox="1"/>
          <p:nvPr/>
        </p:nvSpPr>
        <p:spPr>
          <a:xfrm>
            <a:off x="838200" y="2057400"/>
            <a:ext cx="8305800" cy="4708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Xuat_n_Mang_C1(</a:t>
            </a:r>
            <a:r>
              <a:rPr b="1" i="0" lang="en-US" sz="2000" u="none" cap="none" strike="noStrike">
                <a:solidFill>
                  <a:srgbClr val="FF0000"/>
                </a:solidFill>
                <a:latin typeface="Courier New"/>
                <a:ea typeface="Courier New"/>
                <a:cs typeface="Courier New"/>
                <a:sym typeface="Courier New"/>
              </a:rPr>
              <a:t>int (*ptr)[4], int n</a:t>
            </a: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*p = (int *)ptr;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for (int i = 0; i &lt; </a:t>
            </a:r>
            <a:r>
              <a:rPr b="1" i="0" lang="en-US" sz="2000" u="none" cap="none" strike="noStrike">
                <a:solidFill>
                  <a:srgbClr val="FF0000"/>
                </a:solidFill>
                <a:latin typeface="Courier New"/>
                <a:ea typeface="Courier New"/>
                <a:cs typeface="Courier New"/>
                <a:sym typeface="Courier New"/>
              </a:rPr>
              <a:t>n * 4</a:t>
            </a:r>
            <a:r>
              <a:rPr b="1" i="0" lang="en-US" sz="2000" u="none" cap="none" strike="noStrike">
                <a:solidFill>
                  <a:schemeClr val="dk1"/>
                </a:solidFill>
                <a:latin typeface="Courier New"/>
                <a:ea typeface="Courier New"/>
                <a:cs typeface="Courier New"/>
                <a:sym typeface="Courier New"/>
              </a:rPr>
              <a:t>;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printf(“%d ”, *p++);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a[3][4]={{1,2,3,4},{5,6,7,8},{9,10,11,12}};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(*ptr)[4];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ptr =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Xuat_n_Mang_1(ptr,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Xuat_n_Mang_1(a,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940" name="Google Shape;940;p20"/>
          <p:cNvSpPr/>
          <p:nvPr/>
        </p:nvSpPr>
        <p:spPr>
          <a:xfrm>
            <a:off x="685800" y="2076450"/>
            <a:ext cx="152400" cy="455295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41" name="Google Shape;941;p20"/>
          <p:cNvSpPr txBox="1"/>
          <p:nvPr/>
        </p:nvSpPr>
        <p:spPr>
          <a:xfrm>
            <a:off x="0" y="27432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42" name="Google Shape;942;p20"/>
          <p:cNvSpPr txBox="1"/>
          <p:nvPr/>
        </p:nvSpPr>
        <p:spPr>
          <a:xfrm>
            <a:off x="0" y="3048000"/>
            <a:ext cx="9128125" cy="6096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43" name="Google Shape;943;p20"/>
          <p:cNvSpPr txBox="1"/>
          <p:nvPr/>
        </p:nvSpPr>
        <p:spPr>
          <a:xfrm>
            <a:off x="0" y="4876800"/>
            <a:ext cx="9128125" cy="6096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44" name="Google Shape;944;p20"/>
          <p:cNvSpPr txBox="1"/>
          <p:nvPr/>
        </p:nvSpPr>
        <p:spPr>
          <a:xfrm>
            <a:off x="0" y="57912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45" name="Google Shape;945;p20"/>
          <p:cNvSpPr txBox="1"/>
          <p:nvPr/>
        </p:nvSpPr>
        <p:spPr>
          <a:xfrm>
            <a:off x="0" y="6096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40"/>
                                        </p:tgtEl>
                                        <p:attrNameLst>
                                          <p:attrName>style.visibility</p:attrName>
                                        </p:attrNameLst>
                                      </p:cBhvr>
                                      <p:to>
                                        <p:strVal val="visible"/>
                                      </p:to>
                                    </p:set>
                                    <p:animEffect filter="fade" transition="in">
                                      <p:cBhvr>
                                        <p:cTn dur="500"/>
                                        <p:tgtEl>
                                          <p:spTgt spid="940"/>
                                        </p:tgtEl>
                                      </p:cBhvr>
                                    </p:animEffect>
                                  </p:childTnLst>
                                </p:cTn>
                              </p:par>
                              <p:par>
                                <p:cTn fill="hold" nodeType="withEffect" presetClass="entr" presetID="10" presetSubtype="0">
                                  <p:stCondLst>
                                    <p:cond delay="0"/>
                                  </p:stCondLst>
                                  <p:childTnLst>
                                    <p:set>
                                      <p:cBhvr>
                                        <p:cTn dur="1" fill="hold">
                                          <p:stCondLst>
                                            <p:cond delay="0"/>
                                          </p:stCondLst>
                                        </p:cTn>
                                        <p:tgtEl>
                                          <p:spTgt spid="939"/>
                                        </p:tgtEl>
                                        <p:attrNameLst>
                                          <p:attrName>style.visibility</p:attrName>
                                        </p:attrNameLst>
                                      </p:cBhvr>
                                      <p:to>
                                        <p:strVal val="visible"/>
                                      </p:to>
                                    </p:set>
                                    <p:animEffect filter="fade" transition="in">
                                      <p:cBhvr>
                                        <p:cTn dur="500"/>
                                        <p:tgtEl>
                                          <p:spTgt spid="9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
                                        </p:tgtEl>
                                        <p:attrNameLst>
                                          <p:attrName>style.visibility</p:attrName>
                                        </p:attrNameLst>
                                      </p:cBhvr>
                                      <p:to>
                                        <p:strVal val="visible"/>
                                      </p:to>
                                    </p:set>
                                    <p:animEffect filter="fade" transition="in">
                                      <p:cBhvr>
                                        <p:cTn dur="500"/>
                                        <p:tgtEl>
                                          <p:spTgt spid="9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41"/>
                                        </p:tgtEl>
                                      </p:cBhvr>
                                    </p:animEffect>
                                    <p:set>
                                      <p:cBhvr>
                                        <p:cTn dur="1" fill="hold">
                                          <p:stCondLst>
                                            <p:cond delay="500"/>
                                          </p:stCondLst>
                                        </p:cTn>
                                        <p:tgtEl>
                                          <p:spTgt spid="94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42"/>
                                        </p:tgtEl>
                                        <p:attrNameLst>
                                          <p:attrName>style.visibility</p:attrName>
                                        </p:attrNameLst>
                                      </p:cBhvr>
                                      <p:to>
                                        <p:strVal val="visible"/>
                                      </p:to>
                                    </p:set>
                                    <p:animEffect filter="fade" transition="in">
                                      <p:cBhvr>
                                        <p:cTn dur="500"/>
                                        <p:tgtEl>
                                          <p:spTgt spid="9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42"/>
                                        </p:tgtEl>
                                      </p:cBhvr>
                                    </p:animEffect>
                                    <p:set>
                                      <p:cBhvr>
                                        <p:cTn dur="1" fill="hold">
                                          <p:stCondLst>
                                            <p:cond delay="500"/>
                                          </p:stCondLst>
                                        </p:cTn>
                                        <p:tgtEl>
                                          <p:spTgt spid="94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43"/>
                                        </p:tgtEl>
                                        <p:attrNameLst>
                                          <p:attrName>style.visibility</p:attrName>
                                        </p:attrNameLst>
                                      </p:cBhvr>
                                      <p:to>
                                        <p:strVal val="visible"/>
                                      </p:to>
                                    </p:set>
                                    <p:animEffect filter="fade" transition="in">
                                      <p:cBhvr>
                                        <p:cTn dur="500"/>
                                        <p:tgtEl>
                                          <p:spTgt spid="9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43"/>
                                        </p:tgtEl>
                                      </p:cBhvr>
                                    </p:animEffect>
                                    <p:set>
                                      <p:cBhvr>
                                        <p:cTn dur="1" fill="hold">
                                          <p:stCondLst>
                                            <p:cond delay="500"/>
                                          </p:stCondLst>
                                        </p:cTn>
                                        <p:tgtEl>
                                          <p:spTgt spid="94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44"/>
                                        </p:tgtEl>
                                        <p:attrNameLst>
                                          <p:attrName>style.visibility</p:attrName>
                                        </p:attrNameLst>
                                      </p:cBhvr>
                                      <p:to>
                                        <p:strVal val="visible"/>
                                      </p:to>
                                    </p:set>
                                    <p:animEffect filter="fade" transition="in">
                                      <p:cBhvr>
                                        <p:cTn dur="500"/>
                                        <p:tgtEl>
                                          <p:spTgt spid="9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44"/>
                                        </p:tgtEl>
                                      </p:cBhvr>
                                    </p:animEffect>
                                    <p:set>
                                      <p:cBhvr>
                                        <p:cTn dur="1" fill="hold">
                                          <p:stCondLst>
                                            <p:cond delay="500"/>
                                          </p:stCondLst>
                                        </p:cTn>
                                        <p:tgtEl>
                                          <p:spTgt spid="94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45"/>
                                        </p:tgtEl>
                                        <p:attrNameLst>
                                          <p:attrName>style.visibility</p:attrName>
                                        </p:attrNameLst>
                                      </p:cBhvr>
                                      <p:to>
                                        <p:strVal val="visible"/>
                                      </p:to>
                                    </p:set>
                                    <p:animEffect filter="fade" transition="in">
                                      <p:cBhvr>
                                        <p:cTn dur="500"/>
                                        <p:tgtEl>
                                          <p:spTgt spid="9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21"/>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Hướng tiếp cận 2</a:t>
            </a:r>
            <a:endParaRPr/>
          </a:p>
        </p:txBody>
      </p:sp>
      <p:sp>
        <p:nvSpPr>
          <p:cNvPr id="952" name="Google Shape;952;p21"/>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Truyền mảng cho hàm</a:t>
            </a:r>
            <a:endParaRPr/>
          </a:p>
        </p:txBody>
      </p:sp>
      <p:sp>
        <p:nvSpPr>
          <p:cNvPr id="953" name="Google Shape;953;p21"/>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954" name="Google Shape;954;p21"/>
          <p:cNvSpPr txBox="1"/>
          <p:nvPr/>
        </p:nvSpPr>
        <p:spPr>
          <a:xfrm>
            <a:off x="838200" y="2057400"/>
            <a:ext cx="8305800" cy="40941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Xuat_n_Mang_C2(</a:t>
            </a:r>
            <a:r>
              <a:rPr b="1" i="0" lang="en-US" sz="2000" u="none" cap="none" strike="noStrike">
                <a:solidFill>
                  <a:srgbClr val="FF0000"/>
                </a:solidFill>
                <a:latin typeface="Courier New"/>
                <a:ea typeface="Courier New"/>
                <a:cs typeface="Courier New"/>
                <a:sym typeface="Courier New"/>
              </a:rPr>
              <a:t>int (*ptr)[4], int n</a:t>
            </a: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for (int i = 0; i &lt; n;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 = (int *)ptr++;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for (int i = 0; i &lt; 4;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printf(“%d ”, *p++);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br>
              <a:rPr b="1" i="0" lang="en-US" sz="2000" u="none" cap="none" strike="noStrike">
                <a:solidFill>
                  <a:schemeClr val="dk1"/>
                </a:solidFill>
                <a:latin typeface="Courier New"/>
                <a:ea typeface="Courier New"/>
                <a:cs typeface="Courier New"/>
                <a:sym typeface="Courier New"/>
              </a:rPr>
            </a:br>
            <a:r>
              <a:rPr b="1" i="0" lang="en-US" sz="2000" u="none" cap="none" strike="noStrike">
                <a:solidFill>
                  <a:schemeClr val="dk1"/>
                </a:solidFill>
                <a:latin typeface="Courier New"/>
                <a:ea typeface="Courier New"/>
                <a:cs typeface="Courier New"/>
                <a:sym typeface="Courier New"/>
              </a:rPr>
              <a:t>		printf(“\n”);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955" name="Google Shape;955;p21"/>
          <p:cNvSpPr/>
          <p:nvPr/>
        </p:nvSpPr>
        <p:spPr>
          <a:xfrm>
            <a:off x="685800" y="2076450"/>
            <a:ext cx="152400" cy="401955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56" name="Google Shape;956;p21"/>
          <p:cNvSpPr txBox="1"/>
          <p:nvPr/>
        </p:nvSpPr>
        <p:spPr>
          <a:xfrm>
            <a:off x="0" y="2133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57" name="Google Shape;957;p21"/>
          <p:cNvSpPr txBox="1"/>
          <p:nvPr/>
        </p:nvSpPr>
        <p:spPr>
          <a:xfrm>
            <a:off x="0" y="27432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58" name="Google Shape;958;p21"/>
          <p:cNvSpPr txBox="1"/>
          <p:nvPr/>
        </p:nvSpPr>
        <p:spPr>
          <a:xfrm>
            <a:off x="0" y="3048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59" name="Google Shape;959;p21"/>
          <p:cNvSpPr txBox="1"/>
          <p:nvPr/>
        </p:nvSpPr>
        <p:spPr>
          <a:xfrm>
            <a:off x="0" y="35814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60" name="Google Shape;960;p21"/>
          <p:cNvSpPr txBox="1"/>
          <p:nvPr/>
        </p:nvSpPr>
        <p:spPr>
          <a:xfrm>
            <a:off x="0" y="4267200"/>
            <a:ext cx="9128125" cy="6096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55"/>
                                        </p:tgtEl>
                                        <p:attrNameLst>
                                          <p:attrName>style.visibility</p:attrName>
                                        </p:attrNameLst>
                                      </p:cBhvr>
                                      <p:to>
                                        <p:strVal val="visible"/>
                                      </p:to>
                                    </p:set>
                                    <p:animEffect filter="fade" transition="in">
                                      <p:cBhvr>
                                        <p:cTn dur="500"/>
                                        <p:tgtEl>
                                          <p:spTgt spid="955"/>
                                        </p:tgtEl>
                                      </p:cBhvr>
                                    </p:animEffect>
                                  </p:childTnLst>
                                </p:cTn>
                              </p:par>
                              <p:par>
                                <p:cTn fill="hold" nodeType="withEffect" presetClass="entr" presetID="10" presetSubtype="0">
                                  <p:stCondLst>
                                    <p:cond delay="0"/>
                                  </p:stCondLst>
                                  <p:childTnLst>
                                    <p:set>
                                      <p:cBhvr>
                                        <p:cTn dur="1" fill="hold">
                                          <p:stCondLst>
                                            <p:cond delay="0"/>
                                          </p:stCondLst>
                                        </p:cTn>
                                        <p:tgtEl>
                                          <p:spTgt spid="954"/>
                                        </p:tgtEl>
                                        <p:attrNameLst>
                                          <p:attrName>style.visibility</p:attrName>
                                        </p:attrNameLst>
                                      </p:cBhvr>
                                      <p:to>
                                        <p:strVal val="visible"/>
                                      </p:to>
                                    </p:set>
                                    <p:animEffect filter="fade" transition="in">
                                      <p:cBhvr>
                                        <p:cTn dur="500"/>
                                        <p:tgtEl>
                                          <p:spTgt spid="954"/>
                                        </p:tgtEl>
                                      </p:cBhvr>
                                    </p:animEffect>
                                  </p:childTnLst>
                                </p:cTn>
                              </p:par>
                              <p:par>
                                <p:cTn fill="hold" nodeType="withEffect" presetClass="entr" presetID="10" presetSubtype="0">
                                  <p:stCondLst>
                                    <p:cond delay="0"/>
                                  </p:stCondLst>
                                  <p:childTnLst>
                                    <p:set>
                                      <p:cBhvr>
                                        <p:cTn dur="1" fill="hold">
                                          <p:stCondLst>
                                            <p:cond delay="0"/>
                                          </p:stCondLst>
                                        </p:cTn>
                                        <p:tgtEl>
                                          <p:spTgt spid="956"/>
                                        </p:tgtEl>
                                        <p:attrNameLst>
                                          <p:attrName>style.visibility</p:attrName>
                                        </p:attrNameLst>
                                      </p:cBhvr>
                                      <p:to>
                                        <p:strVal val="visible"/>
                                      </p:to>
                                    </p:set>
                                    <p:animEffect filter="fade" transition="in">
                                      <p:cBhvr>
                                        <p:cTn dur="500"/>
                                        <p:tgtEl>
                                          <p:spTgt spid="9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56"/>
                                        </p:tgtEl>
                                      </p:cBhvr>
                                    </p:animEffect>
                                    <p:set>
                                      <p:cBhvr>
                                        <p:cTn dur="1" fill="hold">
                                          <p:stCondLst>
                                            <p:cond delay="500"/>
                                          </p:stCondLst>
                                        </p:cTn>
                                        <p:tgtEl>
                                          <p:spTgt spid="95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57"/>
                                        </p:tgtEl>
                                        <p:attrNameLst>
                                          <p:attrName>style.visibility</p:attrName>
                                        </p:attrNameLst>
                                      </p:cBhvr>
                                      <p:to>
                                        <p:strVal val="visible"/>
                                      </p:to>
                                    </p:set>
                                    <p:animEffect filter="fade" transition="in">
                                      <p:cBhvr>
                                        <p:cTn dur="500"/>
                                        <p:tgtEl>
                                          <p:spTgt spid="9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57"/>
                                        </p:tgtEl>
                                      </p:cBhvr>
                                    </p:animEffect>
                                    <p:set>
                                      <p:cBhvr>
                                        <p:cTn dur="1" fill="hold">
                                          <p:stCondLst>
                                            <p:cond delay="500"/>
                                          </p:stCondLst>
                                        </p:cTn>
                                        <p:tgtEl>
                                          <p:spTgt spid="95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58"/>
                                        </p:tgtEl>
                                        <p:attrNameLst>
                                          <p:attrName>style.visibility</p:attrName>
                                        </p:attrNameLst>
                                      </p:cBhvr>
                                      <p:to>
                                        <p:strVal val="visible"/>
                                      </p:to>
                                    </p:set>
                                    <p:animEffect filter="fade" transition="in">
                                      <p:cBhvr>
                                        <p:cTn dur="500"/>
                                        <p:tgtEl>
                                          <p:spTgt spid="9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58"/>
                                        </p:tgtEl>
                                      </p:cBhvr>
                                    </p:animEffect>
                                    <p:set>
                                      <p:cBhvr>
                                        <p:cTn dur="1" fill="hold">
                                          <p:stCondLst>
                                            <p:cond delay="500"/>
                                          </p:stCondLst>
                                        </p:cTn>
                                        <p:tgtEl>
                                          <p:spTgt spid="95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59"/>
                                        </p:tgtEl>
                                        <p:attrNameLst>
                                          <p:attrName>style.visibility</p:attrName>
                                        </p:attrNameLst>
                                      </p:cBhvr>
                                      <p:to>
                                        <p:strVal val="visible"/>
                                      </p:to>
                                    </p:set>
                                    <p:animEffect filter="fade" transition="in">
                                      <p:cBhvr>
                                        <p:cTn dur="500"/>
                                        <p:tgtEl>
                                          <p:spTgt spid="9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59"/>
                                        </p:tgtEl>
                                      </p:cBhvr>
                                    </p:animEffect>
                                    <p:set>
                                      <p:cBhvr>
                                        <p:cTn dur="1" fill="hold">
                                          <p:stCondLst>
                                            <p:cond delay="500"/>
                                          </p:stCondLst>
                                        </p:cTn>
                                        <p:tgtEl>
                                          <p:spTgt spid="95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60"/>
                                        </p:tgtEl>
                                        <p:attrNameLst>
                                          <p:attrName>style.visibility</p:attrName>
                                        </p:attrNameLst>
                                      </p:cBhvr>
                                      <p:to>
                                        <p:strVal val="visible"/>
                                      </p:to>
                                    </p:set>
                                    <p:animEffect filter="fade" transition="in">
                                      <p:cBhvr>
                                        <p:cTn dur="500"/>
                                        <p:tgtEl>
                                          <p:spTgt spid="9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60"/>
                                        </p:tgtEl>
                                      </p:cBhvr>
                                    </p:animEffect>
                                    <p:set>
                                      <p:cBhvr>
                                        <p:cTn dur="1" fill="hold">
                                          <p:stCondLst>
                                            <p:cond delay="500"/>
                                          </p:stCondLst>
                                        </p:cTn>
                                        <p:tgtEl>
                                          <p:spTgt spid="9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22"/>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Mảng con trỏ</a:t>
            </a:r>
            <a:endParaRPr/>
          </a:p>
        </p:txBody>
      </p:sp>
      <p:sp>
        <p:nvSpPr>
          <p:cNvPr id="967" name="Google Shape;967;p22"/>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Đặt vấn đề</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Sử dụng cấu trúc dữ liệu nào để lưu trữ thông tin sau?</a:t>
            </a:r>
            <a:endParaRPr/>
          </a:p>
          <a:p>
            <a:pPr indent="-107950" lvl="1" marL="742950" marR="0" rtl="0" algn="l">
              <a:lnSpc>
                <a:spcPct val="100000"/>
              </a:lnSpc>
              <a:spcBef>
                <a:spcPts val="560"/>
              </a:spcBef>
              <a:spcAft>
                <a:spcPts val="0"/>
              </a:spcAft>
              <a:buClr>
                <a:schemeClr val="accent1"/>
              </a:buClr>
              <a:buSzPts val="2800"/>
              <a:buFont typeface="Noto Sans Symbols"/>
              <a:buNone/>
            </a:pPr>
            <a:r>
              <a:t/>
            </a:r>
            <a:endParaRPr b="0" i="0" sz="2800" u="none" cap="none" strike="noStrike">
              <a:solidFill>
                <a:schemeClr val="dk1"/>
              </a:solidFill>
              <a:latin typeface="Tahoma"/>
              <a:ea typeface="Tahoma"/>
              <a:cs typeface="Tahoma"/>
              <a:sym typeface="Tahoma"/>
            </a:endParaRPr>
          </a:p>
          <a:p>
            <a:pPr indent="-107950" lvl="1" marL="742950" marR="0" rtl="0" algn="l">
              <a:lnSpc>
                <a:spcPct val="100000"/>
              </a:lnSpc>
              <a:spcBef>
                <a:spcPts val="560"/>
              </a:spcBef>
              <a:spcAft>
                <a:spcPts val="0"/>
              </a:spcAft>
              <a:buClr>
                <a:schemeClr val="accent1"/>
              </a:buClr>
              <a:buSzPts val="2800"/>
              <a:buFont typeface="Noto Sans Symbols"/>
              <a:buNone/>
            </a:pPr>
            <a:r>
              <a:t/>
            </a:r>
            <a:endParaRPr b="0" i="0" sz="2800" u="none" cap="none" strike="noStrike">
              <a:solidFill>
                <a:schemeClr val="dk1"/>
              </a:solidFill>
              <a:latin typeface="Tahoma"/>
              <a:ea typeface="Tahoma"/>
              <a:cs typeface="Tahoma"/>
              <a:sym typeface="Tahoma"/>
            </a:endParaRPr>
          </a:p>
          <a:p>
            <a:pPr indent="-107950" lvl="1" marL="742950" marR="0" rtl="0" algn="l">
              <a:lnSpc>
                <a:spcPct val="100000"/>
              </a:lnSpc>
              <a:spcBef>
                <a:spcPts val="560"/>
              </a:spcBef>
              <a:spcAft>
                <a:spcPts val="0"/>
              </a:spcAft>
              <a:buClr>
                <a:schemeClr val="accent1"/>
              </a:buClr>
              <a:buSzPts val="2800"/>
              <a:buFont typeface="Noto Sans Symbols"/>
              <a:buNone/>
            </a:pPr>
            <a:r>
              <a:t/>
            </a:r>
            <a:endParaRPr b="0" i="0" sz="2800" u="none" cap="none" strike="noStrike">
              <a:solidFill>
                <a:schemeClr val="dk1"/>
              </a:solidFill>
              <a:latin typeface="Tahoma"/>
              <a:ea typeface="Tahoma"/>
              <a:cs typeface="Tahoma"/>
              <a:sym typeface="Tahoma"/>
            </a:endParaRPr>
          </a:p>
          <a:p>
            <a:pPr indent="-107950" lvl="1" marL="742950" marR="0" rtl="0" algn="l">
              <a:lnSpc>
                <a:spcPct val="100000"/>
              </a:lnSpc>
              <a:spcBef>
                <a:spcPts val="560"/>
              </a:spcBef>
              <a:spcAft>
                <a:spcPts val="0"/>
              </a:spcAft>
              <a:buClr>
                <a:schemeClr val="accent1"/>
              </a:buClr>
              <a:buSzPts val="2800"/>
              <a:buFont typeface="Noto Sans Symbols"/>
              <a:buNone/>
            </a:pPr>
            <a:r>
              <a:t/>
            </a:r>
            <a:endParaRPr b="0" i="0" sz="2800" u="none" cap="none" strike="noStrik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cap="none" strike="noStrike">
                <a:solidFill>
                  <a:srgbClr val="0A85FF"/>
                </a:solidFill>
                <a:latin typeface="Tahoma"/>
                <a:ea typeface="Tahoma"/>
                <a:cs typeface="Tahoma"/>
                <a:sym typeface="Tahoma"/>
              </a:rPr>
              <a:t>Giải pháp?</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Cách 1: Mảng 2 chiều 3x8 (tốn bộ nhớ)</a:t>
            </a:r>
            <a:endParaRPr/>
          </a:p>
        </p:txBody>
      </p:sp>
      <p:sp>
        <p:nvSpPr>
          <p:cNvPr id="968" name="Google Shape;968;p22"/>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969" name="Google Shape;969;p22"/>
          <p:cNvSpPr/>
          <p:nvPr/>
        </p:nvSpPr>
        <p:spPr>
          <a:xfrm>
            <a:off x="4038600" y="33528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0" name="Google Shape;970;p22"/>
          <p:cNvSpPr/>
          <p:nvPr/>
        </p:nvSpPr>
        <p:spPr>
          <a:xfrm>
            <a:off x="3581400" y="42672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1" name="Google Shape;971;p22"/>
          <p:cNvSpPr/>
          <p:nvPr/>
        </p:nvSpPr>
        <p:spPr>
          <a:xfrm>
            <a:off x="4038600" y="42672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2" name="Google Shape;972;p22"/>
          <p:cNvSpPr/>
          <p:nvPr/>
        </p:nvSpPr>
        <p:spPr>
          <a:xfrm>
            <a:off x="4495800" y="33528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3" name="Google Shape;973;p22"/>
          <p:cNvSpPr/>
          <p:nvPr/>
        </p:nvSpPr>
        <p:spPr>
          <a:xfrm>
            <a:off x="4953000" y="33528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4" name="Google Shape;974;p22"/>
          <p:cNvSpPr/>
          <p:nvPr/>
        </p:nvSpPr>
        <p:spPr>
          <a:xfrm>
            <a:off x="5410200" y="33528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5" name="Google Shape;975;p22"/>
          <p:cNvSpPr/>
          <p:nvPr/>
        </p:nvSpPr>
        <p:spPr>
          <a:xfrm>
            <a:off x="5867400" y="33528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6" name="Google Shape;976;p22"/>
          <p:cNvSpPr/>
          <p:nvPr/>
        </p:nvSpPr>
        <p:spPr>
          <a:xfrm>
            <a:off x="4495800" y="42672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7" name="Google Shape;977;p22"/>
          <p:cNvSpPr/>
          <p:nvPr/>
        </p:nvSpPr>
        <p:spPr>
          <a:xfrm>
            <a:off x="4953000" y="42672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8" name="Google Shape;978;p22"/>
          <p:cNvSpPr/>
          <p:nvPr/>
        </p:nvSpPr>
        <p:spPr>
          <a:xfrm>
            <a:off x="5410200" y="42672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9" name="Google Shape;979;p22"/>
          <p:cNvSpPr/>
          <p:nvPr/>
        </p:nvSpPr>
        <p:spPr>
          <a:xfrm>
            <a:off x="5867400" y="4267200"/>
            <a:ext cx="457200" cy="457200"/>
          </a:xfrm>
          <a:prstGeom prst="roundRect">
            <a:avLst>
              <a:gd fmla="val 16667" name="adj"/>
            </a:avLst>
          </a:prstGeom>
          <a:solidFill>
            <a:schemeClr val="lt1"/>
          </a:solidFill>
          <a:ln cap="flat" cmpd="sng" w="254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80" name="Google Shape;980;p22"/>
          <p:cNvSpPr/>
          <p:nvPr/>
        </p:nvSpPr>
        <p:spPr>
          <a:xfrm>
            <a:off x="2209800" y="33528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981" name="Google Shape;981;p22"/>
          <p:cNvSpPr/>
          <p:nvPr/>
        </p:nvSpPr>
        <p:spPr>
          <a:xfrm>
            <a:off x="2209800" y="38100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982" name="Google Shape;982;p22"/>
          <p:cNvSpPr/>
          <p:nvPr/>
        </p:nvSpPr>
        <p:spPr>
          <a:xfrm>
            <a:off x="2209800" y="42672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983" name="Google Shape;983;p22"/>
          <p:cNvSpPr/>
          <p:nvPr/>
        </p:nvSpPr>
        <p:spPr>
          <a:xfrm>
            <a:off x="2667000" y="3352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984" name="Google Shape;984;p22"/>
          <p:cNvSpPr/>
          <p:nvPr/>
        </p:nvSpPr>
        <p:spPr>
          <a:xfrm>
            <a:off x="3124200" y="3352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5</a:t>
            </a:r>
            <a:endParaRPr b="0" i="0" sz="1400" u="none" cap="none" strike="noStrike">
              <a:solidFill>
                <a:srgbClr val="000000"/>
              </a:solidFill>
              <a:latin typeface="Arial"/>
              <a:ea typeface="Arial"/>
              <a:cs typeface="Arial"/>
              <a:sym typeface="Arial"/>
            </a:endParaRPr>
          </a:p>
        </p:txBody>
      </p:sp>
      <p:sp>
        <p:nvSpPr>
          <p:cNvPr id="985" name="Google Shape;985;p22"/>
          <p:cNvSpPr/>
          <p:nvPr/>
        </p:nvSpPr>
        <p:spPr>
          <a:xfrm>
            <a:off x="3581400" y="3352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6</a:t>
            </a:r>
            <a:endParaRPr b="0" i="0" sz="1400" u="none" cap="none" strike="noStrike">
              <a:solidFill>
                <a:srgbClr val="000000"/>
              </a:solidFill>
              <a:latin typeface="Arial"/>
              <a:ea typeface="Arial"/>
              <a:cs typeface="Arial"/>
              <a:sym typeface="Arial"/>
            </a:endParaRPr>
          </a:p>
        </p:txBody>
      </p:sp>
      <p:sp>
        <p:nvSpPr>
          <p:cNvPr id="986" name="Google Shape;986;p22"/>
          <p:cNvSpPr/>
          <p:nvPr/>
        </p:nvSpPr>
        <p:spPr>
          <a:xfrm>
            <a:off x="2667000" y="2895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987" name="Google Shape;987;p22"/>
          <p:cNvSpPr/>
          <p:nvPr/>
        </p:nvSpPr>
        <p:spPr>
          <a:xfrm>
            <a:off x="3124200" y="2895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988" name="Google Shape;988;p22"/>
          <p:cNvSpPr/>
          <p:nvPr/>
        </p:nvSpPr>
        <p:spPr>
          <a:xfrm>
            <a:off x="3581400" y="2895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989" name="Google Shape;989;p22"/>
          <p:cNvSpPr/>
          <p:nvPr/>
        </p:nvSpPr>
        <p:spPr>
          <a:xfrm>
            <a:off x="4038600" y="2895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3</a:t>
            </a:r>
            <a:endParaRPr b="0" i="0" sz="1400" u="none" cap="none" strike="noStrike">
              <a:solidFill>
                <a:srgbClr val="000000"/>
              </a:solidFill>
              <a:latin typeface="Arial"/>
              <a:ea typeface="Arial"/>
              <a:cs typeface="Arial"/>
              <a:sym typeface="Arial"/>
            </a:endParaRPr>
          </a:p>
        </p:txBody>
      </p:sp>
      <p:sp>
        <p:nvSpPr>
          <p:cNvPr id="990" name="Google Shape;990;p22"/>
          <p:cNvSpPr/>
          <p:nvPr/>
        </p:nvSpPr>
        <p:spPr>
          <a:xfrm>
            <a:off x="2667000" y="3810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991" name="Google Shape;991;p22"/>
          <p:cNvSpPr/>
          <p:nvPr/>
        </p:nvSpPr>
        <p:spPr>
          <a:xfrm>
            <a:off x="4038600" y="3810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992" name="Google Shape;992;p22"/>
          <p:cNvSpPr/>
          <p:nvPr/>
        </p:nvSpPr>
        <p:spPr>
          <a:xfrm>
            <a:off x="3124200" y="3810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9</a:t>
            </a:r>
            <a:endParaRPr b="0" i="0" sz="1400" u="none" cap="none" strike="noStrike">
              <a:solidFill>
                <a:srgbClr val="000000"/>
              </a:solidFill>
              <a:latin typeface="Arial"/>
              <a:ea typeface="Arial"/>
              <a:cs typeface="Arial"/>
              <a:sym typeface="Arial"/>
            </a:endParaRPr>
          </a:p>
        </p:txBody>
      </p:sp>
      <p:sp>
        <p:nvSpPr>
          <p:cNvPr id="993" name="Google Shape;993;p22"/>
          <p:cNvSpPr/>
          <p:nvPr/>
        </p:nvSpPr>
        <p:spPr>
          <a:xfrm>
            <a:off x="3581400" y="3810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994" name="Google Shape;994;p22"/>
          <p:cNvSpPr/>
          <p:nvPr/>
        </p:nvSpPr>
        <p:spPr>
          <a:xfrm>
            <a:off x="2667000" y="4267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995" name="Google Shape;995;p22"/>
          <p:cNvSpPr/>
          <p:nvPr/>
        </p:nvSpPr>
        <p:spPr>
          <a:xfrm>
            <a:off x="3124200" y="4267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996" name="Google Shape;996;p22"/>
          <p:cNvSpPr/>
          <p:nvPr/>
        </p:nvSpPr>
        <p:spPr>
          <a:xfrm>
            <a:off x="4495800" y="3810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997" name="Google Shape;997;p22"/>
          <p:cNvSpPr/>
          <p:nvPr/>
        </p:nvSpPr>
        <p:spPr>
          <a:xfrm>
            <a:off x="5867400" y="3810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6</a:t>
            </a:r>
            <a:endParaRPr b="0" i="0" sz="1400" u="none" cap="none" strike="noStrike">
              <a:solidFill>
                <a:srgbClr val="000000"/>
              </a:solidFill>
              <a:latin typeface="Arial"/>
              <a:ea typeface="Arial"/>
              <a:cs typeface="Arial"/>
              <a:sym typeface="Arial"/>
            </a:endParaRPr>
          </a:p>
        </p:txBody>
      </p:sp>
      <p:sp>
        <p:nvSpPr>
          <p:cNvPr id="998" name="Google Shape;998;p22"/>
          <p:cNvSpPr/>
          <p:nvPr/>
        </p:nvSpPr>
        <p:spPr>
          <a:xfrm>
            <a:off x="4953000" y="3810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7</a:t>
            </a:r>
            <a:endParaRPr b="0" i="0" sz="1400" u="none" cap="none" strike="noStrike">
              <a:solidFill>
                <a:srgbClr val="000000"/>
              </a:solidFill>
              <a:latin typeface="Arial"/>
              <a:ea typeface="Arial"/>
              <a:cs typeface="Arial"/>
              <a:sym typeface="Arial"/>
            </a:endParaRPr>
          </a:p>
        </p:txBody>
      </p:sp>
      <p:sp>
        <p:nvSpPr>
          <p:cNvPr id="999" name="Google Shape;999;p22"/>
          <p:cNvSpPr/>
          <p:nvPr/>
        </p:nvSpPr>
        <p:spPr>
          <a:xfrm>
            <a:off x="5410200" y="38100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1000" name="Google Shape;1000;p22"/>
          <p:cNvSpPr/>
          <p:nvPr/>
        </p:nvSpPr>
        <p:spPr>
          <a:xfrm>
            <a:off x="4495800" y="2895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4</a:t>
            </a:r>
            <a:endParaRPr b="0" i="0" sz="1400" u="none" cap="none" strike="noStrike">
              <a:solidFill>
                <a:srgbClr val="000000"/>
              </a:solidFill>
              <a:latin typeface="Arial"/>
              <a:ea typeface="Arial"/>
              <a:cs typeface="Arial"/>
              <a:sym typeface="Arial"/>
            </a:endParaRPr>
          </a:p>
        </p:txBody>
      </p:sp>
      <p:sp>
        <p:nvSpPr>
          <p:cNvPr id="1001" name="Google Shape;1001;p22"/>
          <p:cNvSpPr/>
          <p:nvPr/>
        </p:nvSpPr>
        <p:spPr>
          <a:xfrm>
            <a:off x="4953000" y="2895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5</a:t>
            </a:r>
            <a:endParaRPr b="0" i="0" sz="1400" u="none" cap="none" strike="noStrike">
              <a:solidFill>
                <a:srgbClr val="000000"/>
              </a:solidFill>
              <a:latin typeface="Arial"/>
              <a:ea typeface="Arial"/>
              <a:cs typeface="Arial"/>
              <a:sym typeface="Arial"/>
            </a:endParaRPr>
          </a:p>
        </p:txBody>
      </p:sp>
      <p:sp>
        <p:nvSpPr>
          <p:cNvPr id="1002" name="Google Shape;1002;p22"/>
          <p:cNvSpPr/>
          <p:nvPr/>
        </p:nvSpPr>
        <p:spPr>
          <a:xfrm>
            <a:off x="5410200" y="2895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6</a:t>
            </a:r>
            <a:endParaRPr b="0" i="0" sz="1400" u="none" cap="none" strike="noStrike">
              <a:solidFill>
                <a:srgbClr val="000000"/>
              </a:solidFill>
              <a:latin typeface="Arial"/>
              <a:ea typeface="Arial"/>
              <a:cs typeface="Arial"/>
              <a:sym typeface="Arial"/>
            </a:endParaRPr>
          </a:p>
        </p:txBody>
      </p:sp>
      <p:sp>
        <p:nvSpPr>
          <p:cNvPr id="1003" name="Google Shape;1003;p22"/>
          <p:cNvSpPr/>
          <p:nvPr/>
        </p:nvSpPr>
        <p:spPr>
          <a:xfrm>
            <a:off x="5867400" y="2895600"/>
            <a:ext cx="457200" cy="457200"/>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800" u="none" cap="none" strike="noStrike">
                <a:solidFill>
                  <a:srgbClr val="003366"/>
                </a:solidFill>
                <a:latin typeface="Verdana"/>
                <a:ea typeface="Verdana"/>
                <a:cs typeface="Verdana"/>
                <a:sym typeface="Verdana"/>
              </a:rPr>
              <a:t>7</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3"/>
                                        </p:tgtEl>
                                        <p:attrNameLst>
                                          <p:attrName>style.visibility</p:attrName>
                                        </p:attrNameLst>
                                      </p:cBhvr>
                                      <p:to>
                                        <p:strVal val="visible"/>
                                      </p:to>
                                    </p:set>
                                    <p:animEffect filter="fade" transition="in">
                                      <p:cBhvr>
                                        <p:cTn dur="500"/>
                                        <p:tgtEl>
                                          <p:spTgt spid="983"/>
                                        </p:tgtEl>
                                      </p:cBhvr>
                                    </p:animEffect>
                                  </p:childTnLst>
                                </p:cTn>
                              </p:par>
                              <p:par>
                                <p:cTn fill="hold" nodeType="withEffect" presetClass="entr" presetID="10" presetSubtype="0">
                                  <p:stCondLst>
                                    <p:cond delay="0"/>
                                  </p:stCondLst>
                                  <p:childTnLst>
                                    <p:set>
                                      <p:cBhvr>
                                        <p:cTn dur="1" fill="hold">
                                          <p:stCondLst>
                                            <p:cond delay="0"/>
                                          </p:stCondLst>
                                        </p:cTn>
                                        <p:tgtEl>
                                          <p:spTgt spid="984"/>
                                        </p:tgtEl>
                                        <p:attrNameLst>
                                          <p:attrName>style.visibility</p:attrName>
                                        </p:attrNameLst>
                                      </p:cBhvr>
                                      <p:to>
                                        <p:strVal val="visible"/>
                                      </p:to>
                                    </p:set>
                                    <p:animEffect filter="fade" transition="in">
                                      <p:cBhvr>
                                        <p:cTn dur="500"/>
                                        <p:tgtEl>
                                          <p:spTgt spid="984"/>
                                        </p:tgtEl>
                                      </p:cBhvr>
                                    </p:animEffect>
                                  </p:childTnLst>
                                </p:cTn>
                              </p:par>
                              <p:par>
                                <p:cTn fill="hold" nodeType="with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500"/>
                                        <p:tgtEl>
                                          <p:spTgt spid="985"/>
                                        </p:tgtEl>
                                      </p:cBhvr>
                                    </p:animEffect>
                                  </p:childTnLst>
                                </p:cTn>
                              </p:par>
                              <p:par>
                                <p:cTn fill="hold" nodeType="withEffect" presetClass="entr" presetID="10" presetSubtype="0">
                                  <p:stCondLst>
                                    <p:cond delay="0"/>
                                  </p:stCondLst>
                                  <p:childTnLst>
                                    <p:set>
                                      <p:cBhvr>
                                        <p:cTn dur="1" fill="hold">
                                          <p:stCondLst>
                                            <p:cond delay="0"/>
                                          </p:stCondLst>
                                        </p:cTn>
                                        <p:tgtEl>
                                          <p:spTgt spid="990"/>
                                        </p:tgtEl>
                                        <p:attrNameLst>
                                          <p:attrName>style.visibility</p:attrName>
                                        </p:attrNameLst>
                                      </p:cBhvr>
                                      <p:to>
                                        <p:strVal val="visible"/>
                                      </p:to>
                                    </p:set>
                                    <p:animEffect filter="fade" transition="in">
                                      <p:cBhvr>
                                        <p:cTn dur="500"/>
                                        <p:tgtEl>
                                          <p:spTgt spid="990"/>
                                        </p:tgtEl>
                                      </p:cBhvr>
                                    </p:animEffect>
                                  </p:childTnLst>
                                </p:cTn>
                              </p:par>
                              <p:par>
                                <p:cTn fill="hold" nodeType="withEffect" presetClass="entr" presetID="10" presetSubtype="0">
                                  <p:stCondLst>
                                    <p:cond delay="0"/>
                                  </p:stCondLst>
                                  <p:childTnLst>
                                    <p:set>
                                      <p:cBhvr>
                                        <p:cTn dur="1" fill="hold">
                                          <p:stCondLst>
                                            <p:cond delay="0"/>
                                          </p:stCondLst>
                                        </p:cTn>
                                        <p:tgtEl>
                                          <p:spTgt spid="992"/>
                                        </p:tgtEl>
                                        <p:attrNameLst>
                                          <p:attrName>style.visibility</p:attrName>
                                        </p:attrNameLst>
                                      </p:cBhvr>
                                      <p:to>
                                        <p:strVal val="visible"/>
                                      </p:to>
                                    </p:set>
                                    <p:animEffect filter="fade" transition="in">
                                      <p:cBhvr>
                                        <p:cTn dur="500"/>
                                        <p:tgtEl>
                                          <p:spTgt spid="992"/>
                                        </p:tgtEl>
                                      </p:cBhvr>
                                    </p:animEffect>
                                  </p:childTnLst>
                                </p:cTn>
                              </p:par>
                              <p:par>
                                <p:cTn fill="hold" nodeType="with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500"/>
                                        <p:tgtEl>
                                          <p:spTgt spid="993"/>
                                        </p:tgtEl>
                                      </p:cBhvr>
                                    </p:animEffect>
                                  </p:childTnLst>
                                </p:cTn>
                              </p:par>
                              <p:par>
                                <p:cTn fill="hold" nodeType="withEffect" presetClass="entr" presetID="10" presetSubtype="0">
                                  <p:stCondLst>
                                    <p:cond delay="0"/>
                                  </p:stCondLst>
                                  <p:childTnLst>
                                    <p:set>
                                      <p:cBhvr>
                                        <p:cTn dur="1" fill="hold">
                                          <p:stCondLst>
                                            <p:cond delay="0"/>
                                          </p:stCondLst>
                                        </p:cTn>
                                        <p:tgtEl>
                                          <p:spTgt spid="991"/>
                                        </p:tgtEl>
                                        <p:attrNameLst>
                                          <p:attrName>style.visibility</p:attrName>
                                        </p:attrNameLst>
                                      </p:cBhvr>
                                      <p:to>
                                        <p:strVal val="visible"/>
                                      </p:to>
                                    </p:set>
                                    <p:animEffect filter="fade" transition="in">
                                      <p:cBhvr>
                                        <p:cTn dur="500"/>
                                        <p:tgtEl>
                                          <p:spTgt spid="991"/>
                                        </p:tgtEl>
                                      </p:cBhvr>
                                    </p:animEffect>
                                  </p:childTnLst>
                                </p:cTn>
                              </p:par>
                              <p:par>
                                <p:cTn fill="hold" nodeType="withEffect" presetClass="entr" presetID="10" presetSubtype="0">
                                  <p:stCondLst>
                                    <p:cond delay="0"/>
                                  </p:stCondLst>
                                  <p:childTnLst>
                                    <p:set>
                                      <p:cBhvr>
                                        <p:cTn dur="1" fill="hold">
                                          <p:stCondLst>
                                            <p:cond delay="0"/>
                                          </p:stCondLst>
                                        </p:cTn>
                                        <p:tgtEl>
                                          <p:spTgt spid="996"/>
                                        </p:tgtEl>
                                        <p:attrNameLst>
                                          <p:attrName>style.visibility</p:attrName>
                                        </p:attrNameLst>
                                      </p:cBhvr>
                                      <p:to>
                                        <p:strVal val="visible"/>
                                      </p:to>
                                    </p:set>
                                    <p:animEffect filter="fade" transition="in">
                                      <p:cBhvr>
                                        <p:cTn dur="500"/>
                                        <p:tgtEl>
                                          <p:spTgt spid="996"/>
                                        </p:tgtEl>
                                      </p:cBhvr>
                                    </p:animEffect>
                                  </p:childTnLst>
                                </p:cTn>
                              </p:par>
                              <p:par>
                                <p:cTn fill="hold" nodeType="withEffect" presetClass="entr" presetID="10" presetSubtype="0">
                                  <p:stCondLst>
                                    <p:cond delay="0"/>
                                  </p:stCondLst>
                                  <p:childTnLst>
                                    <p:set>
                                      <p:cBhvr>
                                        <p:cTn dur="1" fill="hold">
                                          <p:stCondLst>
                                            <p:cond delay="0"/>
                                          </p:stCondLst>
                                        </p:cTn>
                                        <p:tgtEl>
                                          <p:spTgt spid="998"/>
                                        </p:tgtEl>
                                        <p:attrNameLst>
                                          <p:attrName>style.visibility</p:attrName>
                                        </p:attrNameLst>
                                      </p:cBhvr>
                                      <p:to>
                                        <p:strVal val="visible"/>
                                      </p:to>
                                    </p:set>
                                    <p:animEffect filter="fade" transition="in">
                                      <p:cBhvr>
                                        <p:cTn dur="500"/>
                                        <p:tgtEl>
                                          <p:spTgt spid="998"/>
                                        </p:tgtEl>
                                      </p:cBhvr>
                                    </p:animEffect>
                                  </p:childTnLst>
                                </p:cTn>
                              </p:par>
                              <p:par>
                                <p:cTn fill="hold" nodeType="withEffect" presetClass="entr" presetID="10" presetSubtype="0">
                                  <p:stCondLst>
                                    <p:cond delay="0"/>
                                  </p:stCondLst>
                                  <p:childTnLst>
                                    <p:set>
                                      <p:cBhvr>
                                        <p:cTn dur="1" fill="hold">
                                          <p:stCondLst>
                                            <p:cond delay="0"/>
                                          </p:stCondLst>
                                        </p:cTn>
                                        <p:tgtEl>
                                          <p:spTgt spid="999"/>
                                        </p:tgtEl>
                                        <p:attrNameLst>
                                          <p:attrName>style.visibility</p:attrName>
                                        </p:attrNameLst>
                                      </p:cBhvr>
                                      <p:to>
                                        <p:strVal val="visible"/>
                                      </p:to>
                                    </p:set>
                                    <p:animEffect filter="fade" transition="in">
                                      <p:cBhvr>
                                        <p:cTn dur="500"/>
                                        <p:tgtEl>
                                          <p:spTgt spid="999"/>
                                        </p:tgtEl>
                                      </p:cBhvr>
                                    </p:animEffect>
                                  </p:childTnLst>
                                </p:cTn>
                              </p:par>
                              <p:par>
                                <p:cTn fill="hold" nodeType="with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500"/>
                                        <p:tgtEl>
                                          <p:spTgt spid="997"/>
                                        </p:tgtEl>
                                      </p:cBhvr>
                                    </p:animEffect>
                                  </p:childTnLst>
                                </p:cTn>
                              </p:par>
                              <p:par>
                                <p:cTn fill="hold" nodeType="withEffect" presetClass="entr" presetID="10" presetSubtype="0">
                                  <p:stCondLst>
                                    <p:cond delay="0"/>
                                  </p:stCondLst>
                                  <p:childTnLst>
                                    <p:set>
                                      <p:cBhvr>
                                        <p:cTn dur="1" fill="hold">
                                          <p:stCondLst>
                                            <p:cond delay="0"/>
                                          </p:stCondLst>
                                        </p:cTn>
                                        <p:tgtEl>
                                          <p:spTgt spid="994"/>
                                        </p:tgtEl>
                                        <p:attrNameLst>
                                          <p:attrName>style.visibility</p:attrName>
                                        </p:attrNameLst>
                                      </p:cBhvr>
                                      <p:to>
                                        <p:strVal val="visible"/>
                                      </p:to>
                                    </p:set>
                                    <p:animEffect filter="fade" transition="in">
                                      <p:cBhvr>
                                        <p:cTn dur="500"/>
                                        <p:tgtEl>
                                          <p:spTgt spid="994"/>
                                        </p:tgtEl>
                                      </p:cBhvr>
                                    </p:animEffect>
                                  </p:childTnLst>
                                </p:cTn>
                              </p:par>
                              <p:par>
                                <p:cTn fill="hold" nodeType="with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500"/>
                                        <p:tgtEl>
                                          <p:spTgt spid="995"/>
                                        </p:tgtEl>
                                      </p:cBhvr>
                                    </p:animEffect>
                                  </p:childTnLst>
                                </p:cTn>
                              </p:par>
                              <p:par>
                                <p:cTn fill="hold" nodeType="withEffect" presetClass="entr" presetID="10" presetSubtype="0">
                                  <p:stCondLst>
                                    <p:cond delay="0"/>
                                  </p:stCondLst>
                                  <p:childTnLst>
                                    <p:set>
                                      <p:cBhvr>
                                        <p:cTn dur="1" fill="hold">
                                          <p:stCondLst>
                                            <p:cond delay="0"/>
                                          </p:stCondLst>
                                        </p:cTn>
                                        <p:tgtEl>
                                          <p:spTgt spid="980"/>
                                        </p:tgtEl>
                                        <p:attrNameLst>
                                          <p:attrName>style.visibility</p:attrName>
                                        </p:attrNameLst>
                                      </p:cBhvr>
                                      <p:to>
                                        <p:strVal val="visible"/>
                                      </p:to>
                                    </p:set>
                                    <p:animEffect filter="fade" transition="in">
                                      <p:cBhvr>
                                        <p:cTn dur="500"/>
                                        <p:tgtEl>
                                          <p:spTgt spid="980"/>
                                        </p:tgtEl>
                                      </p:cBhvr>
                                    </p:animEffect>
                                  </p:childTnLst>
                                </p:cTn>
                              </p:par>
                              <p:par>
                                <p:cTn fill="hold" nodeType="withEffect" presetClass="entr" presetID="10" presetSubtype="0">
                                  <p:stCondLst>
                                    <p:cond delay="0"/>
                                  </p:stCondLst>
                                  <p:childTnLst>
                                    <p:set>
                                      <p:cBhvr>
                                        <p:cTn dur="1" fill="hold">
                                          <p:stCondLst>
                                            <p:cond delay="0"/>
                                          </p:stCondLst>
                                        </p:cTn>
                                        <p:tgtEl>
                                          <p:spTgt spid="981"/>
                                        </p:tgtEl>
                                        <p:attrNameLst>
                                          <p:attrName>style.visibility</p:attrName>
                                        </p:attrNameLst>
                                      </p:cBhvr>
                                      <p:to>
                                        <p:strVal val="visible"/>
                                      </p:to>
                                    </p:set>
                                    <p:animEffect filter="fade" transition="in">
                                      <p:cBhvr>
                                        <p:cTn dur="500"/>
                                        <p:tgtEl>
                                          <p:spTgt spid="981"/>
                                        </p:tgtEl>
                                      </p:cBhvr>
                                    </p:animEffect>
                                  </p:childTnLst>
                                </p:cTn>
                              </p:par>
                              <p:par>
                                <p:cTn fill="hold" nodeType="withEffect" presetClass="entr" presetID="10" presetSubtype="0">
                                  <p:stCondLst>
                                    <p:cond delay="0"/>
                                  </p:stCondLst>
                                  <p:childTnLst>
                                    <p:set>
                                      <p:cBhvr>
                                        <p:cTn dur="1" fill="hold">
                                          <p:stCondLst>
                                            <p:cond delay="0"/>
                                          </p:stCondLst>
                                        </p:cTn>
                                        <p:tgtEl>
                                          <p:spTgt spid="982"/>
                                        </p:tgtEl>
                                        <p:attrNameLst>
                                          <p:attrName>style.visibility</p:attrName>
                                        </p:attrNameLst>
                                      </p:cBhvr>
                                      <p:to>
                                        <p:strVal val="visible"/>
                                      </p:to>
                                    </p:set>
                                    <p:animEffect filter="fade" transition="in">
                                      <p:cBhvr>
                                        <p:cTn dur="500"/>
                                        <p:tgtEl>
                                          <p:spTgt spid="982"/>
                                        </p:tgtEl>
                                      </p:cBhvr>
                                    </p:animEffect>
                                  </p:childTnLst>
                                </p:cTn>
                              </p:par>
                              <p:par>
                                <p:cTn fill="hold" nodeType="with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500"/>
                                        <p:tgtEl>
                                          <p:spTgt spid="986"/>
                                        </p:tgtEl>
                                      </p:cBhvr>
                                    </p:animEffect>
                                  </p:childTnLst>
                                </p:cTn>
                              </p:par>
                              <p:par>
                                <p:cTn fill="hold" nodeType="withEffect" presetClass="entr" presetID="10" presetSubtype="0">
                                  <p:stCondLst>
                                    <p:cond delay="0"/>
                                  </p:stCondLst>
                                  <p:childTnLst>
                                    <p:set>
                                      <p:cBhvr>
                                        <p:cTn dur="1" fill="hold">
                                          <p:stCondLst>
                                            <p:cond delay="0"/>
                                          </p:stCondLst>
                                        </p:cTn>
                                        <p:tgtEl>
                                          <p:spTgt spid="987"/>
                                        </p:tgtEl>
                                        <p:attrNameLst>
                                          <p:attrName>style.visibility</p:attrName>
                                        </p:attrNameLst>
                                      </p:cBhvr>
                                      <p:to>
                                        <p:strVal val="visible"/>
                                      </p:to>
                                    </p:set>
                                    <p:animEffect filter="fade" transition="in">
                                      <p:cBhvr>
                                        <p:cTn dur="500"/>
                                        <p:tgtEl>
                                          <p:spTgt spid="987"/>
                                        </p:tgtEl>
                                      </p:cBhvr>
                                    </p:animEffect>
                                  </p:childTnLst>
                                </p:cTn>
                              </p:par>
                              <p:par>
                                <p:cTn fill="hold" nodeType="with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500"/>
                                        <p:tgtEl>
                                          <p:spTgt spid="988"/>
                                        </p:tgtEl>
                                      </p:cBhvr>
                                    </p:animEffect>
                                  </p:childTnLst>
                                </p:cTn>
                              </p:par>
                              <p:par>
                                <p:cTn fill="hold" nodeType="with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500"/>
                                        <p:tgtEl>
                                          <p:spTgt spid="989"/>
                                        </p:tgtEl>
                                      </p:cBhvr>
                                    </p:animEffect>
                                  </p:childTnLst>
                                </p:cTn>
                              </p:par>
                              <p:par>
                                <p:cTn fill="hold" nodeType="withEffect" presetClass="entr" presetID="10" presetSubtype="0">
                                  <p:stCondLst>
                                    <p:cond delay="0"/>
                                  </p:stCondLst>
                                  <p:childTnLst>
                                    <p:set>
                                      <p:cBhvr>
                                        <p:cTn dur="1" fill="hold">
                                          <p:stCondLst>
                                            <p:cond delay="0"/>
                                          </p:stCondLst>
                                        </p:cTn>
                                        <p:tgtEl>
                                          <p:spTgt spid="1000"/>
                                        </p:tgtEl>
                                        <p:attrNameLst>
                                          <p:attrName>style.visibility</p:attrName>
                                        </p:attrNameLst>
                                      </p:cBhvr>
                                      <p:to>
                                        <p:strVal val="visible"/>
                                      </p:to>
                                    </p:set>
                                    <p:animEffect filter="fade" transition="in">
                                      <p:cBhvr>
                                        <p:cTn dur="500"/>
                                        <p:tgtEl>
                                          <p:spTgt spid="1000"/>
                                        </p:tgtEl>
                                      </p:cBhvr>
                                    </p:animEffect>
                                  </p:childTnLst>
                                </p:cTn>
                              </p:par>
                              <p:par>
                                <p:cTn fill="hold" nodeType="withEffect" presetClass="entr" presetID="10" presetSubtype="0">
                                  <p:stCondLst>
                                    <p:cond delay="0"/>
                                  </p:stCondLst>
                                  <p:childTnLst>
                                    <p:set>
                                      <p:cBhvr>
                                        <p:cTn dur="1" fill="hold">
                                          <p:stCondLst>
                                            <p:cond delay="0"/>
                                          </p:stCondLst>
                                        </p:cTn>
                                        <p:tgtEl>
                                          <p:spTgt spid="1001"/>
                                        </p:tgtEl>
                                        <p:attrNameLst>
                                          <p:attrName>style.visibility</p:attrName>
                                        </p:attrNameLst>
                                      </p:cBhvr>
                                      <p:to>
                                        <p:strVal val="visible"/>
                                      </p:to>
                                    </p:set>
                                    <p:animEffect filter="fade" transition="in">
                                      <p:cBhvr>
                                        <p:cTn dur="500"/>
                                        <p:tgtEl>
                                          <p:spTgt spid="1001"/>
                                        </p:tgtEl>
                                      </p:cBhvr>
                                    </p:animEffect>
                                  </p:childTnLst>
                                </p:cTn>
                              </p:par>
                              <p:par>
                                <p:cTn fill="hold" nodeType="withEffect" presetClass="entr" presetID="10" presetSubtype="0">
                                  <p:stCondLst>
                                    <p:cond delay="0"/>
                                  </p:stCondLst>
                                  <p:childTnLst>
                                    <p:set>
                                      <p:cBhvr>
                                        <p:cTn dur="1" fill="hold">
                                          <p:stCondLst>
                                            <p:cond delay="0"/>
                                          </p:stCondLst>
                                        </p:cTn>
                                        <p:tgtEl>
                                          <p:spTgt spid="1002"/>
                                        </p:tgtEl>
                                        <p:attrNameLst>
                                          <p:attrName>style.visibility</p:attrName>
                                        </p:attrNameLst>
                                      </p:cBhvr>
                                      <p:to>
                                        <p:strVal val="visible"/>
                                      </p:to>
                                    </p:set>
                                    <p:animEffect filter="fade" transition="in">
                                      <p:cBhvr>
                                        <p:cTn dur="500"/>
                                        <p:tgtEl>
                                          <p:spTgt spid="1002"/>
                                        </p:tgtEl>
                                      </p:cBhvr>
                                    </p:animEffect>
                                  </p:childTnLst>
                                </p:cTn>
                              </p:par>
                              <p:par>
                                <p:cTn fill="hold" nodeType="withEffect" presetClass="entr" presetID="10" presetSubtype="0">
                                  <p:stCondLst>
                                    <p:cond delay="0"/>
                                  </p:stCondLst>
                                  <p:childTnLst>
                                    <p:set>
                                      <p:cBhvr>
                                        <p:cTn dur="1" fill="hold">
                                          <p:stCondLst>
                                            <p:cond delay="0"/>
                                          </p:stCondLst>
                                        </p:cTn>
                                        <p:tgtEl>
                                          <p:spTgt spid="1003"/>
                                        </p:tgtEl>
                                        <p:attrNameLst>
                                          <p:attrName>style.visibility</p:attrName>
                                        </p:attrNameLst>
                                      </p:cBhvr>
                                      <p:to>
                                        <p:strVal val="visible"/>
                                      </p:to>
                                    </p:set>
                                    <p:animEffect filter="fade" transition="in">
                                      <p:cBhvr>
                                        <p:cTn dur="500"/>
                                        <p:tgtEl>
                                          <p:spTgt spid="100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69"/>
                                        </p:tgtEl>
                                        <p:attrNameLst>
                                          <p:attrName>style.visibility</p:attrName>
                                        </p:attrNameLst>
                                      </p:cBhvr>
                                      <p:to>
                                        <p:strVal val="visible"/>
                                      </p:to>
                                    </p:set>
                                    <p:animEffect filter="fade" transition="in">
                                      <p:cBhvr>
                                        <p:cTn dur="500"/>
                                        <p:tgtEl>
                                          <p:spTgt spid="969"/>
                                        </p:tgtEl>
                                      </p:cBhvr>
                                    </p:animEffect>
                                  </p:childTnLst>
                                </p:cTn>
                              </p:par>
                              <p:par>
                                <p:cTn fill="hold" nodeType="withEffect" presetClass="entr" presetID="10" presetSubtype="0">
                                  <p:stCondLst>
                                    <p:cond delay="0"/>
                                  </p:stCondLst>
                                  <p:childTnLst>
                                    <p:set>
                                      <p:cBhvr>
                                        <p:cTn dur="1" fill="hold">
                                          <p:stCondLst>
                                            <p:cond delay="0"/>
                                          </p:stCondLst>
                                        </p:cTn>
                                        <p:tgtEl>
                                          <p:spTgt spid="972"/>
                                        </p:tgtEl>
                                        <p:attrNameLst>
                                          <p:attrName>style.visibility</p:attrName>
                                        </p:attrNameLst>
                                      </p:cBhvr>
                                      <p:to>
                                        <p:strVal val="visible"/>
                                      </p:to>
                                    </p:set>
                                    <p:animEffect filter="fade" transition="in">
                                      <p:cBhvr>
                                        <p:cTn dur="500"/>
                                        <p:tgtEl>
                                          <p:spTgt spid="972"/>
                                        </p:tgtEl>
                                      </p:cBhvr>
                                    </p:animEffect>
                                  </p:childTnLst>
                                </p:cTn>
                              </p:par>
                              <p:par>
                                <p:cTn fill="hold" nodeType="withEffect" presetClass="entr" presetID="10" presetSubtype="0">
                                  <p:stCondLst>
                                    <p:cond delay="0"/>
                                  </p:stCondLst>
                                  <p:childTnLst>
                                    <p:set>
                                      <p:cBhvr>
                                        <p:cTn dur="1" fill="hold">
                                          <p:stCondLst>
                                            <p:cond delay="0"/>
                                          </p:stCondLst>
                                        </p:cTn>
                                        <p:tgtEl>
                                          <p:spTgt spid="973"/>
                                        </p:tgtEl>
                                        <p:attrNameLst>
                                          <p:attrName>style.visibility</p:attrName>
                                        </p:attrNameLst>
                                      </p:cBhvr>
                                      <p:to>
                                        <p:strVal val="visible"/>
                                      </p:to>
                                    </p:set>
                                    <p:animEffect filter="fade" transition="in">
                                      <p:cBhvr>
                                        <p:cTn dur="500"/>
                                        <p:tgtEl>
                                          <p:spTgt spid="973"/>
                                        </p:tgtEl>
                                      </p:cBhvr>
                                    </p:animEffect>
                                  </p:childTnLst>
                                </p:cTn>
                              </p:par>
                              <p:par>
                                <p:cTn fill="hold" nodeType="withEffect" presetClass="entr" presetID="10" presetSubtype="0">
                                  <p:stCondLst>
                                    <p:cond delay="0"/>
                                  </p:stCondLst>
                                  <p:childTnLst>
                                    <p:set>
                                      <p:cBhvr>
                                        <p:cTn dur="1" fill="hold">
                                          <p:stCondLst>
                                            <p:cond delay="0"/>
                                          </p:stCondLst>
                                        </p:cTn>
                                        <p:tgtEl>
                                          <p:spTgt spid="974"/>
                                        </p:tgtEl>
                                        <p:attrNameLst>
                                          <p:attrName>style.visibility</p:attrName>
                                        </p:attrNameLst>
                                      </p:cBhvr>
                                      <p:to>
                                        <p:strVal val="visible"/>
                                      </p:to>
                                    </p:set>
                                    <p:animEffect filter="fade" transition="in">
                                      <p:cBhvr>
                                        <p:cTn dur="500"/>
                                        <p:tgtEl>
                                          <p:spTgt spid="974"/>
                                        </p:tgtEl>
                                      </p:cBhvr>
                                    </p:animEffect>
                                  </p:childTnLst>
                                </p:cTn>
                              </p:par>
                              <p:par>
                                <p:cTn fill="hold" nodeType="withEffect" presetClass="entr" presetID="10" presetSubtype="0">
                                  <p:stCondLst>
                                    <p:cond delay="0"/>
                                  </p:stCondLst>
                                  <p:childTnLst>
                                    <p:set>
                                      <p:cBhvr>
                                        <p:cTn dur="1" fill="hold">
                                          <p:stCondLst>
                                            <p:cond delay="0"/>
                                          </p:stCondLst>
                                        </p:cTn>
                                        <p:tgtEl>
                                          <p:spTgt spid="975"/>
                                        </p:tgtEl>
                                        <p:attrNameLst>
                                          <p:attrName>style.visibility</p:attrName>
                                        </p:attrNameLst>
                                      </p:cBhvr>
                                      <p:to>
                                        <p:strVal val="visible"/>
                                      </p:to>
                                    </p:set>
                                    <p:animEffect filter="fade" transition="in">
                                      <p:cBhvr>
                                        <p:cTn dur="500"/>
                                        <p:tgtEl>
                                          <p:spTgt spid="975"/>
                                        </p:tgtEl>
                                      </p:cBhvr>
                                    </p:animEffect>
                                  </p:childTnLst>
                                </p:cTn>
                              </p:par>
                              <p:par>
                                <p:cTn fill="hold" nodeType="withEffect" presetClass="entr" presetID="10" presetSubtype="0">
                                  <p:stCondLst>
                                    <p:cond delay="0"/>
                                  </p:stCondLst>
                                  <p:childTnLst>
                                    <p:set>
                                      <p:cBhvr>
                                        <p:cTn dur="1" fill="hold">
                                          <p:stCondLst>
                                            <p:cond delay="0"/>
                                          </p:stCondLst>
                                        </p:cTn>
                                        <p:tgtEl>
                                          <p:spTgt spid="970"/>
                                        </p:tgtEl>
                                        <p:attrNameLst>
                                          <p:attrName>style.visibility</p:attrName>
                                        </p:attrNameLst>
                                      </p:cBhvr>
                                      <p:to>
                                        <p:strVal val="visible"/>
                                      </p:to>
                                    </p:set>
                                    <p:animEffect filter="fade" transition="in">
                                      <p:cBhvr>
                                        <p:cTn dur="500"/>
                                        <p:tgtEl>
                                          <p:spTgt spid="970"/>
                                        </p:tgtEl>
                                      </p:cBhvr>
                                    </p:animEffect>
                                  </p:childTnLst>
                                </p:cTn>
                              </p:par>
                              <p:par>
                                <p:cTn fill="hold" nodeType="withEffect" presetClass="entr" presetID="10" presetSubtype="0">
                                  <p:stCondLst>
                                    <p:cond delay="0"/>
                                  </p:stCondLst>
                                  <p:childTnLst>
                                    <p:set>
                                      <p:cBhvr>
                                        <p:cTn dur="1" fill="hold">
                                          <p:stCondLst>
                                            <p:cond delay="0"/>
                                          </p:stCondLst>
                                        </p:cTn>
                                        <p:tgtEl>
                                          <p:spTgt spid="971"/>
                                        </p:tgtEl>
                                        <p:attrNameLst>
                                          <p:attrName>style.visibility</p:attrName>
                                        </p:attrNameLst>
                                      </p:cBhvr>
                                      <p:to>
                                        <p:strVal val="visible"/>
                                      </p:to>
                                    </p:set>
                                    <p:animEffect filter="fade" transition="in">
                                      <p:cBhvr>
                                        <p:cTn dur="500"/>
                                        <p:tgtEl>
                                          <p:spTgt spid="971"/>
                                        </p:tgtEl>
                                      </p:cBhvr>
                                    </p:animEffect>
                                  </p:childTnLst>
                                </p:cTn>
                              </p:par>
                              <p:par>
                                <p:cTn fill="hold" nodeType="withEffect" presetClass="entr" presetID="10" presetSubtype="0">
                                  <p:stCondLst>
                                    <p:cond delay="0"/>
                                  </p:stCondLst>
                                  <p:childTnLst>
                                    <p:set>
                                      <p:cBhvr>
                                        <p:cTn dur="1" fill="hold">
                                          <p:stCondLst>
                                            <p:cond delay="0"/>
                                          </p:stCondLst>
                                        </p:cTn>
                                        <p:tgtEl>
                                          <p:spTgt spid="976"/>
                                        </p:tgtEl>
                                        <p:attrNameLst>
                                          <p:attrName>style.visibility</p:attrName>
                                        </p:attrNameLst>
                                      </p:cBhvr>
                                      <p:to>
                                        <p:strVal val="visible"/>
                                      </p:to>
                                    </p:set>
                                    <p:animEffect filter="fade" transition="in">
                                      <p:cBhvr>
                                        <p:cTn dur="500"/>
                                        <p:tgtEl>
                                          <p:spTgt spid="976"/>
                                        </p:tgtEl>
                                      </p:cBhvr>
                                    </p:animEffect>
                                  </p:childTnLst>
                                </p:cTn>
                              </p:par>
                              <p:par>
                                <p:cTn fill="hold" nodeType="withEffect" presetClass="entr" presetID="10" presetSubtype="0">
                                  <p:stCondLst>
                                    <p:cond delay="0"/>
                                  </p:stCondLst>
                                  <p:childTnLst>
                                    <p:set>
                                      <p:cBhvr>
                                        <p:cTn dur="1" fill="hold">
                                          <p:stCondLst>
                                            <p:cond delay="0"/>
                                          </p:stCondLst>
                                        </p:cTn>
                                        <p:tgtEl>
                                          <p:spTgt spid="977"/>
                                        </p:tgtEl>
                                        <p:attrNameLst>
                                          <p:attrName>style.visibility</p:attrName>
                                        </p:attrNameLst>
                                      </p:cBhvr>
                                      <p:to>
                                        <p:strVal val="visible"/>
                                      </p:to>
                                    </p:set>
                                    <p:animEffect filter="fade" transition="in">
                                      <p:cBhvr>
                                        <p:cTn dur="500"/>
                                        <p:tgtEl>
                                          <p:spTgt spid="977"/>
                                        </p:tgtEl>
                                      </p:cBhvr>
                                    </p:animEffect>
                                  </p:childTnLst>
                                </p:cTn>
                              </p:par>
                              <p:par>
                                <p:cTn fill="hold" nodeType="withEffect" presetClass="entr" presetID="10" presetSubtype="0">
                                  <p:stCondLst>
                                    <p:cond delay="0"/>
                                  </p:stCondLst>
                                  <p:childTnLst>
                                    <p:set>
                                      <p:cBhvr>
                                        <p:cTn dur="1" fill="hold">
                                          <p:stCondLst>
                                            <p:cond delay="0"/>
                                          </p:stCondLst>
                                        </p:cTn>
                                        <p:tgtEl>
                                          <p:spTgt spid="978"/>
                                        </p:tgtEl>
                                        <p:attrNameLst>
                                          <p:attrName>style.visibility</p:attrName>
                                        </p:attrNameLst>
                                      </p:cBhvr>
                                      <p:to>
                                        <p:strVal val="visible"/>
                                      </p:to>
                                    </p:set>
                                    <p:animEffect filter="fade" transition="in">
                                      <p:cBhvr>
                                        <p:cTn dur="500"/>
                                        <p:tgtEl>
                                          <p:spTgt spid="978"/>
                                        </p:tgtEl>
                                      </p:cBhvr>
                                    </p:animEffect>
                                  </p:childTnLst>
                                </p:cTn>
                              </p:par>
                              <p:par>
                                <p:cTn fill="hold" nodeType="withEffect" presetClass="entr" presetID="10" presetSubtype="0">
                                  <p:stCondLst>
                                    <p:cond delay="0"/>
                                  </p:stCondLst>
                                  <p:childTnLst>
                                    <p:set>
                                      <p:cBhvr>
                                        <p:cTn dur="1" fill="hold">
                                          <p:stCondLst>
                                            <p:cond delay="0"/>
                                          </p:stCondLst>
                                        </p:cTn>
                                        <p:tgtEl>
                                          <p:spTgt spid="979"/>
                                        </p:tgtEl>
                                        <p:attrNameLst>
                                          <p:attrName>style.visibility</p:attrName>
                                        </p:attrNameLst>
                                      </p:cBhvr>
                                      <p:to>
                                        <p:strVal val="visible"/>
                                      </p:to>
                                    </p:set>
                                    <p:animEffect filter="fade" transition="in">
                                      <p:cBhvr>
                                        <p:cTn dur="500"/>
                                        <p:tgtEl>
                                          <p:spTgt spid="9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23"/>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Mảng con trỏ</a:t>
            </a:r>
            <a:endParaRPr/>
          </a:p>
        </p:txBody>
      </p:sp>
      <p:sp>
        <p:nvSpPr>
          <p:cNvPr id="1010" name="Google Shape;1010;p23"/>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285750" lvl="1" marL="742950" marR="0" rtl="0" algn="l">
              <a:lnSpc>
                <a:spcPct val="100000"/>
              </a:lnSpc>
              <a:spcBef>
                <a:spcPts val="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Cách 2: Mảng 1 chiều các con trỏ</a:t>
            </a:r>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cap="none" strike="noStrike">
              <a:solidFill>
                <a:schemeClr val="dk1"/>
              </a:solidFill>
              <a:latin typeface="Tahoma"/>
              <a:ea typeface="Tahoma"/>
              <a:cs typeface="Tahoma"/>
              <a:sym typeface="Tahoma"/>
            </a:endParaRPr>
          </a:p>
        </p:txBody>
      </p:sp>
      <p:sp>
        <p:nvSpPr>
          <p:cNvPr id="1011" name="Google Shape;1011;p23"/>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1012" name="Google Shape;1012;p23"/>
          <p:cNvSpPr/>
          <p:nvPr/>
        </p:nvSpPr>
        <p:spPr>
          <a:xfrm>
            <a:off x="7543800" y="35052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1013" name="Google Shape;1013;p23"/>
          <p:cNvSpPr/>
          <p:nvPr/>
        </p:nvSpPr>
        <p:spPr>
          <a:xfrm>
            <a:off x="7543800" y="54102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1014" name="Google Shape;1014;p23"/>
          <p:cNvSpPr/>
          <p:nvPr/>
        </p:nvSpPr>
        <p:spPr>
          <a:xfrm>
            <a:off x="685800" y="54102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1015" name="Google Shape;1015;p23"/>
          <p:cNvSpPr/>
          <p:nvPr/>
        </p:nvSpPr>
        <p:spPr>
          <a:xfrm>
            <a:off x="11430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6" name="Google Shape;1016;p23"/>
          <p:cNvSpPr/>
          <p:nvPr/>
        </p:nvSpPr>
        <p:spPr>
          <a:xfrm>
            <a:off x="16002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7" name="Google Shape;1017;p23"/>
          <p:cNvSpPr/>
          <p:nvPr/>
        </p:nvSpPr>
        <p:spPr>
          <a:xfrm>
            <a:off x="20574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8" name="Google Shape;1018;p23"/>
          <p:cNvSpPr/>
          <p:nvPr/>
        </p:nvSpPr>
        <p:spPr>
          <a:xfrm>
            <a:off x="25146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9" name="Google Shape;1019;p23"/>
          <p:cNvSpPr/>
          <p:nvPr/>
        </p:nvSpPr>
        <p:spPr>
          <a:xfrm>
            <a:off x="29718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0" name="Google Shape;1020;p23"/>
          <p:cNvSpPr/>
          <p:nvPr/>
        </p:nvSpPr>
        <p:spPr>
          <a:xfrm>
            <a:off x="34290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1" name="Google Shape;1021;p23"/>
          <p:cNvSpPr/>
          <p:nvPr/>
        </p:nvSpPr>
        <p:spPr>
          <a:xfrm>
            <a:off x="38862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2" name="Google Shape;1022;p23"/>
          <p:cNvSpPr/>
          <p:nvPr/>
        </p:nvSpPr>
        <p:spPr>
          <a:xfrm>
            <a:off x="43434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3" name="Google Shape;1023;p23"/>
          <p:cNvSpPr/>
          <p:nvPr/>
        </p:nvSpPr>
        <p:spPr>
          <a:xfrm>
            <a:off x="48006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4" name="Google Shape;1024;p23"/>
          <p:cNvSpPr/>
          <p:nvPr/>
        </p:nvSpPr>
        <p:spPr>
          <a:xfrm>
            <a:off x="52578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5" name="Google Shape;1025;p23"/>
          <p:cNvSpPr/>
          <p:nvPr/>
        </p:nvSpPr>
        <p:spPr>
          <a:xfrm>
            <a:off x="57150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6" name="Google Shape;1026;p23"/>
          <p:cNvSpPr/>
          <p:nvPr/>
        </p:nvSpPr>
        <p:spPr>
          <a:xfrm>
            <a:off x="61722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7" name="Google Shape;1027;p23"/>
          <p:cNvSpPr/>
          <p:nvPr/>
        </p:nvSpPr>
        <p:spPr>
          <a:xfrm>
            <a:off x="66294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8" name="Google Shape;1028;p23"/>
          <p:cNvSpPr/>
          <p:nvPr/>
        </p:nvSpPr>
        <p:spPr>
          <a:xfrm>
            <a:off x="70866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9" name="Google Shape;1029;p23"/>
          <p:cNvSpPr/>
          <p:nvPr/>
        </p:nvSpPr>
        <p:spPr>
          <a:xfrm>
            <a:off x="1600200" y="6248400"/>
            <a:ext cx="12291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array</a:t>
            </a:r>
            <a:endParaRPr b="0" i="0" sz="1400" u="none" cap="none" strike="noStrike">
              <a:solidFill>
                <a:srgbClr val="000000"/>
              </a:solidFill>
              <a:latin typeface="Arial"/>
              <a:ea typeface="Arial"/>
              <a:cs typeface="Arial"/>
              <a:sym typeface="Arial"/>
            </a:endParaRPr>
          </a:p>
        </p:txBody>
      </p:sp>
      <p:sp>
        <p:nvSpPr>
          <p:cNvPr id="1030" name="Google Shape;1030;p23"/>
          <p:cNvSpPr/>
          <p:nvPr/>
        </p:nvSpPr>
        <p:spPr>
          <a:xfrm>
            <a:off x="11430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0A</a:t>
            </a:r>
            <a:endParaRPr b="0" i="0" sz="800" u="none" cap="none" strike="noStrike">
              <a:solidFill>
                <a:srgbClr val="000000"/>
              </a:solidFill>
              <a:latin typeface="Arial"/>
              <a:ea typeface="Arial"/>
              <a:cs typeface="Arial"/>
              <a:sym typeface="Arial"/>
            </a:endParaRPr>
          </a:p>
        </p:txBody>
      </p:sp>
      <p:sp>
        <p:nvSpPr>
          <p:cNvPr id="1031" name="Google Shape;1031;p23"/>
          <p:cNvSpPr/>
          <p:nvPr/>
        </p:nvSpPr>
        <p:spPr>
          <a:xfrm>
            <a:off x="16002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0B</a:t>
            </a:r>
            <a:endParaRPr b="0" i="0" sz="800" u="none" cap="none" strike="noStrike">
              <a:solidFill>
                <a:srgbClr val="000000"/>
              </a:solidFill>
              <a:latin typeface="Arial"/>
              <a:ea typeface="Arial"/>
              <a:cs typeface="Arial"/>
              <a:sym typeface="Arial"/>
            </a:endParaRPr>
          </a:p>
        </p:txBody>
      </p:sp>
      <p:sp>
        <p:nvSpPr>
          <p:cNvPr id="1032" name="Google Shape;1032;p23"/>
          <p:cNvSpPr/>
          <p:nvPr/>
        </p:nvSpPr>
        <p:spPr>
          <a:xfrm>
            <a:off x="20574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0C</a:t>
            </a:r>
            <a:endParaRPr b="0" i="0" sz="800" u="none" cap="none" strike="noStrike">
              <a:solidFill>
                <a:srgbClr val="000000"/>
              </a:solidFill>
              <a:latin typeface="Arial"/>
              <a:ea typeface="Arial"/>
              <a:cs typeface="Arial"/>
              <a:sym typeface="Arial"/>
            </a:endParaRPr>
          </a:p>
        </p:txBody>
      </p:sp>
      <p:sp>
        <p:nvSpPr>
          <p:cNvPr id="1033" name="Google Shape;1033;p23"/>
          <p:cNvSpPr/>
          <p:nvPr/>
        </p:nvSpPr>
        <p:spPr>
          <a:xfrm>
            <a:off x="25146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0D</a:t>
            </a:r>
            <a:endParaRPr b="0" i="0" sz="800" u="none" cap="none" strike="noStrike">
              <a:solidFill>
                <a:srgbClr val="000000"/>
              </a:solidFill>
              <a:latin typeface="Arial"/>
              <a:ea typeface="Arial"/>
              <a:cs typeface="Arial"/>
              <a:sym typeface="Arial"/>
            </a:endParaRPr>
          </a:p>
        </p:txBody>
      </p:sp>
      <p:sp>
        <p:nvSpPr>
          <p:cNvPr id="1034" name="Google Shape;1034;p23"/>
          <p:cNvSpPr/>
          <p:nvPr/>
        </p:nvSpPr>
        <p:spPr>
          <a:xfrm>
            <a:off x="29718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0E</a:t>
            </a:r>
            <a:endParaRPr b="0" i="0" sz="800" u="none" cap="none" strike="noStrike">
              <a:solidFill>
                <a:srgbClr val="000000"/>
              </a:solidFill>
              <a:latin typeface="Arial"/>
              <a:ea typeface="Arial"/>
              <a:cs typeface="Arial"/>
              <a:sym typeface="Arial"/>
            </a:endParaRPr>
          </a:p>
        </p:txBody>
      </p:sp>
      <p:sp>
        <p:nvSpPr>
          <p:cNvPr id="1035" name="Google Shape;1035;p23"/>
          <p:cNvSpPr/>
          <p:nvPr/>
        </p:nvSpPr>
        <p:spPr>
          <a:xfrm>
            <a:off x="34290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0F</a:t>
            </a:r>
            <a:endParaRPr b="0" i="0" sz="800" u="none" cap="none" strike="noStrike">
              <a:solidFill>
                <a:srgbClr val="000000"/>
              </a:solidFill>
              <a:latin typeface="Arial"/>
              <a:ea typeface="Arial"/>
              <a:cs typeface="Arial"/>
              <a:sym typeface="Arial"/>
            </a:endParaRPr>
          </a:p>
        </p:txBody>
      </p:sp>
      <p:sp>
        <p:nvSpPr>
          <p:cNvPr id="1036" name="Google Shape;1036;p23"/>
          <p:cNvSpPr/>
          <p:nvPr/>
        </p:nvSpPr>
        <p:spPr>
          <a:xfrm>
            <a:off x="38862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10</a:t>
            </a:r>
            <a:endParaRPr b="0" i="0" sz="800" u="none" cap="none" strike="noStrike">
              <a:solidFill>
                <a:srgbClr val="000000"/>
              </a:solidFill>
              <a:latin typeface="Arial"/>
              <a:ea typeface="Arial"/>
              <a:cs typeface="Arial"/>
              <a:sym typeface="Arial"/>
            </a:endParaRPr>
          </a:p>
        </p:txBody>
      </p:sp>
      <p:sp>
        <p:nvSpPr>
          <p:cNvPr id="1037" name="Google Shape;1037;p23"/>
          <p:cNvSpPr/>
          <p:nvPr/>
        </p:nvSpPr>
        <p:spPr>
          <a:xfrm>
            <a:off x="43434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11</a:t>
            </a:r>
            <a:endParaRPr b="0" i="0" sz="800" u="none" cap="none" strike="noStrike">
              <a:solidFill>
                <a:srgbClr val="000000"/>
              </a:solidFill>
              <a:latin typeface="Arial"/>
              <a:ea typeface="Arial"/>
              <a:cs typeface="Arial"/>
              <a:sym typeface="Arial"/>
            </a:endParaRPr>
          </a:p>
        </p:txBody>
      </p:sp>
      <p:sp>
        <p:nvSpPr>
          <p:cNvPr id="1038" name="Google Shape;1038;p23"/>
          <p:cNvSpPr/>
          <p:nvPr/>
        </p:nvSpPr>
        <p:spPr>
          <a:xfrm>
            <a:off x="48006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12</a:t>
            </a:r>
            <a:endParaRPr b="0" i="0" sz="800" u="none" cap="none" strike="noStrike">
              <a:solidFill>
                <a:srgbClr val="000000"/>
              </a:solidFill>
              <a:latin typeface="Arial"/>
              <a:ea typeface="Arial"/>
              <a:cs typeface="Arial"/>
              <a:sym typeface="Arial"/>
            </a:endParaRPr>
          </a:p>
        </p:txBody>
      </p:sp>
      <p:sp>
        <p:nvSpPr>
          <p:cNvPr id="1039" name="Google Shape;1039;p23"/>
          <p:cNvSpPr/>
          <p:nvPr/>
        </p:nvSpPr>
        <p:spPr>
          <a:xfrm>
            <a:off x="52578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13</a:t>
            </a:r>
            <a:endParaRPr b="0" i="0" sz="800" u="none" cap="none" strike="noStrike">
              <a:solidFill>
                <a:srgbClr val="000000"/>
              </a:solidFill>
              <a:latin typeface="Arial"/>
              <a:ea typeface="Arial"/>
              <a:cs typeface="Arial"/>
              <a:sym typeface="Arial"/>
            </a:endParaRPr>
          </a:p>
        </p:txBody>
      </p:sp>
      <p:sp>
        <p:nvSpPr>
          <p:cNvPr id="1040" name="Google Shape;1040;p23"/>
          <p:cNvSpPr/>
          <p:nvPr/>
        </p:nvSpPr>
        <p:spPr>
          <a:xfrm>
            <a:off x="57150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14</a:t>
            </a:r>
            <a:endParaRPr b="0" i="0" sz="800" u="none" cap="none" strike="noStrike">
              <a:solidFill>
                <a:srgbClr val="000000"/>
              </a:solidFill>
              <a:latin typeface="Arial"/>
              <a:ea typeface="Arial"/>
              <a:cs typeface="Arial"/>
              <a:sym typeface="Arial"/>
            </a:endParaRPr>
          </a:p>
        </p:txBody>
      </p:sp>
      <p:sp>
        <p:nvSpPr>
          <p:cNvPr id="1041" name="Google Shape;1041;p23"/>
          <p:cNvSpPr/>
          <p:nvPr/>
        </p:nvSpPr>
        <p:spPr>
          <a:xfrm>
            <a:off x="61722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15</a:t>
            </a:r>
            <a:endParaRPr b="0" i="0" sz="800" u="none" cap="none" strike="noStrike">
              <a:solidFill>
                <a:srgbClr val="000000"/>
              </a:solidFill>
              <a:latin typeface="Arial"/>
              <a:ea typeface="Arial"/>
              <a:cs typeface="Arial"/>
              <a:sym typeface="Arial"/>
            </a:endParaRPr>
          </a:p>
        </p:txBody>
      </p:sp>
      <p:sp>
        <p:nvSpPr>
          <p:cNvPr id="1042" name="Google Shape;1042;p23"/>
          <p:cNvSpPr/>
          <p:nvPr/>
        </p:nvSpPr>
        <p:spPr>
          <a:xfrm>
            <a:off x="66294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16</a:t>
            </a:r>
            <a:endParaRPr b="0" i="0" sz="800" u="none" cap="none" strike="noStrike">
              <a:solidFill>
                <a:srgbClr val="000000"/>
              </a:solidFill>
              <a:latin typeface="Arial"/>
              <a:ea typeface="Arial"/>
              <a:cs typeface="Arial"/>
              <a:sym typeface="Arial"/>
            </a:endParaRPr>
          </a:p>
        </p:txBody>
      </p:sp>
      <p:sp>
        <p:nvSpPr>
          <p:cNvPr id="1043" name="Google Shape;1043;p23"/>
          <p:cNvSpPr/>
          <p:nvPr/>
        </p:nvSpPr>
        <p:spPr>
          <a:xfrm>
            <a:off x="7086600" y="48768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17</a:t>
            </a:r>
            <a:endParaRPr b="0" i="0" sz="800" u="none" cap="none" strike="noStrike">
              <a:solidFill>
                <a:srgbClr val="000000"/>
              </a:solidFill>
              <a:latin typeface="Arial"/>
              <a:ea typeface="Arial"/>
              <a:cs typeface="Arial"/>
              <a:sym typeface="Arial"/>
            </a:endParaRPr>
          </a:p>
        </p:txBody>
      </p:sp>
      <p:sp>
        <p:nvSpPr>
          <p:cNvPr id="1044" name="Google Shape;1044;p23"/>
          <p:cNvSpPr/>
          <p:nvPr/>
        </p:nvSpPr>
        <p:spPr>
          <a:xfrm>
            <a:off x="3429000" y="3505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5" name="Google Shape;1045;p23"/>
          <p:cNvSpPr/>
          <p:nvPr/>
        </p:nvSpPr>
        <p:spPr>
          <a:xfrm>
            <a:off x="3886200" y="3505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6" name="Google Shape;1046;p23"/>
          <p:cNvSpPr/>
          <p:nvPr/>
        </p:nvSpPr>
        <p:spPr>
          <a:xfrm>
            <a:off x="4343400" y="3505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7" name="Google Shape;1047;p23"/>
          <p:cNvSpPr/>
          <p:nvPr/>
        </p:nvSpPr>
        <p:spPr>
          <a:xfrm>
            <a:off x="4800600" y="3505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8" name="Google Shape;1048;p23"/>
          <p:cNvSpPr/>
          <p:nvPr/>
        </p:nvSpPr>
        <p:spPr>
          <a:xfrm>
            <a:off x="5257800" y="3505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9" name="Google Shape;1049;p23"/>
          <p:cNvSpPr/>
          <p:nvPr/>
        </p:nvSpPr>
        <p:spPr>
          <a:xfrm>
            <a:off x="5715000" y="3505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0" name="Google Shape;1050;p23"/>
          <p:cNvSpPr/>
          <p:nvPr/>
        </p:nvSpPr>
        <p:spPr>
          <a:xfrm>
            <a:off x="6172200" y="3505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1" name="Google Shape;1051;p23"/>
          <p:cNvSpPr/>
          <p:nvPr/>
        </p:nvSpPr>
        <p:spPr>
          <a:xfrm>
            <a:off x="6629400" y="3505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2" name="Google Shape;1052;p23"/>
          <p:cNvSpPr/>
          <p:nvPr/>
        </p:nvSpPr>
        <p:spPr>
          <a:xfrm>
            <a:off x="3429000" y="3048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28</a:t>
            </a:r>
            <a:endParaRPr b="0" i="0" sz="800" u="none" cap="none" strike="noStrike">
              <a:solidFill>
                <a:srgbClr val="000000"/>
              </a:solidFill>
              <a:latin typeface="Arial"/>
              <a:ea typeface="Arial"/>
              <a:cs typeface="Arial"/>
              <a:sym typeface="Arial"/>
            </a:endParaRPr>
          </a:p>
        </p:txBody>
      </p:sp>
      <p:sp>
        <p:nvSpPr>
          <p:cNvPr id="1053" name="Google Shape;1053;p23"/>
          <p:cNvSpPr/>
          <p:nvPr/>
        </p:nvSpPr>
        <p:spPr>
          <a:xfrm>
            <a:off x="3886200" y="3048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29</a:t>
            </a:r>
            <a:endParaRPr b="0" i="0" sz="800" u="none" cap="none" strike="noStrike">
              <a:solidFill>
                <a:srgbClr val="000000"/>
              </a:solidFill>
              <a:latin typeface="Arial"/>
              <a:ea typeface="Arial"/>
              <a:cs typeface="Arial"/>
              <a:sym typeface="Arial"/>
            </a:endParaRPr>
          </a:p>
        </p:txBody>
      </p:sp>
      <p:sp>
        <p:nvSpPr>
          <p:cNvPr id="1054" name="Google Shape;1054;p23"/>
          <p:cNvSpPr/>
          <p:nvPr/>
        </p:nvSpPr>
        <p:spPr>
          <a:xfrm>
            <a:off x="4343400" y="3048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2A</a:t>
            </a:r>
            <a:endParaRPr b="0" i="0" sz="800" u="none" cap="none" strike="noStrike">
              <a:solidFill>
                <a:srgbClr val="000000"/>
              </a:solidFill>
              <a:latin typeface="Arial"/>
              <a:ea typeface="Arial"/>
              <a:cs typeface="Arial"/>
              <a:sym typeface="Arial"/>
            </a:endParaRPr>
          </a:p>
        </p:txBody>
      </p:sp>
      <p:sp>
        <p:nvSpPr>
          <p:cNvPr id="1055" name="Google Shape;1055;p23"/>
          <p:cNvSpPr/>
          <p:nvPr/>
        </p:nvSpPr>
        <p:spPr>
          <a:xfrm>
            <a:off x="4800600" y="3048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2B</a:t>
            </a:r>
            <a:endParaRPr b="0" i="0" sz="800" u="none" cap="none" strike="noStrike">
              <a:solidFill>
                <a:srgbClr val="000000"/>
              </a:solidFill>
              <a:latin typeface="Arial"/>
              <a:ea typeface="Arial"/>
              <a:cs typeface="Arial"/>
              <a:sym typeface="Arial"/>
            </a:endParaRPr>
          </a:p>
        </p:txBody>
      </p:sp>
      <p:sp>
        <p:nvSpPr>
          <p:cNvPr id="1056" name="Google Shape;1056;p23"/>
          <p:cNvSpPr/>
          <p:nvPr/>
        </p:nvSpPr>
        <p:spPr>
          <a:xfrm>
            <a:off x="5257800" y="3048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2C</a:t>
            </a:r>
            <a:endParaRPr b="0" i="0" sz="800" u="none" cap="none" strike="noStrike">
              <a:solidFill>
                <a:srgbClr val="000000"/>
              </a:solidFill>
              <a:latin typeface="Arial"/>
              <a:ea typeface="Arial"/>
              <a:cs typeface="Arial"/>
              <a:sym typeface="Arial"/>
            </a:endParaRPr>
          </a:p>
        </p:txBody>
      </p:sp>
      <p:sp>
        <p:nvSpPr>
          <p:cNvPr id="1057" name="Google Shape;1057;p23"/>
          <p:cNvSpPr/>
          <p:nvPr/>
        </p:nvSpPr>
        <p:spPr>
          <a:xfrm>
            <a:off x="5715000" y="3048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2D</a:t>
            </a:r>
            <a:endParaRPr b="0" i="0" sz="800" u="none" cap="none" strike="noStrike">
              <a:solidFill>
                <a:srgbClr val="000000"/>
              </a:solidFill>
              <a:latin typeface="Arial"/>
              <a:ea typeface="Arial"/>
              <a:cs typeface="Arial"/>
              <a:sym typeface="Arial"/>
            </a:endParaRPr>
          </a:p>
        </p:txBody>
      </p:sp>
      <p:sp>
        <p:nvSpPr>
          <p:cNvPr id="1058" name="Google Shape;1058;p23"/>
          <p:cNvSpPr/>
          <p:nvPr/>
        </p:nvSpPr>
        <p:spPr>
          <a:xfrm>
            <a:off x="6172200" y="3048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2E</a:t>
            </a:r>
            <a:endParaRPr b="0" i="0" sz="800" u="none" cap="none" strike="noStrike">
              <a:solidFill>
                <a:srgbClr val="000000"/>
              </a:solidFill>
              <a:latin typeface="Arial"/>
              <a:ea typeface="Arial"/>
              <a:cs typeface="Arial"/>
              <a:sym typeface="Arial"/>
            </a:endParaRPr>
          </a:p>
        </p:txBody>
      </p:sp>
      <p:sp>
        <p:nvSpPr>
          <p:cNvPr id="1059" name="Google Shape;1059;p23"/>
          <p:cNvSpPr/>
          <p:nvPr/>
        </p:nvSpPr>
        <p:spPr>
          <a:xfrm>
            <a:off x="6629400" y="3048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2F</a:t>
            </a:r>
            <a:endParaRPr b="0" i="0" sz="800" u="none" cap="none" strike="noStrike">
              <a:solidFill>
                <a:srgbClr val="000000"/>
              </a:solidFill>
              <a:latin typeface="Arial"/>
              <a:ea typeface="Arial"/>
              <a:cs typeface="Arial"/>
              <a:sym typeface="Arial"/>
            </a:endParaRPr>
          </a:p>
        </p:txBody>
      </p:sp>
      <p:cxnSp>
        <p:nvCxnSpPr>
          <p:cNvPr id="1060" name="Google Shape;1060;p23"/>
          <p:cNvCxnSpPr/>
          <p:nvPr/>
        </p:nvCxnSpPr>
        <p:spPr>
          <a:xfrm rot="-5400000">
            <a:off x="5372893" y="4761706"/>
            <a:ext cx="227012" cy="3175"/>
          </a:xfrm>
          <a:prstGeom prst="straightConnector1">
            <a:avLst/>
          </a:prstGeom>
          <a:noFill/>
          <a:ln cap="flat" cmpd="sng" w="38100">
            <a:solidFill>
              <a:srgbClr val="DD8443"/>
            </a:solidFill>
            <a:prstDash val="solid"/>
            <a:miter lim="800000"/>
            <a:headEnd len="sm" w="sm" type="none"/>
            <a:tailEnd len="sm" w="sm" type="none"/>
          </a:ln>
        </p:spPr>
      </p:cxnSp>
      <p:cxnSp>
        <p:nvCxnSpPr>
          <p:cNvPr id="1061" name="Google Shape;1061;p23"/>
          <p:cNvCxnSpPr/>
          <p:nvPr/>
        </p:nvCxnSpPr>
        <p:spPr>
          <a:xfrm rot="-5400000">
            <a:off x="953293" y="3999706"/>
            <a:ext cx="1752600" cy="1587"/>
          </a:xfrm>
          <a:prstGeom prst="straightConnector1">
            <a:avLst/>
          </a:prstGeom>
          <a:noFill/>
          <a:ln cap="flat" cmpd="sng" w="38100">
            <a:solidFill>
              <a:srgbClr val="DD8443"/>
            </a:solidFill>
            <a:prstDash val="solid"/>
            <a:miter lim="800000"/>
            <a:headEnd len="sm" w="sm" type="none"/>
            <a:tailEnd len="med" w="med" type="stealth"/>
          </a:ln>
        </p:spPr>
      </p:cxnSp>
      <p:cxnSp>
        <p:nvCxnSpPr>
          <p:cNvPr id="1062" name="Google Shape;1062;p23"/>
          <p:cNvCxnSpPr/>
          <p:nvPr/>
        </p:nvCxnSpPr>
        <p:spPr>
          <a:xfrm rot="-5400000">
            <a:off x="1639887" y="6132512"/>
            <a:ext cx="379412" cy="1587"/>
          </a:xfrm>
          <a:prstGeom prst="straightConnector1">
            <a:avLst/>
          </a:prstGeom>
          <a:noFill/>
          <a:ln cap="flat" cmpd="sng" w="38100">
            <a:solidFill>
              <a:srgbClr val="DD8443"/>
            </a:solidFill>
            <a:prstDash val="solid"/>
            <a:miter lim="800000"/>
            <a:headEnd len="sm" w="sm" type="none"/>
            <a:tailEnd len="med" w="med" type="stealth"/>
          </a:ln>
        </p:spPr>
      </p:cxnSp>
      <p:sp>
        <p:nvSpPr>
          <p:cNvPr id="1063" name="Google Shape;1063;p23"/>
          <p:cNvSpPr/>
          <p:nvPr/>
        </p:nvSpPr>
        <p:spPr>
          <a:xfrm>
            <a:off x="3429000" y="3505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1064" name="Google Shape;1064;p23"/>
          <p:cNvSpPr/>
          <p:nvPr/>
        </p:nvSpPr>
        <p:spPr>
          <a:xfrm>
            <a:off x="3886200" y="3505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9</a:t>
            </a:r>
            <a:endParaRPr b="0" i="0" sz="1400" u="none" cap="none" strike="noStrike">
              <a:solidFill>
                <a:srgbClr val="000000"/>
              </a:solidFill>
              <a:latin typeface="Arial"/>
              <a:ea typeface="Arial"/>
              <a:cs typeface="Arial"/>
              <a:sym typeface="Arial"/>
            </a:endParaRPr>
          </a:p>
        </p:txBody>
      </p:sp>
      <p:sp>
        <p:nvSpPr>
          <p:cNvPr id="1065" name="Google Shape;1065;p23"/>
          <p:cNvSpPr/>
          <p:nvPr/>
        </p:nvSpPr>
        <p:spPr>
          <a:xfrm>
            <a:off x="4343400" y="3505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1066" name="Google Shape;1066;p23"/>
          <p:cNvSpPr/>
          <p:nvPr/>
        </p:nvSpPr>
        <p:spPr>
          <a:xfrm>
            <a:off x="4800600" y="3505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1067" name="Google Shape;1067;p23"/>
          <p:cNvSpPr/>
          <p:nvPr/>
        </p:nvSpPr>
        <p:spPr>
          <a:xfrm>
            <a:off x="5257800" y="3505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1068" name="Google Shape;1068;p23"/>
          <p:cNvSpPr/>
          <p:nvPr/>
        </p:nvSpPr>
        <p:spPr>
          <a:xfrm>
            <a:off x="5715000" y="3505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7</a:t>
            </a:r>
            <a:endParaRPr b="0" i="0" sz="1400" u="none" cap="none" strike="noStrike">
              <a:solidFill>
                <a:srgbClr val="000000"/>
              </a:solidFill>
              <a:latin typeface="Arial"/>
              <a:ea typeface="Arial"/>
              <a:cs typeface="Arial"/>
              <a:sym typeface="Arial"/>
            </a:endParaRPr>
          </a:p>
        </p:txBody>
      </p:sp>
      <p:sp>
        <p:nvSpPr>
          <p:cNvPr id="1069" name="Google Shape;1069;p23"/>
          <p:cNvSpPr/>
          <p:nvPr/>
        </p:nvSpPr>
        <p:spPr>
          <a:xfrm>
            <a:off x="6172200" y="3505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1070" name="Google Shape;1070;p23"/>
          <p:cNvSpPr/>
          <p:nvPr/>
        </p:nvSpPr>
        <p:spPr>
          <a:xfrm>
            <a:off x="6629400" y="3505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6</a:t>
            </a:r>
            <a:endParaRPr b="0" i="0" sz="1400" u="none" cap="none" strike="noStrike">
              <a:solidFill>
                <a:srgbClr val="000000"/>
              </a:solidFill>
              <a:latin typeface="Arial"/>
              <a:ea typeface="Arial"/>
              <a:cs typeface="Arial"/>
              <a:sym typeface="Arial"/>
            </a:endParaRPr>
          </a:p>
        </p:txBody>
      </p:sp>
      <p:sp>
        <p:nvSpPr>
          <p:cNvPr id="1071" name="Google Shape;1071;p23"/>
          <p:cNvSpPr/>
          <p:nvPr/>
        </p:nvSpPr>
        <p:spPr>
          <a:xfrm>
            <a:off x="4800600" y="25908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1072" name="Google Shape;1072;p23"/>
          <p:cNvSpPr/>
          <p:nvPr/>
        </p:nvSpPr>
        <p:spPr>
          <a:xfrm>
            <a:off x="1600200" y="2590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3" name="Google Shape;1073;p23"/>
          <p:cNvSpPr/>
          <p:nvPr/>
        </p:nvSpPr>
        <p:spPr>
          <a:xfrm>
            <a:off x="2057400" y="2590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4" name="Google Shape;1074;p23"/>
          <p:cNvSpPr/>
          <p:nvPr/>
        </p:nvSpPr>
        <p:spPr>
          <a:xfrm>
            <a:off x="2514600" y="2590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5" name="Google Shape;1075;p23"/>
          <p:cNvSpPr/>
          <p:nvPr/>
        </p:nvSpPr>
        <p:spPr>
          <a:xfrm>
            <a:off x="2971800" y="2590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6" name="Google Shape;1076;p23"/>
          <p:cNvSpPr/>
          <p:nvPr/>
        </p:nvSpPr>
        <p:spPr>
          <a:xfrm>
            <a:off x="3429000" y="2590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7" name="Google Shape;1077;p23"/>
          <p:cNvSpPr/>
          <p:nvPr/>
        </p:nvSpPr>
        <p:spPr>
          <a:xfrm>
            <a:off x="3886200" y="2590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8" name="Google Shape;1078;p23"/>
          <p:cNvSpPr/>
          <p:nvPr/>
        </p:nvSpPr>
        <p:spPr>
          <a:xfrm>
            <a:off x="4343400" y="25908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9" name="Google Shape;1079;p23"/>
          <p:cNvSpPr/>
          <p:nvPr/>
        </p:nvSpPr>
        <p:spPr>
          <a:xfrm>
            <a:off x="1143000" y="2133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18</a:t>
            </a:r>
            <a:endParaRPr b="0" i="0" sz="800" u="none" cap="none" strike="noStrike">
              <a:solidFill>
                <a:srgbClr val="000000"/>
              </a:solidFill>
              <a:latin typeface="Arial"/>
              <a:ea typeface="Arial"/>
              <a:cs typeface="Arial"/>
              <a:sym typeface="Arial"/>
            </a:endParaRPr>
          </a:p>
        </p:txBody>
      </p:sp>
      <p:sp>
        <p:nvSpPr>
          <p:cNvPr id="1080" name="Google Shape;1080;p23"/>
          <p:cNvSpPr/>
          <p:nvPr/>
        </p:nvSpPr>
        <p:spPr>
          <a:xfrm>
            <a:off x="1600200" y="2133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19</a:t>
            </a:r>
            <a:endParaRPr b="0" i="0" sz="800" u="none" cap="none" strike="noStrike">
              <a:solidFill>
                <a:srgbClr val="000000"/>
              </a:solidFill>
              <a:latin typeface="Arial"/>
              <a:ea typeface="Arial"/>
              <a:cs typeface="Arial"/>
              <a:sym typeface="Arial"/>
            </a:endParaRPr>
          </a:p>
        </p:txBody>
      </p:sp>
      <p:sp>
        <p:nvSpPr>
          <p:cNvPr id="1081" name="Google Shape;1081;p23"/>
          <p:cNvSpPr/>
          <p:nvPr/>
        </p:nvSpPr>
        <p:spPr>
          <a:xfrm>
            <a:off x="2057400" y="2133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1A</a:t>
            </a:r>
            <a:endParaRPr b="0" i="0" sz="800" u="none" cap="none" strike="noStrike">
              <a:solidFill>
                <a:srgbClr val="000000"/>
              </a:solidFill>
              <a:latin typeface="Arial"/>
              <a:ea typeface="Arial"/>
              <a:cs typeface="Arial"/>
              <a:sym typeface="Arial"/>
            </a:endParaRPr>
          </a:p>
        </p:txBody>
      </p:sp>
      <p:sp>
        <p:nvSpPr>
          <p:cNvPr id="1082" name="Google Shape;1082;p23"/>
          <p:cNvSpPr/>
          <p:nvPr/>
        </p:nvSpPr>
        <p:spPr>
          <a:xfrm>
            <a:off x="2514600" y="2133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1B</a:t>
            </a:r>
            <a:endParaRPr b="0" i="0" sz="800" u="none" cap="none" strike="noStrike">
              <a:solidFill>
                <a:srgbClr val="000000"/>
              </a:solidFill>
              <a:latin typeface="Arial"/>
              <a:ea typeface="Arial"/>
              <a:cs typeface="Arial"/>
              <a:sym typeface="Arial"/>
            </a:endParaRPr>
          </a:p>
        </p:txBody>
      </p:sp>
      <p:sp>
        <p:nvSpPr>
          <p:cNvPr id="1083" name="Google Shape;1083;p23"/>
          <p:cNvSpPr/>
          <p:nvPr/>
        </p:nvSpPr>
        <p:spPr>
          <a:xfrm>
            <a:off x="2971800" y="2133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1C</a:t>
            </a:r>
            <a:endParaRPr b="0" i="0" sz="800" u="none" cap="none" strike="noStrike">
              <a:solidFill>
                <a:srgbClr val="000000"/>
              </a:solidFill>
              <a:latin typeface="Arial"/>
              <a:ea typeface="Arial"/>
              <a:cs typeface="Arial"/>
              <a:sym typeface="Arial"/>
            </a:endParaRPr>
          </a:p>
        </p:txBody>
      </p:sp>
      <p:sp>
        <p:nvSpPr>
          <p:cNvPr id="1084" name="Google Shape;1084;p23"/>
          <p:cNvSpPr/>
          <p:nvPr/>
        </p:nvSpPr>
        <p:spPr>
          <a:xfrm>
            <a:off x="3429000" y="2133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1D</a:t>
            </a:r>
            <a:endParaRPr b="0" i="0" sz="800" u="none" cap="none" strike="noStrike">
              <a:solidFill>
                <a:srgbClr val="000000"/>
              </a:solidFill>
              <a:latin typeface="Arial"/>
              <a:ea typeface="Arial"/>
              <a:cs typeface="Arial"/>
              <a:sym typeface="Arial"/>
            </a:endParaRPr>
          </a:p>
        </p:txBody>
      </p:sp>
      <p:sp>
        <p:nvSpPr>
          <p:cNvPr id="1085" name="Google Shape;1085;p23"/>
          <p:cNvSpPr/>
          <p:nvPr/>
        </p:nvSpPr>
        <p:spPr>
          <a:xfrm>
            <a:off x="3886200" y="2133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1E</a:t>
            </a:r>
            <a:endParaRPr b="0" i="0" sz="800" u="none" cap="none" strike="noStrike">
              <a:solidFill>
                <a:srgbClr val="000000"/>
              </a:solidFill>
              <a:latin typeface="Arial"/>
              <a:ea typeface="Arial"/>
              <a:cs typeface="Arial"/>
              <a:sym typeface="Arial"/>
            </a:endParaRPr>
          </a:p>
        </p:txBody>
      </p:sp>
      <p:sp>
        <p:nvSpPr>
          <p:cNvPr id="1086" name="Google Shape;1086;p23"/>
          <p:cNvSpPr/>
          <p:nvPr/>
        </p:nvSpPr>
        <p:spPr>
          <a:xfrm>
            <a:off x="4343400" y="21336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1F</a:t>
            </a:r>
            <a:endParaRPr b="0" i="0" sz="800" u="none" cap="none" strike="noStrike">
              <a:solidFill>
                <a:srgbClr val="000000"/>
              </a:solidFill>
              <a:latin typeface="Arial"/>
              <a:ea typeface="Arial"/>
              <a:cs typeface="Arial"/>
              <a:sym typeface="Arial"/>
            </a:endParaRPr>
          </a:p>
        </p:txBody>
      </p:sp>
      <p:sp>
        <p:nvSpPr>
          <p:cNvPr id="1087" name="Google Shape;1087;p23"/>
          <p:cNvSpPr/>
          <p:nvPr/>
        </p:nvSpPr>
        <p:spPr>
          <a:xfrm>
            <a:off x="1600200" y="2590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1088" name="Google Shape;1088;p23"/>
          <p:cNvSpPr/>
          <p:nvPr/>
        </p:nvSpPr>
        <p:spPr>
          <a:xfrm>
            <a:off x="2057400" y="2590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5</a:t>
            </a:r>
            <a:endParaRPr b="0" i="0" sz="1400" u="none" cap="none" strike="noStrike">
              <a:solidFill>
                <a:srgbClr val="000000"/>
              </a:solidFill>
              <a:latin typeface="Arial"/>
              <a:ea typeface="Arial"/>
              <a:cs typeface="Arial"/>
              <a:sym typeface="Arial"/>
            </a:endParaRPr>
          </a:p>
        </p:txBody>
      </p:sp>
      <p:sp>
        <p:nvSpPr>
          <p:cNvPr id="1089" name="Google Shape;1089;p23"/>
          <p:cNvSpPr/>
          <p:nvPr/>
        </p:nvSpPr>
        <p:spPr>
          <a:xfrm>
            <a:off x="2514600" y="25908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6</a:t>
            </a:r>
            <a:endParaRPr b="0" i="0" sz="1400" u="none" cap="none" strike="noStrike">
              <a:solidFill>
                <a:srgbClr val="000000"/>
              </a:solidFill>
              <a:latin typeface="Arial"/>
              <a:ea typeface="Arial"/>
              <a:cs typeface="Arial"/>
              <a:sym typeface="Arial"/>
            </a:endParaRPr>
          </a:p>
        </p:txBody>
      </p:sp>
      <p:sp>
        <p:nvSpPr>
          <p:cNvPr id="1090" name="Google Shape;1090;p23"/>
          <p:cNvSpPr/>
          <p:nvPr/>
        </p:nvSpPr>
        <p:spPr>
          <a:xfrm>
            <a:off x="7543800" y="44196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1091" name="Google Shape;1091;p23"/>
          <p:cNvSpPr/>
          <p:nvPr/>
        </p:nvSpPr>
        <p:spPr>
          <a:xfrm>
            <a:off x="6629400" y="4419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2" name="Google Shape;1092;p23"/>
          <p:cNvSpPr/>
          <p:nvPr/>
        </p:nvSpPr>
        <p:spPr>
          <a:xfrm>
            <a:off x="7086600" y="4419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3" name="Google Shape;1093;p23"/>
          <p:cNvSpPr/>
          <p:nvPr/>
        </p:nvSpPr>
        <p:spPr>
          <a:xfrm>
            <a:off x="6629400" y="39624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3B</a:t>
            </a:r>
            <a:endParaRPr b="0" i="0" sz="700" u="none" cap="none" strike="noStrike">
              <a:solidFill>
                <a:srgbClr val="000000"/>
              </a:solidFill>
              <a:latin typeface="Arial"/>
              <a:ea typeface="Arial"/>
              <a:cs typeface="Arial"/>
              <a:sym typeface="Arial"/>
            </a:endParaRPr>
          </a:p>
        </p:txBody>
      </p:sp>
      <p:sp>
        <p:nvSpPr>
          <p:cNvPr id="1094" name="Google Shape;1094;p23"/>
          <p:cNvSpPr/>
          <p:nvPr/>
        </p:nvSpPr>
        <p:spPr>
          <a:xfrm>
            <a:off x="7086600" y="39624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3C</a:t>
            </a:r>
            <a:endParaRPr b="0" i="0" sz="800" u="none" cap="none" strike="noStrike">
              <a:solidFill>
                <a:srgbClr val="000000"/>
              </a:solidFill>
              <a:latin typeface="Arial"/>
              <a:ea typeface="Arial"/>
              <a:cs typeface="Arial"/>
              <a:sym typeface="Arial"/>
            </a:endParaRPr>
          </a:p>
        </p:txBody>
      </p:sp>
      <p:sp>
        <p:nvSpPr>
          <p:cNvPr id="1095" name="Google Shape;1095;p23"/>
          <p:cNvSpPr/>
          <p:nvPr/>
        </p:nvSpPr>
        <p:spPr>
          <a:xfrm>
            <a:off x="6172200" y="4343400"/>
            <a:ext cx="9144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096" name="Google Shape;1096;p23"/>
          <p:cNvSpPr/>
          <p:nvPr/>
        </p:nvSpPr>
        <p:spPr>
          <a:xfrm>
            <a:off x="6172200" y="44196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7" name="Google Shape;1097;p23"/>
          <p:cNvSpPr/>
          <p:nvPr/>
        </p:nvSpPr>
        <p:spPr>
          <a:xfrm>
            <a:off x="6172200" y="39624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3A</a:t>
            </a:r>
            <a:endParaRPr b="0" i="0" sz="800" u="none" cap="none" strike="noStrike">
              <a:solidFill>
                <a:srgbClr val="000000"/>
              </a:solidFill>
              <a:latin typeface="Arial"/>
              <a:ea typeface="Arial"/>
              <a:cs typeface="Arial"/>
              <a:sym typeface="Arial"/>
            </a:endParaRPr>
          </a:p>
        </p:txBody>
      </p:sp>
      <p:sp>
        <p:nvSpPr>
          <p:cNvPr id="1098" name="Google Shape;1098;p23"/>
          <p:cNvSpPr/>
          <p:nvPr/>
        </p:nvSpPr>
        <p:spPr>
          <a:xfrm>
            <a:off x="1143000" y="25908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1099" name="Google Shape;1099;p23"/>
          <p:cNvSpPr/>
          <p:nvPr/>
        </p:nvSpPr>
        <p:spPr>
          <a:xfrm>
            <a:off x="1600200" y="2514600"/>
            <a:ext cx="13716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0" name="Google Shape;1100;p23"/>
          <p:cNvSpPr/>
          <p:nvPr/>
        </p:nvSpPr>
        <p:spPr>
          <a:xfrm>
            <a:off x="6172200" y="44196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0</a:t>
            </a:r>
            <a:endParaRPr b="0" i="0" sz="1400" u="none" cap="none" strike="noStrike">
              <a:solidFill>
                <a:srgbClr val="000000"/>
              </a:solidFill>
              <a:latin typeface="Arial"/>
              <a:ea typeface="Arial"/>
              <a:cs typeface="Arial"/>
              <a:sym typeface="Arial"/>
            </a:endParaRPr>
          </a:p>
        </p:txBody>
      </p:sp>
      <p:sp>
        <p:nvSpPr>
          <p:cNvPr id="1101" name="Google Shape;1101;p23"/>
          <p:cNvSpPr/>
          <p:nvPr/>
        </p:nvSpPr>
        <p:spPr>
          <a:xfrm>
            <a:off x="6629400" y="44196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1102" name="Google Shape;1102;p23"/>
          <p:cNvSpPr/>
          <p:nvPr/>
        </p:nvSpPr>
        <p:spPr>
          <a:xfrm>
            <a:off x="7086600" y="3505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3" name="Google Shape;1103;p23"/>
          <p:cNvSpPr/>
          <p:nvPr/>
        </p:nvSpPr>
        <p:spPr>
          <a:xfrm>
            <a:off x="2971800" y="35052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1104" name="Google Shape;1104;p23"/>
          <p:cNvSpPr/>
          <p:nvPr/>
        </p:nvSpPr>
        <p:spPr>
          <a:xfrm>
            <a:off x="3429000" y="3429000"/>
            <a:ext cx="36576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5" name="Google Shape;1105;p23"/>
          <p:cNvSpPr/>
          <p:nvPr/>
        </p:nvSpPr>
        <p:spPr>
          <a:xfrm>
            <a:off x="16002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400" u="none" cap="none" strike="noStrike">
                <a:solidFill>
                  <a:srgbClr val="003366"/>
                </a:solidFill>
                <a:latin typeface="Verdana"/>
                <a:ea typeface="Verdana"/>
                <a:cs typeface="Verdana"/>
                <a:sym typeface="Verdana"/>
              </a:rPr>
              <a:t>19</a:t>
            </a:r>
            <a:endParaRPr b="0" i="0" sz="400" u="none" cap="none" strike="noStrike">
              <a:solidFill>
                <a:srgbClr val="000000"/>
              </a:solidFill>
              <a:latin typeface="Arial"/>
              <a:ea typeface="Arial"/>
              <a:cs typeface="Arial"/>
              <a:sym typeface="Arial"/>
            </a:endParaRPr>
          </a:p>
        </p:txBody>
      </p:sp>
      <p:sp>
        <p:nvSpPr>
          <p:cNvPr id="1106" name="Google Shape;1106;p23"/>
          <p:cNvSpPr/>
          <p:nvPr/>
        </p:nvSpPr>
        <p:spPr>
          <a:xfrm>
            <a:off x="20574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400" u="none" cap="none" strike="noStrike">
                <a:solidFill>
                  <a:srgbClr val="003366"/>
                </a:solidFill>
                <a:latin typeface="Verdana"/>
                <a:ea typeface="Verdana"/>
                <a:cs typeface="Verdana"/>
                <a:sym typeface="Verdana"/>
              </a:rPr>
              <a:t>00</a:t>
            </a:r>
            <a:endParaRPr b="0" i="0" sz="400" u="none" cap="none" strike="noStrike">
              <a:solidFill>
                <a:srgbClr val="000000"/>
              </a:solidFill>
              <a:latin typeface="Arial"/>
              <a:ea typeface="Arial"/>
              <a:cs typeface="Arial"/>
              <a:sym typeface="Arial"/>
            </a:endParaRPr>
          </a:p>
        </p:txBody>
      </p:sp>
      <p:sp>
        <p:nvSpPr>
          <p:cNvPr id="1107" name="Google Shape;1107;p23"/>
          <p:cNvSpPr/>
          <p:nvPr/>
        </p:nvSpPr>
        <p:spPr>
          <a:xfrm>
            <a:off x="25146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400" u="none" cap="none" strike="noStrike">
                <a:solidFill>
                  <a:srgbClr val="003366"/>
                </a:solidFill>
                <a:latin typeface="Verdana"/>
                <a:ea typeface="Verdana"/>
                <a:cs typeface="Verdana"/>
                <a:sym typeface="Verdana"/>
              </a:rPr>
              <a:t>00</a:t>
            </a:r>
            <a:endParaRPr b="0" i="0" sz="400" u="none" cap="none" strike="noStrike">
              <a:solidFill>
                <a:srgbClr val="000000"/>
              </a:solidFill>
              <a:latin typeface="Arial"/>
              <a:ea typeface="Arial"/>
              <a:cs typeface="Arial"/>
              <a:sym typeface="Arial"/>
            </a:endParaRPr>
          </a:p>
        </p:txBody>
      </p:sp>
      <p:sp>
        <p:nvSpPr>
          <p:cNvPr id="1108" name="Google Shape;1108;p23"/>
          <p:cNvSpPr/>
          <p:nvPr/>
        </p:nvSpPr>
        <p:spPr>
          <a:xfrm>
            <a:off x="29718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400" u="none" cap="none" strike="noStrike">
                <a:solidFill>
                  <a:srgbClr val="003366"/>
                </a:solidFill>
                <a:latin typeface="Verdana"/>
                <a:ea typeface="Verdana"/>
                <a:cs typeface="Verdana"/>
                <a:sym typeface="Verdana"/>
              </a:rPr>
              <a:t>00</a:t>
            </a:r>
            <a:endParaRPr b="0" i="0" sz="400" u="none" cap="none" strike="noStrike">
              <a:solidFill>
                <a:srgbClr val="000000"/>
              </a:solidFill>
              <a:latin typeface="Arial"/>
              <a:ea typeface="Arial"/>
              <a:cs typeface="Arial"/>
              <a:sym typeface="Arial"/>
            </a:endParaRPr>
          </a:p>
        </p:txBody>
      </p:sp>
      <p:sp>
        <p:nvSpPr>
          <p:cNvPr id="1109" name="Google Shape;1109;p23"/>
          <p:cNvSpPr/>
          <p:nvPr/>
        </p:nvSpPr>
        <p:spPr>
          <a:xfrm>
            <a:off x="34290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200" u="none" cap="none" strike="noStrike">
                <a:solidFill>
                  <a:srgbClr val="003366"/>
                </a:solidFill>
                <a:latin typeface="Verdana"/>
                <a:ea typeface="Verdana"/>
                <a:cs typeface="Verdana"/>
                <a:sym typeface="Verdana"/>
              </a:rPr>
              <a:t>28</a:t>
            </a:r>
            <a:endParaRPr b="0" i="0" sz="200" u="none" cap="none" strike="noStrike">
              <a:solidFill>
                <a:srgbClr val="000000"/>
              </a:solidFill>
              <a:latin typeface="Arial"/>
              <a:ea typeface="Arial"/>
              <a:cs typeface="Arial"/>
              <a:sym typeface="Arial"/>
            </a:endParaRPr>
          </a:p>
        </p:txBody>
      </p:sp>
      <p:sp>
        <p:nvSpPr>
          <p:cNvPr id="1110" name="Google Shape;1110;p23"/>
          <p:cNvSpPr/>
          <p:nvPr/>
        </p:nvSpPr>
        <p:spPr>
          <a:xfrm>
            <a:off x="38862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200" u="none" cap="none" strike="noStrike">
                <a:solidFill>
                  <a:srgbClr val="003366"/>
                </a:solidFill>
                <a:latin typeface="Verdana"/>
                <a:ea typeface="Verdana"/>
                <a:cs typeface="Verdana"/>
                <a:sym typeface="Verdana"/>
              </a:rPr>
              <a:t>00</a:t>
            </a:r>
            <a:endParaRPr b="0" i="0" sz="200" u="none" cap="none" strike="noStrike">
              <a:solidFill>
                <a:srgbClr val="000000"/>
              </a:solidFill>
              <a:latin typeface="Arial"/>
              <a:ea typeface="Arial"/>
              <a:cs typeface="Arial"/>
              <a:sym typeface="Arial"/>
            </a:endParaRPr>
          </a:p>
        </p:txBody>
      </p:sp>
      <p:sp>
        <p:nvSpPr>
          <p:cNvPr id="1111" name="Google Shape;1111;p23"/>
          <p:cNvSpPr/>
          <p:nvPr/>
        </p:nvSpPr>
        <p:spPr>
          <a:xfrm>
            <a:off x="43434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200" u="none" cap="none" strike="noStrike">
                <a:solidFill>
                  <a:srgbClr val="003366"/>
                </a:solidFill>
                <a:latin typeface="Verdana"/>
                <a:ea typeface="Verdana"/>
                <a:cs typeface="Verdana"/>
                <a:sym typeface="Verdana"/>
              </a:rPr>
              <a:t>00</a:t>
            </a:r>
            <a:endParaRPr b="0" i="0" sz="200" u="none" cap="none" strike="noStrike">
              <a:solidFill>
                <a:srgbClr val="000000"/>
              </a:solidFill>
              <a:latin typeface="Arial"/>
              <a:ea typeface="Arial"/>
              <a:cs typeface="Arial"/>
              <a:sym typeface="Arial"/>
            </a:endParaRPr>
          </a:p>
        </p:txBody>
      </p:sp>
      <p:sp>
        <p:nvSpPr>
          <p:cNvPr id="1112" name="Google Shape;1112;p23"/>
          <p:cNvSpPr/>
          <p:nvPr/>
        </p:nvSpPr>
        <p:spPr>
          <a:xfrm>
            <a:off x="48006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200" u="none" cap="none" strike="noStrike">
                <a:solidFill>
                  <a:srgbClr val="003366"/>
                </a:solidFill>
                <a:latin typeface="Verdana"/>
                <a:ea typeface="Verdana"/>
                <a:cs typeface="Verdana"/>
                <a:sym typeface="Verdana"/>
              </a:rPr>
              <a:t>00</a:t>
            </a:r>
            <a:endParaRPr b="0" i="0" sz="200" u="none" cap="none" strike="noStrike">
              <a:solidFill>
                <a:srgbClr val="000000"/>
              </a:solidFill>
              <a:latin typeface="Arial"/>
              <a:ea typeface="Arial"/>
              <a:cs typeface="Arial"/>
              <a:sym typeface="Arial"/>
            </a:endParaRPr>
          </a:p>
        </p:txBody>
      </p:sp>
      <p:sp>
        <p:nvSpPr>
          <p:cNvPr id="1113" name="Google Shape;1113;p23"/>
          <p:cNvSpPr/>
          <p:nvPr/>
        </p:nvSpPr>
        <p:spPr>
          <a:xfrm>
            <a:off x="52578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200" u="none" cap="none" strike="noStrike">
                <a:solidFill>
                  <a:srgbClr val="003366"/>
                </a:solidFill>
                <a:latin typeface="Verdana"/>
                <a:ea typeface="Verdana"/>
                <a:cs typeface="Verdana"/>
                <a:sym typeface="Verdana"/>
              </a:rPr>
              <a:t>3A</a:t>
            </a:r>
            <a:endParaRPr b="0" i="0" sz="200" u="none" cap="none" strike="noStrike">
              <a:solidFill>
                <a:srgbClr val="000000"/>
              </a:solidFill>
              <a:latin typeface="Arial"/>
              <a:ea typeface="Arial"/>
              <a:cs typeface="Arial"/>
              <a:sym typeface="Arial"/>
            </a:endParaRPr>
          </a:p>
        </p:txBody>
      </p:sp>
      <p:sp>
        <p:nvSpPr>
          <p:cNvPr id="1114" name="Google Shape;1114;p23"/>
          <p:cNvSpPr/>
          <p:nvPr/>
        </p:nvSpPr>
        <p:spPr>
          <a:xfrm>
            <a:off x="57150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200" u="none" cap="none" strike="noStrike">
                <a:solidFill>
                  <a:srgbClr val="003366"/>
                </a:solidFill>
                <a:latin typeface="Verdana"/>
                <a:ea typeface="Verdana"/>
                <a:cs typeface="Verdana"/>
                <a:sym typeface="Verdana"/>
              </a:rPr>
              <a:t>00</a:t>
            </a:r>
            <a:endParaRPr b="0" i="0" sz="200" u="none" cap="none" strike="noStrike">
              <a:solidFill>
                <a:srgbClr val="000000"/>
              </a:solidFill>
              <a:latin typeface="Arial"/>
              <a:ea typeface="Arial"/>
              <a:cs typeface="Arial"/>
              <a:sym typeface="Arial"/>
            </a:endParaRPr>
          </a:p>
        </p:txBody>
      </p:sp>
      <p:sp>
        <p:nvSpPr>
          <p:cNvPr id="1115" name="Google Shape;1115;p23"/>
          <p:cNvSpPr/>
          <p:nvPr/>
        </p:nvSpPr>
        <p:spPr>
          <a:xfrm>
            <a:off x="61722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200" u="none" cap="none" strike="noStrike">
                <a:solidFill>
                  <a:srgbClr val="003366"/>
                </a:solidFill>
                <a:latin typeface="Verdana"/>
                <a:ea typeface="Verdana"/>
                <a:cs typeface="Verdana"/>
                <a:sym typeface="Verdana"/>
              </a:rPr>
              <a:t>00</a:t>
            </a:r>
            <a:endParaRPr b="0" i="0" sz="200" u="none" cap="none" strike="noStrike">
              <a:solidFill>
                <a:srgbClr val="000000"/>
              </a:solidFill>
              <a:latin typeface="Arial"/>
              <a:ea typeface="Arial"/>
              <a:cs typeface="Arial"/>
              <a:sym typeface="Arial"/>
            </a:endParaRPr>
          </a:p>
        </p:txBody>
      </p:sp>
      <p:sp>
        <p:nvSpPr>
          <p:cNvPr id="1116" name="Google Shape;1116;p23"/>
          <p:cNvSpPr/>
          <p:nvPr/>
        </p:nvSpPr>
        <p:spPr>
          <a:xfrm>
            <a:off x="66294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200" u="none" cap="none" strike="noStrike">
                <a:solidFill>
                  <a:srgbClr val="003366"/>
                </a:solidFill>
                <a:latin typeface="Verdana"/>
                <a:ea typeface="Verdana"/>
                <a:cs typeface="Verdana"/>
                <a:sym typeface="Verdana"/>
              </a:rPr>
              <a:t>00</a:t>
            </a:r>
            <a:endParaRPr b="0" i="0" sz="200" u="none" cap="none" strike="noStrike">
              <a:solidFill>
                <a:srgbClr val="000000"/>
              </a:solidFill>
              <a:latin typeface="Arial"/>
              <a:ea typeface="Arial"/>
              <a:cs typeface="Arial"/>
              <a:sym typeface="Arial"/>
            </a:endParaRPr>
          </a:p>
        </p:txBody>
      </p:sp>
      <p:cxnSp>
        <p:nvCxnSpPr>
          <p:cNvPr id="1117" name="Google Shape;1117;p23"/>
          <p:cNvCxnSpPr/>
          <p:nvPr/>
        </p:nvCxnSpPr>
        <p:spPr>
          <a:xfrm rot="-5400000">
            <a:off x="3239293" y="4456906"/>
            <a:ext cx="838200" cy="1587"/>
          </a:xfrm>
          <a:prstGeom prst="straightConnector1">
            <a:avLst/>
          </a:prstGeom>
          <a:noFill/>
          <a:ln cap="flat" cmpd="sng" w="38100">
            <a:solidFill>
              <a:srgbClr val="DD8443"/>
            </a:solidFill>
            <a:prstDash val="solid"/>
            <a:miter lim="800000"/>
            <a:headEnd len="sm" w="sm" type="none"/>
            <a:tailEnd len="med" w="med" type="stealth"/>
          </a:ln>
        </p:spPr>
      </p:cxnSp>
      <p:cxnSp>
        <p:nvCxnSpPr>
          <p:cNvPr id="1118" name="Google Shape;1118;p23"/>
          <p:cNvCxnSpPr/>
          <p:nvPr/>
        </p:nvCxnSpPr>
        <p:spPr>
          <a:xfrm>
            <a:off x="5486400" y="4648200"/>
            <a:ext cx="685800" cy="1587"/>
          </a:xfrm>
          <a:prstGeom prst="straightConnector1">
            <a:avLst/>
          </a:prstGeom>
          <a:noFill/>
          <a:ln cap="flat" cmpd="sng" w="38100">
            <a:solidFill>
              <a:srgbClr val="DD8443"/>
            </a:solidFill>
            <a:prstDash val="solid"/>
            <a:miter lim="800000"/>
            <a:headEnd len="sm" w="sm" type="none"/>
            <a:tailEnd len="med" w="med" type="stealth"/>
          </a:ln>
        </p:spPr>
      </p:cxnSp>
      <p:sp>
        <p:nvSpPr>
          <p:cNvPr id="1119" name="Google Shape;1119;p23"/>
          <p:cNvSpPr/>
          <p:nvPr/>
        </p:nvSpPr>
        <p:spPr>
          <a:xfrm>
            <a:off x="3417195" y="53340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20" name="Google Shape;1120;p23"/>
          <p:cNvSpPr/>
          <p:nvPr/>
        </p:nvSpPr>
        <p:spPr>
          <a:xfrm>
            <a:off x="5257800" y="5343405"/>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21" name="Google Shape;1121;p23"/>
          <p:cNvSpPr/>
          <p:nvPr/>
        </p:nvSpPr>
        <p:spPr>
          <a:xfrm>
            <a:off x="1618050" y="5333988"/>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3"/>
                                        </p:tgtEl>
                                        <p:attrNameLst>
                                          <p:attrName>style.visibility</p:attrName>
                                        </p:attrNameLst>
                                      </p:cBhvr>
                                      <p:to>
                                        <p:strVal val="visible"/>
                                      </p:to>
                                    </p:set>
                                    <p:animEffect filter="fade" transition="in">
                                      <p:cBhvr>
                                        <p:cTn dur="500"/>
                                        <p:tgtEl>
                                          <p:spTgt spid="1013"/>
                                        </p:tgtEl>
                                      </p:cBhvr>
                                    </p:animEffect>
                                  </p:childTnLst>
                                </p:cTn>
                              </p:par>
                              <p:par>
                                <p:cTn fill="hold" nodeType="withEffect" presetClass="entr" presetID="10" presetSubtype="0">
                                  <p:stCondLst>
                                    <p:cond delay="0"/>
                                  </p:stCondLst>
                                  <p:childTnLst>
                                    <p:set>
                                      <p:cBhvr>
                                        <p:cTn dur="1" fill="hold">
                                          <p:stCondLst>
                                            <p:cond delay="0"/>
                                          </p:stCondLst>
                                        </p:cTn>
                                        <p:tgtEl>
                                          <p:spTgt spid="1014"/>
                                        </p:tgtEl>
                                        <p:attrNameLst>
                                          <p:attrName>style.visibility</p:attrName>
                                        </p:attrNameLst>
                                      </p:cBhvr>
                                      <p:to>
                                        <p:strVal val="visible"/>
                                      </p:to>
                                    </p:set>
                                    <p:animEffect filter="fade" transition="in">
                                      <p:cBhvr>
                                        <p:cTn dur="500"/>
                                        <p:tgtEl>
                                          <p:spTgt spid="1014"/>
                                        </p:tgtEl>
                                      </p:cBhvr>
                                    </p:animEffect>
                                  </p:childTnLst>
                                </p:cTn>
                              </p:par>
                              <p:par>
                                <p:cTn fill="hold" nodeType="with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500"/>
                                        <p:tgtEl>
                                          <p:spTgt spid="1015"/>
                                        </p:tgtEl>
                                      </p:cBhvr>
                                    </p:animEffect>
                                  </p:childTnLst>
                                </p:cTn>
                              </p:par>
                              <p:par>
                                <p:cTn fill="hold" nodeType="withEffect" presetClass="entr" presetID="10" presetSubtype="0">
                                  <p:stCondLst>
                                    <p:cond delay="0"/>
                                  </p:stCondLst>
                                  <p:childTnLst>
                                    <p:set>
                                      <p:cBhvr>
                                        <p:cTn dur="1" fill="hold">
                                          <p:stCondLst>
                                            <p:cond delay="0"/>
                                          </p:stCondLst>
                                        </p:cTn>
                                        <p:tgtEl>
                                          <p:spTgt spid="1016"/>
                                        </p:tgtEl>
                                        <p:attrNameLst>
                                          <p:attrName>style.visibility</p:attrName>
                                        </p:attrNameLst>
                                      </p:cBhvr>
                                      <p:to>
                                        <p:strVal val="visible"/>
                                      </p:to>
                                    </p:set>
                                    <p:animEffect filter="fade" transition="in">
                                      <p:cBhvr>
                                        <p:cTn dur="500"/>
                                        <p:tgtEl>
                                          <p:spTgt spid="1016"/>
                                        </p:tgtEl>
                                      </p:cBhvr>
                                    </p:animEffect>
                                  </p:childTnLst>
                                </p:cTn>
                              </p:par>
                              <p:par>
                                <p:cTn fill="hold" nodeType="withEffect" presetClass="entr" presetID="10" presetSubtype="0">
                                  <p:stCondLst>
                                    <p:cond delay="0"/>
                                  </p:stCondLst>
                                  <p:childTnLst>
                                    <p:set>
                                      <p:cBhvr>
                                        <p:cTn dur="1" fill="hold">
                                          <p:stCondLst>
                                            <p:cond delay="0"/>
                                          </p:stCondLst>
                                        </p:cTn>
                                        <p:tgtEl>
                                          <p:spTgt spid="1017"/>
                                        </p:tgtEl>
                                        <p:attrNameLst>
                                          <p:attrName>style.visibility</p:attrName>
                                        </p:attrNameLst>
                                      </p:cBhvr>
                                      <p:to>
                                        <p:strVal val="visible"/>
                                      </p:to>
                                    </p:set>
                                    <p:animEffect filter="fade" transition="in">
                                      <p:cBhvr>
                                        <p:cTn dur="500"/>
                                        <p:tgtEl>
                                          <p:spTgt spid="1017"/>
                                        </p:tgtEl>
                                      </p:cBhvr>
                                    </p:animEffect>
                                  </p:childTnLst>
                                </p:cTn>
                              </p:par>
                              <p:par>
                                <p:cTn fill="hold" nodeType="withEffect" presetClass="entr" presetID="10" presetSubtype="0">
                                  <p:stCondLst>
                                    <p:cond delay="0"/>
                                  </p:stCondLst>
                                  <p:childTnLst>
                                    <p:set>
                                      <p:cBhvr>
                                        <p:cTn dur="1" fill="hold">
                                          <p:stCondLst>
                                            <p:cond delay="0"/>
                                          </p:stCondLst>
                                        </p:cTn>
                                        <p:tgtEl>
                                          <p:spTgt spid="1018"/>
                                        </p:tgtEl>
                                        <p:attrNameLst>
                                          <p:attrName>style.visibility</p:attrName>
                                        </p:attrNameLst>
                                      </p:cBhvr>
                                      <p:to>
                                        <p:strVal val="visible"/>
                                      </p:to>
                                    </p:set>
                                    <p:animEffect filter="fade" transition="in">
                                      <p:cBhvr>
                                        <p:cTn dur="500"/>
                                        <p:tgtEl>
                                          <p:spTgt spid="1018"/>
                                        </p:tgtEl>
                                      </p:cBhvr>
                                    </p:animEffect>
                                  </p:childTnLst>
                                </p:cTn>
                              </p:par>
                              <p:par>
                                <p:cTn fill="hold" nodeType="withEffect" presetClass="entr" presetID="10" presetSubtype="0">
                                  <p:stCondLst>
                                    <p:cond delay="0"/>
                                  </p:stCondLst>
                                  <p:childTnLst>
                                    <p:set>
                                      <p:cBhvr>
                                        <p:cTn dur="1" fill="hold">
                                          <p:stCondLst>
                                            <p:cond delay="0"/>
                                          </p:stCondLst>
                                        </p:cTn>
                                        <p:tgtEl>
                                          <p:spTgt spid="1019"/>
                                        </p:tgtEl>
                                        <p:attrNameLst>
                                          <p:attrName>style.visibility</p:attrName>
                                        </p:attrNameLst>
                                      </p:cBhvr>
                                      <p:to>
                                        <p:strVal val="visible"/>
                                      </p:to>
                                    </p:set>
                                    <p:animEffect filter="fade" transition="in">
                                      <p:cBhvr>
                                        <p:cTn dur="500"/>
                                        <p:tgtEl>
                                          <p:spTgt spid="1019"/>
                                        </p:tgtEl>
                                      </p:cBhvr>
                                    </p:animEffect>
                                  </p:childTnLst>
                                </p:cTn>
                              </p:par>
                              <p:par>
                                <p:cTn fill="hold" nodeType="withEffect" presetClass="entr" presetID="10" presetSubtype="0">
                                  <p:stCondLst>
                                    <p:cond delay="0"/>
                                  </p:stCondLst>
                                  <p:childTnLst>
                                    <p:set>
                                      <p:cBhvr>
                                        <p:cTn dur="1" fill="hold">
                                          <p:stCondLst>
                                            <p:cond delay="0"/>
                                          </p:stCondLst>
                                        </p:cTn>
                                        <p:tgtEl>
                                          <p:spTgt spid="1020"/>
                                        </p:tgtEl>
                                        <p:attrNameLst>
                                          <p:attrName>style.visibility</p:attrName>
                                        </p:attrNameLst>
                                      </p:cBhvr>
                                      <p:to>
                                        <p:strVal val="visible"/>
                                      </p:to>
                                    </p:set>
                                    <p:animEffect filter="fade" transition="in">
                                      <p:cBhvr>
                                        <p:cTn dur="500"/>
                                        <p:tgtEl>
                                          <p:spTgt spid="1020"/>
                                        </p:tgtEl>
                                      </p:cBhvr>
                                    </p:animEffect>
                                  </p:childTnLst>
                                </p:cTn>
                              </p:par>
                              <p:par>
                                <p:cTn fill="hold" nodeType="withEffect" presetClass="entr" presetID="10" presetSubtype="0">
                                  <p:stCondLst>
                                    <p:cond delay="0"/>
                                  </p:stCondLst>
                                  <p:childTnLst>
                                    <p:set>
                                      <p:cBhvr>
                                        <p:cTn dur="1" fill="hold">
                                          <p:stCondLst>
                                            <p:cond delay="0"/>
                                          </p:stCondLst>
                                        </p:cTn>
                                        <p:tgtEl>
                                          <p:spTgt spid="1021"/>
                                        </p:tgtEl>
                                        <p:attrNameLst>
                                          <p:attrName>style.visibility</p:attrName>
                                        </p:attrNameLst>
                                      </p:cBhvr>
                                      <p:to>
                                        <p:strVal val="visible"/>
                                      </p:to>
                                    </p:set>
                                    <p:animEffect filter="fade" transition="in">
                                      <p:cBhvr>
                                        <p:cTn dur="500"/>
                                        <p:tgtEl>
                                          <p:spTgt spid="1021"/>
                                        </p:tgtEl>
                                      </p:cBhvr>
                                    </p:animEffect>
                                  </p:childTnLst>
                                </p:cTn>
                              </p:par>
                              <p:par>
                                <p:cTn fill="hold" nodeType="withEffect" presetClass="entr" presetID="10" presetSubtype="0">
                                  <p:stCondLst>
                                    <p:cond delay="0"/>
                                  </p:stCondLst>
                                  <p:childTnLst>
                                    <p:set>
                                      <p:cBhvr>
                                        <p:cTn dur="1" fill="hold">
                                          <p:stCondLst>
                                            <p:cond delay="0"/>
                                          </p:stCondLst>
                                        </p:cTn>
                                        <p:tgtEl>
                                          <p:spTgt spid="1022"/>
                                        </p:tgtEl>
                                        <p:attrNameLst>
                                          <p:attrName>style.visibility</p:attrName>
                                        </p:attrNameLst>
                                      </p:cBhvr>
                                      <p:to>
                                        <p:strVal val="visible"/>
                                      </p:to>
                                    </p:set>
                                    <p:animEffect filter="fade" transition="in">
                                      <p:cBhvr>
                                        <p:cTn dur="500"/>
                                        <p:tgtEl>
                                          <p:spTgt spid="1022"/>
                                        </p:tgtEl>
                                      </p:cBhvr>
                                    </p:animEffect>
                                  </p:childTnLst>
                                </p:cTn>
                              </p:par>
                              <p:par>
                                <p:cTn fill="hold" nodeType="withEffect" presetClass="entr" presetID="10" presetSubtype="0">
                                  <p:stCondLst>
                                    <p:cond delay="0"/>
                                  </p:stCondLst>
                                  <p:childTnLst>
                                    <p:set>
                                      <p:cBhvr>
                                        <p:cTn dur="1" fill="hold">
                                          <p:stCondLst>
                                            <p:cond delay="0"/>
                                          </p:stCondLst>
                                        </p:cTn>
                                        <p:tgtEl>
                                          <p:spTgt spid="1023"/>
                                        </p:tgtEl>
                                        <p:attrNameLst>
                                          <p:attrName>style.visibility</p:attrName>
                                        </p:attrNameLst>
                                      </p:cBhvr>
                                      <p:to>
                                        <p:strVal val="visible"/>
                                      </p:to>
                                    </p:set>
                                    <p:animEffect filter="fade" transition="in">
                                      <p:cBhvr>
                                        <p:cTn dur="500"/>
                                        <p:tgtEl>
                                          <p:spTgt spid="1023"/>
                                        </p:tgtEl>
                                      </p:cBhvr>
                                    </p:animEffect>
                                  </p:childTnLst>
                                </p:cTn>
                              </p:par>
                              <p:par>
                                <p:cTn fill="hold" nodeType="withEffect" presetClass="entr" presetID="10" presetSubtype="0">
                                  <p:stCondLst>
                                    <p:cond delay="0"/>
                                  </p:stCondLst>
                                  <p:childTnLst>
                                    <p:set>
                                      <p:cBhvr>
                                        <p:cTn dur="1" fill="hold">
                                          <p:stCondLst>
                                            <p:cond delay="0"/>
                                          </p:stCondLst>
                                        </p:cTn>
                                        <p:tgtEl>
                                          <p:spTgt spid="1024"/>
                                        </p:tgtEl>
                                        <p:attrNameLst>
                                          <p:attrName>style.visibility</p:attrName>
                                        </p:attrNameLst>
                                      </p:cBhvr>
                                      <p:to>
                                        <p:strVal val="visible"/>
                                      </p:to>
                                    </p:set>
                                    <p:animEffect filter="fade" transition="in">
                                      <p:cBhvr>
                                        <p:cTn dur="500"/>
                                        <p:tgtEl>
                                          <p:spTgt spid="1024"/>
                                        </p:tgtEl>
                                      </p:cBhvr>
                                    </p:animEffect>
                                  </p:childTnLst>
                                </p:cTn>
                              </p:par>
                              <p:par>
                                <p:cTn fill="hold" nodeType="withEffect" presetClass="entr" presetID="10" presetSubtype="0">
                                  <p:stCondLst>
                                    <p:cond delay="0"/>
                                  </p:stCondLst>
                                  <p:childTnLst>
                                    <p:set>
                                      <p:cBhvr>
                                        <p:cTn dur="1" fill="hold">
                                          <p:stCondLst>
                                            <p:cond delay="0"/>
                                          </p:stCondLst>
                                        </p:cTn>
                                        <p:tgtEl>
                                          <p:spTgt spid="1025"/>
                                        </p:tgtEl>
                                        <p:attrNameLst>
                                          <p:attrName>style.visibility</p:attrName>
                                        </p:attrNameLst>
                                      </p:cBhvr>
                                      <p:to>
                                        <p:strVal val="visible"/>
                                      </p:to>
                                    </p:set>
                                    <p:animEffect filter="fade" transition="in">
                                      <p:cBhvr>
                                        <p:cTn dur="500"/>
                                        <p:tgtEl>
                                          <p:spTgt spid="1025"/>
                                        </p:tgtEl>
                                      </p:cBhvr>
                                    </p:animEffect>
                                  </p:childTnLst>
                                </p:cTn>
                              </p:par>
                              <p:par>
                                <p:cTn fill="hold" nodeType="withEffect" presetClass="entr" presetID="10" presetSubtype="0">
                                  <p:stCondLst>
                                    <p:cond delay="0"/>
                                  </p:stCondLst>
                                  <p:childTnLst>
                                    <p:set>
                                      <p:cBhvr>
                                        <p:cTn dur="1" fill="hold">
                                          <p:stCondLst>
                                            <p:cond delay="0"/>
                                          </p:stCondLst>
                                        </p:cTn>
                                        <p:tgtEl>
                                          <p:spTgt spid="1026"/>
                                        </p:tgtEl>
                                        <p:attrNameLst>
                                          <p:attrName>style.visibility</p:attrName>
                                        </p:attrNameLst>
                                      </p:cBhvr>
                                      <p:to>
                                        <p:strVal val="visible"/>
                                      </p:to>
                                    </p:set>
                                    <p:animEffect filter="fade" transition="in">
                                      <p:cBhvr>
                                        <p:cTn dur="500"/>
                                        <p:tgtEl>
                                          <p:spTgt spid="1026"/>
                                        </p:tgtEl>
                                      </p:cBhvr>
                                    </p:animEffect>
                                  </p:childTnLst>
                                </p:cTn>
                              </p:par>
                              <p:par>
                                <p:cTn fill="hold" nodeType="withEffect" presetClass="entr" presetID="10" presetSubtype="0">
                                  <p:stCondLst>
                                    <p:cond delay="0"/>
                                  </p:stCondLst>
                                  <p:childTnLst>
                                    <p:set>
                                      <p:cBhvr>
                                        <p:cTn dur="1" fill="hold">
                                          <p:stCondLst>
                                            <p:cond delay="0"/>
                                          </p:stCondLst>
                                        </p:cTn>
                                        <p:tgtEl>
                                          <p:spTgt spid="1027"/>
                                        </p:tgtEl>
                                        <p:attrNameLst>
                                          <p:attrName>style.visibility</p:attrName>
                                        </p:attrNameLst>
                                      </p:cBhvr>
                                      <p:to>
                                        <p:strVal val="visible"/>
                                      </p:to>
                                    </p:set>
                                    <p:animEffect filter="fade" transition="in">
                                      <p:cBhvr>
                                        <p:cTn dur="500"/>
                                        <p:tgtEl>
                                          <p:spTgt spid="1027"/>
                                        </p:tgtEl>
                                      </p:cBhvr>
                                    </p:animEffect>
                                  </p:childTnLst>
                                </p:cTn>
                              </p:par>
                              <p:par>
                                <p:cTn fill="hold" nodeType="withEffect" presetClass="entr" presetID="10" presetSubtype="0">
                                  <p:stCondLst>
                                    <p:cond delay="0"/>
                                  </p:stCondLst>
                                  <p:childTnLst>
                                    <p:set>
                                      <p:cBhvr>
                                        <p:cTn dur="1" fill="hold">
                                          <p:stCondLst>
                                            <p:cond delay="0"/>
                                          </p:stCondLst>
                                        </p:cTn>
                                        <p:tgtEl>
                                          <p:spTgt spid="1028"/>
                                        </p:tgtEl>
                                        <p:attrNameLst>
                                          <p:attrName>style.visibility</p:attrName>
                                        </p:attrNameLst>
                                      </p:cBhvr>
                                      <p:to>
                                        <p:strVal val="visible"/>
                                      </p:to>
                                    </p:set>
                                    <p:animEffect filter="fade" transition="in">
                                      <p:cBhvr>
                                        <p:cTn dur="500"/>
                                        <p:tgtEl>
                                          <p:spTgt spid="1028"/>
                                        </p:tgtEl>
                                      </p:cBhvr>
                                    </p:animEffect>
                                  </p:childTnLst>
                                </p:cTn>
                              </p:par>
                              <p:par>
                                <p:cTn fill="hold" nodeType="withEffect" presetClass="entr" presetID="10" presetSubtype="0">
                                  <p:stCondLst>
                                    <p:cond delay="0"/>
                                  </p:stCondLst>
                                  <p:childTnLst>
                                    <p:set>
                                      <p:cBhvr>
                                        <p:cTn dur="1" fill="hold">
                                          <p:stCondLst>
                                            <p:cond delay="0"/>
                                          </p:stCondLst>
                                        </p:cTn>
                                        <p:tgtEl>
                                          <p:spTgt spid="1030"/>
                                        </p:tgtEl>
                                        <p:attrNameLst>
                                          <p:attrName>style.visibility</p:attrName>
                                        </p:attrNameLst>
                                      </p:cBhvr>
                                      <p:to>
                                        <p:strVal val="visible"/>
                                      </p:to>
                                    </p:set>
                                    <p:animEffect filter="fade" transition="in">
                                      <p:cBhvr>
                                        <p:cTn dur="500"/>
                                        <p:tgtEl>
                                          <p:spTgt spid="1030"/>
                                        </p:tgtEl>
                                      </p:cBhvr>
                                    </p:animEffect>
                                  </p:childTnLst>
                                </p:cTn>
                              </p:par>
                              <p:par>
                                <p:cTn fill="hold" nodeType="withEffect" presetClass="entr" presetID="10" presetSubtype="0">
                                  <p:stCondLst>
                                    <p:cond delay="0"/>
                                  </p:stCondLst>
                                  <p:childTnLst>
                                    <p:set>
                                      <p:cBhvr>
                                        <p:cTn dur="1" fill="hold">
                                          <p:stCondLst>
                                            <p:cond delay="0"/>
                                          </p:stCondLst>
                                        </p:cTn>
                                        <p:tgtEl>
                                          <p:spTgt spid="1031"/>
                                        </p:tgtEl>
                                        <p:attrNameLst>
                                          <p:attrName>style.visibility</p:attrName>
                                        </p:attrNameLst>
                                      </p:cBhvr>
                                      <p:to>
                                        <p:strVal val="visible"/>
                                      </p:to>
                                    </p:set>
                                    <p:animEffect filter="fade" transition="in">
                                      <p:cBhvr>
                                        <p:cTn dur="500"/>
                                        <p:tgtEl>
                                          <p:spTgt spid="1031"/>
                                        </p:tgtEl>
                                      </p:cBhvr>
                                    </p:animEffect>
                                  </p:childTnLst>
                                </p:cTn>
                              </p:par>
                              <p:par>
                                <p:cTn fill="hold" nodeType="withEffect" presetClass="entr" presetID="10" presetSubtype="0">
                                  <p:stCondLst>
                                    <p:cond delay="0"/>
                                  </p:stCondLst>
                                  <p:childTnLst>
                                    <p:set>
                                      <p:cBhvr>
                                        <p:cTn dur="1" fill="hold">
                                          <p:stCondLst>
                                            <p:cond delay="0"/>
                                          </p:stCondLst>
                                        </p:cTn>
                                        <p:tgtEl>
                                          <p:spTgt spid="1032"/>
                                        </p:tgtEl>
                                        <p:attrNameLst>
                                          <p:attrName>style.visibility</p:attrName>
                                        </p:attrNameLst>
                                      </p:cBhvr>
                                      <p:to>
                                        <p:strVal val="visible"/>
                                      </p:to>
                                    </p:set>
                                    <p:animEffect filter="fade" transition="in">
                                      <p:cBhvr>
                                        <p:cTn dur="500"/>
                                        <p:tgtEl>
                                          <p:spTgt spid="1032"/>
                                        </p:tgtEl>
                                      </p:cBhvr>
                                    </p:animEffect>
                                  </p:childTnLst>
                                </p:cTn>
                              </p:par>
                              <p:par>
                                <p:cTn fill="hold" nodeType="withEffect" presetClass="entr" presetID="10" presetSubtype="0">
                                  <p:stCondLst>
                                    <p:cond delay="0"/>
                                  </p:stCondLst>
                                  <p:childTnLst>
                                    <p:set>
                                      <p:cBhvr>
                                        <p:cTn dur="1" fill="hold">
                                          <p:stCondLst>
                                            <p:cond delay="0"/>
                                          </p:stCondLst>
                                        </p:cTn>
                                        <p:tgtEl>
                                          <p:spTgt spid="1033"/>
                                        </p:tgtEl>
                                        <p:attrNameLst>
                                          <p:attrName>style.visibility</p:attrName>
                                        </p:attrNameLst>
                                      </p:cBhvr>
                                      <p:to>
                                        <p:strVal val="visible"/>
                                      </p:to>
                                    </p:set>
                                    <p:animEffect filter="fade" transition="in">
                                      <p:cBhvr>
                                        <p:cTn dur="500"/>
                                        <p:tgtEl>
                                          <p:spTgt spid="1033"/>
                                        </p:tgtEl>
                                      </p:cBhvr>
                                    </p:animEffect>
                                  </p:childTnLst>
                                </p:cTn>
                              </p:par>
                              <p:par>
                                <p:cTn fill="hold" nodeType="withEffect" presetClass="entr" presetID="10" presetSubtype="0">
                                  <p:stCondLst>
                                    <p:cond delay="0"/>
                                  </p:stCondLst>
                                  <p:childTnLst>
                                    <p:set>
                                      <p:cBhvr>
                                        <p:cTn dur="1" fill="hold">
                                          <p:stCondLst>
                                            <p:cond delay="0"/>
                                          </p:stCondLst>
                                        </p:cTn>
                                        <p:tgtEl>
                                          <p:spTgt spid="1034"/>
                                        </p:tgtEl>
                                        <p:attrNameLst>
                                          <p:attrName>style.visibility</p:attrName>
                                        </p:attrNameLst>
                                      </p:cBhvr>
                                      <p:to>
                                        <p:strVal val="visible"/>
                                      </p:to>
                                    </p:set>
                                    <p:animEffect filter="fade" transition="in">
                                      <p:cBhvr>
                                        <p:cTn dur="500"/>
                                        <p:tgtEl>
                                          <p:spTgt spid="1034"/>
                                        </p:tgtEl>
                                      </p:cBhvr>
                                    </p:animEffect>
                                  </p:childTnLst>
                                </p:cTn>
                              </p:par>
                              <p:par>
                                <p:cTn fill="hold" nodeType="withEffect" presetClass="entr" presetID="10" presetSubtype="0">
                                  <p:stCondLst>
                                    <p:cond delay="0"/>
                                  </p:stCondLst>
                                  <p:childTnLst>
                                    <p:set>
                                      <p:cBhvr>
                                        <p:cTn dur="1" fill="hold">
                                          <p:stCondLst>
                                            <p:cond delay="0"/>
                                          </p:stCondLst>
                                        </p:cTn>
                                        <p:tgtEl>
                                          <p:spTgt spid="1035"/>
                                        </p:tgtEl>
                                        <p:attrNameLst>
                                          <p:attrName>style.visibility</p:attrName>
                                        </p:attrNameLst>
                                      </p:cBhvr>
                                      <p:to>
                                        <p:strVal val="visible"/>
                                      </p:to>
                                    </p:set>
                                    <p:animEffect filter="fade" transition="in">
                                      <p:cBhvr>
                                        <p:cTn dur="500"/>
                                        <p:tgtEl>
                                          <p:spTgt spid="1035"/>
                                        </p:tgtEl>
                                      </p:cBhvr>
                                    </p:animEffect>
                                  </p:childTnLst>
                                </p:cTn>
                              </p:par>
                              <p:par>
                                <p:cTn fill="hold" nodeType="withEffect" presetClass="entr" presetID="10" presetSubtype="0">
                                  <p:stCondLst>
                                    <p:cond delay="0"/>
                                  </p:stCondLst>
                                  <p:childTnLst>
                                    <p:set>
                                      <p:cBhvr>
                                        <p:cTn dur="1" fill="hold">
                                          <p:stCondLst>
                                            <p:cond delay="0"/>
                                          </p:stCondLst>
                                        </p:cTn>
                                        <p:tgtEl>
                                          <p:spTgt spid="1036"/>
                                        </p:tgtEl>
                                        <p:attrNameLst>
                                          <p:attrName>style.visibility</p:attrName>
                                        </p:attrNameLst>
                                      </p:cBhvr>
                                      <p:to>
                                        <p:strVal val="visible"/>
                                      </p:to>
                                    </p:set>
                                    <p:animEffect filter="fade" transition="in">
                                      <p:cBhvr>
                                        <p:cTn dur="500"/>
                                        <p:tgtEl>
                                          <p:spTgt spid="1036"/>
                                        </p:tgtEl>
                                      </p:cBhvr>
                                    </p:animEffect>
                                  </p:childTnLst>
                                </p:cTn>
                              </p:par>
                              <p:par>
                                <p:cTn fill="hold" nodeType="withEffect" presetClass="entr" presetID="10" presetSubtype="0">
                                  <p:stCondLst>
                                    <p:cond delay="0"/>
                                  </p:stCondLst>
                                  <p:childTnLst>
                                    <p:set>
                                      <p:cBhvr>
                                        <p:cTn dur="1" fill="hold">
                                          <p:stCondLst>
                                            <p:cond delay="0"/>
                                          </p:stCondLst>
                                        </p:cTn>
                                        <p:tgtEl>
                                          <p:spTgt spid="1037"/>
                                        </p:tgtEl>
                                        <p:attrNameLst>
                                          <p:attrName>style.visibility</p:attrName>
                                        </p:attrNameLst>
                                      </p:cBhvr>
                                      <p:to>
                                        <p:strVal val="visible"/>
                                      </p:to>
                                    </p:set>
                                    <p:animEffect filter="fade" transition="in">
                                      <p:cBhvr>
                                        <p:cTn dur="500"/>
                                        <p:tgtEl>
                                          <p:spTgt spid="1037"/>
                                        </p:tgtEl>
                                      </p:cBhvr>
                                    </p:animEffect>
                                  </p:childTnLst>
                                </p:cTn>
                              </p:par>
                              <p:par>
                                <p:cTn fill="hold" nodeType="withEffect" presetClass="entr" presetID="10" presetSubtype="0">
                                  <p:stCondLst>
                                    <p:cond delay="0"/>
                                  </p:stCondLst>
                                  <p:childTnLst>
                                    <p:set>
                                      <p:cBhvr>
                                        <p:cTn dur="1" fill="hold">
                                          <p:stCondLst>
                                            <p:cond delay="0"/>
                                          </p:stCondLst>
                                        </p:cTn>
                                        <p:tgtEl>
                                          <p:spTgt spid="1038"/>
                                        </p:tgtEl>
                                        <p:attrNameLst>
                                          <p:attrName>style.visibility</p:attrName>
                                        </p:attrNameLst>
                                      </p:cBhvr>
                                      <p:to>
                                        <p:strVal val="visible"/>
                                      </p:to>
                                    </p:set>
                                    <p:animEffect filter="fade" transition="in">
                                      <p:cBhvr>
                                        <p:cTn dur="500"/>
                                        <p:tgtEl>
                                          <p:spTgt spid="1038"/>
                                        </p:tgtEl>
                                      </p:cBhvr>
                                    </p:animEffect>
                                  </p:childTnLst>
                                </p:cTn>
                              </p:par>
                              <p:par>
                                <p:cTn fill="hold" nodeType="withEffect" presetClass="entr" presetID="10" presetSubtype="0">
                                  <p:stCondLst>
                                    <p:cond delay="0"/>
                                  </p:stCondLst>
                                  <p:childTnLst>
                                    <p:set>
                                      <p:cBhvr>
                                        <p:cTn dur="1" fill="hold">
                                          <p:stCondLst>
                                            <p:cond delay="0"/>
                                          </p:stCondLst>
                                        </p:cTn>
                                        <p:tgtEl>
                                          <p:spTgt spid="1039"/>
                                        </p:tgtEl>
                                        <p:attrNameLst>
                                          <p:attrName>style.visibility</p:attrName>
                                        </p:attrNameLst>
                                      </p:cBhvr>
                                      <p:to>
                                        <p:strVal val="visible"/>
                                      </p:to>
                                    </p:set>
                                    <p:animEffect filter="fade" transition="in">
                                      <p:cBhvr>
                                        <p:cTn dur="500"/>
                                        <p:tgtEl>
                                          <p:spTgt spid="1039"/>
                                        </p:tgtEl>
                                      </p:cBhvr>
                                    </p:animEffect>
                                  </p:childTnLst>
                                </p:cTn>
                              </p:par>
                              <p:par>
                                <p:cTn fill="hold" nodeType="with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500"/>
                                        <p:tgtEl>
                                          <p:spTgt spid="1040"/>
                                        </p:tgtEl>
                                      </p:cBhvr>
                                    </p:animEffect>
                                  </p:childTnLst>
                                </p:cTn>
                              </p:par>
                              <p:par>
                                <p:cTn fill="hold" nodeType="with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500"/>
                                        <p:tgtEl>
                                          <p:spTgt spid="1041"/>
                                        </p:tgtEl>
                                      </p:cBhvr>
                                    </p:animEffect>
                                  </p:childTnLst>
                                </p:cTn>
                              </p:par>
                              <p:par>
                                <p:cTn fill="hold" nodeType="with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500"/>
                                        <p:tgtEl>
                                          <p:spTgt spid="1042"/>
                                        </p:tgtEl>
                                      </p:cBhvr>
                                    </p:animEffect>
                                  </p:childTnLst>
                                </p:cTn>
                              </p:par>
                              <p:par>
                                <p:cTn fill="hold" nodeType="with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500"/>
                                        <p:tgtEl>
                                          <p:spTgt spid="10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9"/>
                                        </p:tgtEl>
                                        <p:attrNameLst>
                                          <p:attrName>style.visibility</p:attrName>
                                        </p:attrNameLst>
                                      </p:cBhvr>
                                      <p:to>
                                        <p:strVal val="visible"/>
                                      </p:to>
                                    </p:set>
                                    <p:animEffect filter="fade" transition="in">
                                      <p:cBhvr>
                                        <p:cTn dur="500"/>
                                        <p:tgtEl>
                                          <p:spTgt spid="1119"/>
                                        </p:tgtEl>
                                      </p:cBhvr>
                                    </p:animEffect>
                                  </p:childTnLst>
                                </p:cTn>
                              </p:par>
                              <p:par>
                                <p:cTn fill="hold" nodeType="withEffect" presetClass="entr" presetID="10" presetSubtype="0">
                                  <p:stCondLst>
                                    <p:cond delay="0"/>
                                  </p:stCondLst>
                                  <p:childTnLst>
                                    <p:set>
                                      <p:cBhvr>
                                        <p:cTn dur="1" fill="hold">
                                          <p:stCondLst>
                                            <p:cond delay="0"/>
                                          </p:stCondLst>
                                        </p:cTn>
                                        <p:tgtEl>
                                          <p:spTgt spid="1120"/>
                                        </p:tgtEl>
                                        <p:attrNameLst>
                                          <p:attrName>style.visibility</p:attrName>
                                        </p:attrNameLst>
                                      </p:cBhvr>
                                      <p:to>
                                        <p:strVal val="visible"/>
                                      </p:to>
                                    </p:set>
                                    <p:animEffect filter="fade" transition="in">
                                      <p:cBhvr>
                                        <p:cTn dur="500"/>
                                        <p:tgtEl>
                                          <p:spTgt spid="1120"/>
                                        </p:tgtEl>
                                      </p:cBhvr>
                                    </p:animEffect>
                                  </p:childTnLst>
                                </p:cTn>
                              </p:par>
                              <p:par>
                                <p:cTn fill="hold" nodeType="withEffect" presetClass="entr" presetID="10" presetSubtype="0">
                                  <p:stCondLst>
                                    <p:cond delay="0"/>
                                  </p:stCondLst>
                                  <p:childTnLst>
                                    <p:set>
                                      <p:cBhvr>
                                        <p:cTn dur="1" fill="hold">
                                          <p:stCondLst>
                                            <p:cond delay="0"/>
                                          </p:stCondLst>
                                        </p:cTn>
                                        <p:tgtEl>
                                          <p:spTgt spid="1121"/>
                                        </p:tgtEl>
                                        <p:attrNameLst>
                                          <p:attrName>style.visibility</p:attrName>
                                        </p:attrNameLst>
                                      </p:cBhvr>
                                      <p:to>
                                        <p:strVal val="visible"/>
                                      </p:to>
                                    </p:set>
                                    <p:animEffect filter="fade" transition="in">
                                      <p:cBhvr>
                                        <p:cTn dur="500"/>
                                        <p:tgtEl>
                                          <p:spTgt spid="112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29"/>
                                        </p:tgtEl>
                                        <p:attrNameLst>
                                          <p:attrName>style.visibility</p:attrName>
                                        </p:attrNameLst>
                                      </p:cBhvr>
                                      <p:to>
                                        <p:strVal val="visible"/>
                                      </p:to>
                                    </p:set>
                                    <p:animEffect filter="fade" transition="in">
                                      <p:cBhvr>
                                        <p:cTn dur="500"/>
                                        <p:tgtEl>
                                          <p:spTgt spid="10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62"/>
                                        </p:tgtEl>
                                        <p:attrNameLst>
                                          <p:attrName>style.visibility</p:attrName>
                                        </p:attrNameLst>
                                      </p:cBhvr>
                                      <p:to>
                                        <p:strVal val="visible"/>
                                      </p:to>
                                    </p:set>
                                    <p:animEffect filter="fade" transition="in">
                                      <p:cBhvr>
                                        <p:cTn dur="500"/>
                                        <p:tgtEl>
                                          <p:spTgt spid="10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1"/>
                                        </p:tgtEl>
                                        <p:attrNameLst>
                                          <p:attrName>style.visibility</p:attrName>
                                        </p:attrNameLst>
                                      </p:cBhvr>
                                      <p:to>
                                        <p:strVal val="visible"/>
                                      </p:to>
                                    </p:set>
                                    <p:animEffect filter="fade" transition="in">
                                      <p:cBhvr>
                                        <p:cTn dur="500"/>
                                        <p:tgtEl>
                                          <p:spTgt spid="1071"/>
                                        </p:tgtEl>
                                      </p:cBhvr>
                                    </p:animEffect>
                                  </p:childTnLst>
                                </p:cTn>
                              </p:par>
                              <p:par>
                                <p:cTn fill="hold" nodeType="with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500"/>
                                        <p:tgtEl>
                                          <p:spTgt spid="1072"/>
                                        </p:tgtEl>
                                      </p:cBhvr>
                                    </p:animEffect>
                                  </p:childTnLst>
                                </p:cTn>
                              </p:par>
                              <p:par>
                                <p:cTn fill="hold" nodeType="withEffect" presetClass="entr" presetID="10" presetSubtype="0">
                                  <p:stCondLst>
                                    <p:cond delay="0"/>
                                  </p:stCondLst>
                                  <p:childTnLst>
                                    <p:set>
                                      <p:cBhvr>
                                        <p:cTn dur="1" fill="hold">
                                          <p:stCondLst>
                                            <p:cond delay="0"/>
                                          </p:stCondLst>
                                        </p:cTn>
                                        <p:tgtEl>
                                          <p:spTgt spid="1073"/>
                                        </p:tgtEl>
                                        <p:attrNameLst>
                                          <p:attrName>style.visibility</p:attrName>
                                        </p:attrNameLst>
                                      </p:cBhvr>
                                      <p:to>
                                        <p:strVal val="visible"/>
                                      </p:to>
                                    </p:set>
                                    <p:animEffect filter="fade" transition="in">
                                      <p:cBhvr>
                                        <p:cTn dur="500"/>
                                        <p:tgtEl>
                                          <p:spTgt spid="1073"/>
                                        </p:tgtEl>
                                      </p:cBhvr>
                                    </p:animEffect>
                                  </p:childTnLst>
                                </p:cTn>
                              </p:par>
                              <p:par>
                                <p:cTn fill="hold" nodeType="withEffect" presetClass="entr" presetID="10" presetSubtype="0">
                                  <p:stCondLst>
                                    <p:cond delay="0"/>
                                  </p:stCondLst>
                                  <p:childTnLst>
                                    <p:set>
                                      <p:cBhvr>
                                        <p:cTn dur="1" fill="hold">
                                          <p:stCondLst>
                                            <p:cond delay="0"/>
                                          </p:stCondLst>
                                        </p:cTn>
                                        <p:tgtEl>
                                          <p:spTgt spid="1074"/>
                                        </p:tgtEl>
                                        <p:attrNameLst>
                                          <p:attrName>style.visibility</p:attrName>
                                        </p:attrNameLst>
                                      </p:cBhvr>
                                      <p:to>
                                        <p:strVal val="visible"/>
                                      </p:to>
                                    </p:set>
                                    <p:animEffect filter="fade" transition="in">
                                      <p:cBhvr>
                                        <p:cTn dur="500"/>
                                        <p:tgtEl>
                                          <p:spTgt spid="1074"/>
                                        </p:tgtEl>
                                      </p:cBhvr>
                                    </p:animEffect>
                                  </p:childTnLst>
                                </p:cTn>
                              </p:par>
                              <p:par>
                                <p:cTn fill="hold" nodeType="withEffect" presetClass="entr" presetID="10" presetSubtype="0">
                                  <p:stCondLst>
                                    <p:cond delay="0"/>
                                  </p:stCondLst>
                                  <p:childTnLst>
                                    <p:set>
                                      <p:cBhvr>
                                        <p:cTn dur="1" fill="hold">
                                          <p:stCondLst>
                                            <p:cond delay="0"/>
                                          </p:stCondLst>
                                        </p:cTn>
                                        <p:tgtEl>
                                          <p:spTgt spid="1075"/>
                                        </p:tgtEl>
                                        <p:attrNameLst>
                                          <p:attrName>style.visibility</p:attrName>
                                        </p:attrNameLst>
                                      </p:cBhvr>
                                      <p:to>
                                        <p:strVal val="visible"/>
                                      </p:to>
                                    </p:set>
                                    <p:animEffect filter="fade" transition="in">
                                      <p:cBhvr>
                                        <p:cTn dur="500"/>
                                        <p:tgtEl>
                                          <p:spTgt spid="1075"/>
                                        </p:tgtEl>
                                      </p:cBhvr>
                                    </p:animEffect>
                                  </p:childTnLst>
                                </p:cTn>
                              </p:par>
                              <p:par>
                                <p:cTn fill="hold" nodeType="withEffect" presetClass="entr" presetID="10" presetSubtype="0">
                                  <p:stCondLst>
                                    <p:cond delay="0"/>
                                  </p:stCondLst>
                                  <p:childTnLst>
                                    <p:set>
                                      <p:cBhvr>
                                        <p:cTn dur="1" fill="hold">
                                          <p:stCondLst>
                                            <p:cond delay="0"/>
                                          </p:stCondLst>
                                        </p:cTn>
                                        <p:tgtEl>
                                          <p:spTgt spid="1076"/>
                                        </p:tgtEl>
                                        <p:attrNameLst>
                                          <p:attrName>style.visibility</p:attrName>
                                        </p:attrNameLst>
                                      </p:cBhvr>
                                      <p:to>
                                        <p:strVal val="visible"/>
                                      </p:to>
                                    </p:set>
                                    <p:animEffect filter="fade" transition="in">
                                      <p:cBhvr>
                                        <p:cTn dur="500"/>
                                        <p:tgtEl>
                                          <p:spTgt spid="1076"/>
                                        </p:tgtEl>
                                      </p:cBhvr>
                                    </p:animEffect>
                                  </p:childTnLst>
                                </p:cTn>
                              </p:par>
                              <p:par>
                                <p:cTn fill="hold" nodeType="withEffect" presetClass="entr" presetID="10" presetSubtype="0">
                                  <p:stCondLst>
                                    <p:cond delay="0"/>
                                  </p:stCondLst>
                                  <p:childTnLst>
                                    <p:set>
                                      <p:cBhvr>
                                        <p:cTn dur="1" fill="hold">
                                          <p:stCondLst>
                                            <p:cond delay="0"/>
                                          </p:stCondLst>
                                        </p:cTn>
                                        <p:tgtEl>
                                          <p:spTgt spid="1077"/>
                                        </p:tgtEl>
                                        <p:attrNameLst>
                                          <p:attrName>style.visibility</p:attrName>
                                        </p:attrNameLst>
                                      </p:cBhvr>
                                      <p:to>
                                        <p:strVal val="visible"/>
                                      </p:to>
                                    </p:set>
                                    <p:animEffect filter="fade" transition="in">
                                      <p:cBhvr>
                                        <p:cTn dur="500"/>
                                        <p:tgtEl>
                                          <p:spTgt spid="1077"/>
                                        </p:tgtEl>
                                      </p:cBhvr>
                                    </p:animEffect>
                                  </p:childTnLst>
                                </p:cTn>
                              </p:par>
                              <p:par>
                                <p:cTn fill="hold" nodeType="withEffect" presetClass="entr" presetID="10" presetSubtype="0">
                                  <p:stCondLst>
                                    <p:cond delay="0"/>
                                  </p:stCondLst>
                                  <p:childTnLst>
                                    <p:set>
                                      <p:cBhvr>
                                        <p:cTn dur="1" fill="hold">
                                          <p:stCondLst>
                                            <p:cond delay="0"/>
                                          </p:stCondLst>
                                        </p:cTn>
                                        <p:tgtEl>
                                          <p:spTgt spid="1078"/>
                                        </p:tgtEl>
                                        <p:attrNameLst>
                                          <p:attrName>style.visibility</p:attrName>
                                        </p:attrNameLst>
                                      </p:cBhvr>
                                      <p:to>
                                        <p:strVal val="visible"/>
                                      </p:to>
                                    </p:set>
                                    <p:animEffect filter="fade" transition="in">
                                      <p:cBhvr>
                                        <p:cTn dur="500"/>
                                        <p:tgtEl>
                                          <p:spTgt spid="1078"/>
                                        </p:tgtEl>
                                      </p:cBhvr>
                                    </p:animEffect>
                                  </p:childTnLst>
                                </p:cTn>
                              </p:par>
                              <p:par>
                                <p:cTn fill="hold" nodeType="withEffect" presetClass="entr" presetID="10" presetSubtype="0">
                                  <p:stCondLst>
                                    <p:cond delay="0"/>
                                  </p:stCondLst>
                                  <p:childTnLst>
                                    <p:set>
                                      <p:cBhvr>
                                        <p:cTn dur="1" fill="hold">
                                          <p:stCondLst>
                                            <p:cond delay="0"/>
                                          </p:stCondLst>
                                        </p:cTn>
                                        <p:tgtEl>
                                          <p:spTgt spid="1079"/>
                                        </p:tgtEl>
                                        <p:attrNameLst>
                                          <p:attrName>style.visibility</p:attrName>
                                        </p:attrNameLst>
                                      </p:cBhvr>
                                      <p:to>
                                        <p:strVal val="visible"/>
                                      </p:to>
                                    </p:set>
                                    <p:animEffect filter="fade" transition="in">
                                      <p:cBhvr>
                                        <p:cTn dur="500"/>
                                        <p:tgtEl>
                                          <p:spTgt spid="1079"/>
                                        </p:tgtEl>
                                      </p:cBhvr>
                                    </p:animEffect>
                                  </p:childTnLst>
                                </p:cTn>
                              </p:par>
                              <p:par>
                                <p:cTn fill="hold" nodeType="withEffect" presetClass="entr" presetID="10" presetSubtype="0">
                                  <p:stCondLst>
                                    <p:cond delay="0"/>
                                  </p:stCondLst>
                                  <p:childTnLst>
                                    <p:set>
                                      <p:cBhvr>
                                        <p:cTn dur="1" fill="hold">
                                          <p:stCondLst>
                                            <p:cond delay="0"/>
                                          </p:stCondLst>
                                        </p:cTn>
                                        <p:tgtEl>
                                          <p:spTgt spid="1080"/>
                                        </p:tgtEl>
                                        <p:attrNameLst>
                                          <p:attrName>style.visibility</p:attrName>
                                        </p:attrNameLst>
                                      </p:cBhvr>
                                      <p:to>
                                        <p:strVal val="visible"/>
                                      </p:to>
                                    </p:set>
                                    <p:animEffect filter="fade" transition="in">
                                      <p:cBhvr>
                                        <p:cTn dur="500"/>
                                        <p:tgtEl>
                                          <p:spTgt spid="1080"/>
                                        </p:tgtEl>
                                      </p:cBhvr>
                                    </p:animEffect>
                                  </p:childTnLst>
                                </p:cTn>
                              </p:par>
                              <p:par>
                                <p:cTn fill="hold" nodeType="withEffect" presetClass="entr" presetID="10" presetSubtype="0">
                                  <p:stCondLst>
                                    <p:cond delay="0"/>
                                  </p:stCondLst>
                                  <p:childTnLst>
                                    <p:set>
                                      <p:cBhvr>
                                        <p:cTn dur="1" fill="hold">
                                          <p:stCondLst>
                                            <p:cond delay="0"/>
                                          </p:stCondLst>
                                        </p:cTn>
                                        <p:tgtEl>
                                          <p:spTgt spid="1081"/>
                                        </p:tgtEl>
                                        <p:attrNameLst>
                                          <p:attrName>style.visibility</p:attrName>
                                        </p:attrNameLst>
                                      </p:cBhvr>
                                      <p:to>
                                        <p:strVal val="visible"/>
                                      </p:to>
                                    </p:set>
                                    <p:animEffect filter="fade" transition="in">
                                      <p:cBhvr>
                                        <p:cTn dur="500"/>
                                        <p:tgtEl>
                                          <p:spTgt spid="1081"/>
                                        </p:tgtEl>
                                      </p:cBhvr>
                                    </p:animEffect>
                                  </p:childTnLst>
                                </p:cTn>
                              </p:par>
                              <p:par>
                                <p:cTn fill="hold" nodeType="withEffect" presetClass="entr" presetID="10" presetSubtype="0">
                                  <p:stCondLst>
                                    <p:cond delay="0"/>
                                  </p:stCondLst>
                                  <p:childTnLst>
                                    <p:set>
                                      <p:cBhvr>
                                        <p:cTn dur="1" fill="hold">
                                          <p:stCondLst>
                                            <p:cond delay="0"/>
                                          </p:stCondLst>
                                        </p:cTn>
                                        <p:tgtEl>
                                          <p:spTgt spid="1082"/>
                                        </p:tgtEl>
                                        <p:attrNameLst>
                                          <p:attrName>style.visibility</p:attrName>
                                        </p:attrNameLst>
                                      </p:cBhvr>
                                      <p:to>
                                        <p:strVal val="visible"/>
                                      </p:to>
                                    </p:set>
                                    <p:animEffect filter="fade" transition="in">
                                      <p:cBhvr>
                                        <p:cTn dur="500"/>
                                        <p:tgtEl>
                                          <p:spTgt spid="1082"/>
                                        </p:tgtEl>
                                      </p:cBhvr>
                                    </p:animEffect>
                                  </p:childTnLst>
                                </p:cTn>
                              </p:par>
                              <p:par>
                                <p:cTn fill="hold" nodeType="withEffect" presetClass="entr" presetID="10" presetSubtype="0">
                                  <p:stCondLst>
                                    <p:cond delay="0"/>
                                  </p:stCondLst>
                                  <p:childTnLst>
                                    <p:set>
                                      <p:cBhvr>
                                        <p:cTn dur="1" fill="hold">
                                          <p:stCondLst>
                                            <p:cond delay="0"/>
                                          </p:stCondLst>
                                        </p:cTn>
                                        <p:tgtEl>
                                          <p:spTgt spid="1083"/>
                                        </p:tgtEl>
                                        <p:attrNameLst>
                                          <p:attrName>style.visibility</p:attrName>
                                        </p:attrNameLst>
                                      </p:cBhvr>
                                      <p:to>
                                        <p:strVal val="visible"/>
                                      </p:to>
                                    </p:set>
                                    <p:animEffect filter="fade" transition="in">
                                      <p:cBhvr>
                                        <p:cTn dur="500"/>
                                        <p:tgtEl>
                                          <p:spTgt spid="1083"/>
                                        </p:tgtEl>
                                      </p:cBhvr>
                                    </p:animEffect>
                                  </p:childTnLst>
                                </p:cTn>
                              </p:par>
                              <p:par>
                                <p:cTn fill="hold" nodeType="withEffect" presetClass="entr" presetID="10" presetSubtype="0">
                                  <p:stCondLst>
                                    <p:cond delay="0"/>
                                  </p:stCondLst>
                                  <p:childTnLst>
                                    <p:set>
                                      <p:cBhvr>
                                        <p:cTn dur="1" fill="hold">
                                          <p:stCondLst>
                                            <p:cond delay="0"/>
                                          </p:stCondLst>
                                        </p:cTn>
                                        <p:tgtEl>
                                          <p:spTgt spid="1084"/>
                                        </p:tgtEl>
                                        <p:attrNameLst>
                                          <p:attrName>style.visibility</p:attrName>
                                        </p:attrNameLst>
                                      </p:cBhvr>
                                      <p:to>
                                        <p:strVal val="visible"/>
                                      </p:to>
                                    </p:set>
                                    <p:animEffect filter="fade" transition="in">
                                      <p:cBhvr>
                                        <p:cTn dur="500"/>
                                        <p:tgtEl>
                                          <p:spTgt spid="1084"/>
                                        </p:tgtEl>
                                      </p:cBhvr>
                                    </p:animEffect>
                                  </p:childTnLst>
                                </p:cTn>
                              </p:par>
                              <p:par>
                                <p:cTn fill="hold" nodeType="withEffect" presetClass="entr" presetID="10" presetSubtype="0">
                                  <p:stCondLst>
                                    <p:cond delay="0"/>
                                  </p:stCondLst>
                                  <p:childTnLst>
                                    <p:set>
                                      <p:cBhvr>
                                        <p:cTn dur="1" fill="hold">
                                          <p:stCondLst>
                                            <p:cond delay="0"/>
                                          </p:stCondLst>
                                        </p:cTn>
                                        <p:tgtEl>
                                          <p:spTgt spid="1085"/>
                                        </p:tgtEl>
                                        <p:attrNameLst>
                                          <p:attrName>style.visibility</p:attrName>
                                        </p:attrNameLst>
                                      </p:cBhvr>
                                      <p:to>
                                        <p:strVal val="visible"/>
                                      </p:to>
                                    </p:set>
                                    <p:animEffect filter="fade" transition="in">
                                      <p:cBhvr>
                                        <p:cTn dur="500"/>
                                        <p:tgtEl>
                                          <p:spTgt spid="1085"/>
                                        </p:tgtEl>
                                      </p:cBhvr>
                                    </p:animEffect>
                                  </p:childTnLst>
                                </p:cTn>
                              </p:par>
                              <p:par>
                                <p:cTn fill="hold" nodeType="withEffect" presetClass="entr" presetID="10" presetSubtype="0">
                                  <p:stCondLst>
                                    <p:cond delay="0"/>
                                  </p:stCondLst>
                                  <p:childTnLst>
                                    <p:set>
                                      <p:cBhvr>
                                        <p:cTn dur="1" fill="hold">
                                          <p:stCondLst>
                                            <p:cond delay="0"/>
                                          </p:stCondLst>
                                        </p:cTn>
                                        <p:tgtEl>
                                          <p:spTgt spid="1086"/>
                                        </p:tgtEl>
                                        <p:attrNameLst>
                                          <p:attrName>style.visibility</p:attrName>
                                        </p:attrNameLst>
                                      </p:cBhvr>
                                      <p:to>
                                        <p:strVal val="visible"/>
                                      </p:to>
                                    </p:set>
                                    <p:animEffect filter="fade" transition="in">
                                      <p:cBhvr>
                                        <p:cTn dur="500"/>
                                        <p:tgtEl>
                                          <p:spTgt spid="1086"/>
                                        </p:tgtEl>
                                      </p:cBhvr>
                                    </p:animEffect>
                                  </p:childTnLst>
                                </p:cTn>
                              </p:par>
                              <p:par>
                                <p:cTn fill="hold" nodeType="withEffect" presetClass="entr" presetID="10" presetSubtype="0">
                                  <p:stCondLst>
                                    <p:cond delay="0"/>
                                  </p:stCondLst>
                                  <p:childTnLst>
                                    <p:set>
                                      <p:cBhvr>
                                        <p:cTn dur="1" fill="hold">
                                          <p:stCondLst>
                                            <p:cond delay="0"/>
                                          </p:stCondLst>
                                        </p:cTn>
                                        <p:tgtEl>
                                          <p:spTgt spid="1087"/>
                                        </p:tgtEl>
                                        <p:attrNameLst>
                                          <p:attrName>style.visibility</p:attrName>
                                        </p:attrNameLst>
                                      </p:cBhvr>
                                      <p:to>
                                        <p:strVal val="visible"/>
                                      </p:to>
                                    </p:set>
                                    <p:animEffect filter="fade" transition="in">
                                      <p:cBhvr>
                                        <p:cTn dur="500"/>
                                        <p:tgtEl>
                                          <p:spTgt spid="1087"/>
                                        </p:tgtEl>
                                      </p:cBhvr>
                                    </p:animEffect>
                                  </p:childTnLst>
                                </p:cTn>
                              </p:par>
                              <p:par>
                                <p:cTn fill="hold" nodeType="withEffect" presetClass="entr" presetID="10" presetSubtype="0">
                                  <p:stCondLst>
                                    <p:cond delay="0"/>
                                  </p:stCondLst>
                                  <p:childTnLst>
                                    <p:set>
                                      <p:cBhvr>
                                        <p:cTn dur="1" fill="hold">
                                          <p:stCondLst>
                                            <p:cond delay="0"/>
                                          </p:stCondLst>
                                        </p:cTn>
                                        <p:tgtEl>
                                          <p:spTgt spid="1088"/>
                                        </p:tgtEl>
                                        <p:attrNameLst>
                                          <p:attrName>style.visibility</p:attrName>
                                        </p:attrNameLst>
                                      </p:cBhvr>
                                      <p:to>
                                        <p:strVal val="visible"/>
                                      </p:to>
                                    </p:set>
                                    <p:animEffect filter="fade" transition="in">
                                      <p:cBhvr>
                                        <p:cTn dur="500"/>
                                        <p:tgtEl>
                                          <p:spTgt spid="1088"/>
                                        </p:tgtEl>
                                      </p:cBhvr>
                                    </p:animEffect>
                                  </p:childTnLst>
                                </p:cTn>
                              </p:par>
                              <p:par>
                                <p:cTn fill="hold" nodeType="withEffect" presetClass="entr" presetID="10" presetSubtype="0">
                                  <p:stCondLst>
                                    <p:cond delay="0"/>
                                  </p:stCondLst>
                                  <p:childTnLst>
                                    <p:set>
                                      <p:cBhvr>
                                        <p:cTn dur="1" fill="hold">
                                          <p:stCondLst>
                                            <p:cond delay="0"/>
                                          </p:stCondLst>
                                        </p:cTn>
                                        <p:tgtEl>
                                          <p:spTgt spid="1089"/>
                                        </p:tgtEl>
                                        <p:attrNameLst>
                                          <p:attrName>style.visibility</p:attrName>
                                        </p:attrNameLst>
                                      </p:cBhvr>
                                      <p:to>
                                        <p:strVal val="visible"/>
                                      </p:to>
                                    </p:set>
                                    <p:animEffect filter="fade" transition="in">
                                      <p:cBhvr>
                                        <p:cTn dur="500"/>
                                        <p:tgtEl>
                                          <p:spTgt spid="1089"/>
                                        </p:tgtEl>
                                      </p:cBhvr>
                                    </p:animEffect>
                                  </p:childTnLst>
                                </p:cTn>
                              </p:par>
                              <p:par>
                                <p:cTn fill="hold" nodeType="withEffect" presetClass="entr" presetID="10" presetSubtype="0">
                                  <p:stCondLst>
                                    <p:cond delay="0"/>
                                  </p:stCondLst>
                                  <p:childTnLst>
                                    <p:set>
                                      <p:cBhvr>
                                        <p:cTn dur="1" fill="hold">
                                          <p:stCondLst>
                                            <p:cond delay="0"/>
                                          </p:stCondLst>
                                        </p:cTn>
                                        <p:tgtEl>
                                          <p:spTgt spid="1098"/>
                                        </p:tgtEl>
                                        <p:attrNameLst>
                                          <p:attrName>style.visibility</p:attrName>
                                        </p:attrNameLst>
                                      </p:cBhvr>
                                      <p:to>
                                        <p:strVal val="visible"/>
                                      </p:to>
                                    </p:set>
                                    <p:animEffect filter="fade" transition="in">
                                      <p:cBhvr>
                                        <p:cTn dur="500"/>
                                        <p:tgtEl>
                                          <p:spTgt spid="1098"/>
                                        </p:tgtEl>
                                      </p:cBhvr>
                                    </p:animEffect>
                                  </p:childTnLst>
                                </p:cTn>
                              </p:par>
                              <p:par>
                                <p:cTn fill="hold" nodeType="withEffect" presetClass="entr" presetID="10" presetSubtype="0">
                                  <p:stCondLst>
                                    <p:cond delay="0"/>
                                  </p:stCondLst>
                                  <p:childTnLst>
                                    <p:set>
                                      <p:cBhvr>
                                        <p:cTn dur="1" fill="hold">
                                          <p:stCondLst>
                                            <p:cond delay="0"/>
                                          </p:stCondLst>
                                        </p:cTn>
                                        <p:tgtEl>
                                          <p:spTgt spid="1099"/>
                                        </p:tgtEl>
                                        <p:attrNameLst>
                                          <p:attrName>style.visibility</p:attrName>
                                        </p:attrNameLst>
                                      </p:cBhvr>
                                      <p:to>
                                        <p:strVal val="visible"/>
                                      </p:to>
                                    </p:set>
                                    <p:animEffect filter="fade" transition="in">
                                      <p:cBhvr>
                                        <p:cTn dur="500"/>
                                        <p:tgtEl>
                                          <p:spTgt spid="1099"/>
                                        </p:tgtEl>
                                      </p:cBhvr>
                                    </p:animEffect>
                                  </p:childTnLst>
                                </p:cTn>
                              </p:par>
                              <p:par>
                                <p:cTn fill="hold" nodeType="withEffect" presetClass="entr" presetID="10" presetSubtype="0">
                                  <p:stCondLst>
                                    <p:cond delay="0"/>
                                  </p:stCondLst>
                                  <p:childTnLst>
                                    <p:set>
                                      <p:cBhvr>
                                        <p:cTn dur="1" fill="hold">
                                          <p:stCondLst>
                                            <p:cond delay="0"/>
                                          </p:stCondLst>
                                        </p:cTn>
                                        <p:tgtEl>
                                          <p:spTgt spid="1012"/>
                                        </p:tgtEl>
                                        <p:attrNameLst>
                                          <p:attrName>style.visibility</p:attrName>
                                        </p:attrNameLst>
                                      </p:cBhvr>
                                      <p:to>
                                        <p:strVal val="visible"/>
                                      </p:to>
                                    </p:set>
                                    <p:animEffect filter="fade" transition="in">
                                      <p:cBhvr>
                                        <p:cTn dur="500"/>
                                        <p:tgtEl>
                                          <p:spTgt spid="1012"/>
                                        </p:tgtEl>
                                      </p:cBhvr>
                                    </p:animEffect>
                                  </p:childTnLst>
                                </p:cTn>
                              </p:par>
                              <p:par>
                                <p:cTn fill="hold" nodeType="withEffect" presetClass="entr" presetID="10" presetSubtype="0">
                                  <p:stCondLst>
                                    <p:cond delay="0"/>
                                  </p:stCondLst>
                                  <p:childTnLst>
                                    <p:set>
                                      <p:cBhvr>
                                        <p:cTn dur="1" fill="hold">
                                          <p:stCondLst>
                                            <p:cond delay="0"/>
                                          </p:stCondLst>
                                        </p:cTn>
                                        <p:tgtEl>
                                          <p:spTgt spid="1044"/>
                                        </p:tgtEl>
                                        <p:attrNameLst>
                                          <p:attrName>style.visibility</p:attrName>
                                        </p:attrNameLst>
                                      </p:cBhvr>
                                      <p:to>
                                        <p:strVal val="visible"/>
                                      </p:to>
                                    </p:set>
                                    <p:animEffect filter="fade" transition="in">
                                      <p:cBhvr>
                                        <p:cTn dur="500"/>
                                        <p:tgtEl>
                                          <p:spTgt spid="1044"/>
                                        </p:tgtEl>
                                      </p:cBhvr>
                                    </p:animEffect>
                                  </p:childTnLst>
                                </p:cTn>
                              </p:par>
                              <p:par>
                                <p:cTn fill="hold" nodeType="with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500"/>
                                        <p:tgtEl>
                                          <p:spTgt spid="1045"/>
                                        </p:tgtEl>
                                      </p:cBhvr>
                                    </p:animEffect>
                                  </p:childTnLst>
                                </p:cTn>
                              </p:par>
                              <p:par>
                                <p:cTn fill="hold" nodeType="with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500"/>
                                        <p:tgtEl>
                                          <p:spTgt spid="1046"/>
                                        </p:tgtEl>
                                      </p:cBhvr>
                                    </p:animEffect>
                                  </p:childTnLst>
                                </p:cTn>
                              </p:par>
                              <p:par>
                                <p:cTn fill="hold" nodeType="withEffect" presetClass="entr" presetID="10" presetSubtype="0">
                                  <p:stCondLst>
                                    <p:cond delay="0"/>
                                  </p:stCondLst>
                                  <p:childTnLst>
                                    <p:set>
                                      <p:cBhvr>
                                        <p:cTn dur="1" fill="hold">
                                          <p:stCondLst>
                                            <p:cond delay="0"/>
                                          </p:stCondLst>
                                        </p:cTn>
                                        <p:tgtEl>
                                          <p:spTgt spid="1047"/>
                                        </p:tgtEl>
                                        <p:attrNameLst>
                                          <p:attrName>style.visibility</p:attrName>
                                        </p:attrNameLst>
                                      </p:cBhvr>
                                      <p:to>
                                        <p:strVal val="visible"/>
                                      </p:to>
                                    </p:set>
                                    <p:animEffect filter="fade" transition="in">
                                      <p:cBhvr>
                                        <p:cTn dur="500"/>
                                        <p:tgtEl>
                                          <p:spTgt spid="1047"/>
                                        </p:tgtEl>
                                      </p:cBhvr>
                                    </p:animEffect>
                                  </p:childTnLst>
                                </p:cTn>
                              </p:par>
                              <p:par>
                                <p:cTn fill="hold" nodeType="with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500"/>
                                        <p:tgtEl>
                                          <p:spTgt spid="1048"/>
                                        </p:tgtEl>
                                      </p:cBhvr>
                                    </p:animEffect>
                                  </p:childTnLst>
                                </p:cTn>
                              </p:par>
                              <p:par>
                                <p:cTn fill="hold" nodeType="withEffect" presetClass="entr" presetID="10" presetSubtype="0">
                                  <p:stCondLst>
                                    <p:cond delay="0"/>
                                  </p:stCondLst>
                                  <p:childTnLst>
                                    <p:set>
                                      <p:cBhvr>
                                        <p:cTn dur="1" fill="hold">
                                          <p:stCondLst>
                                            <p:cond delay="0"/>
                                          </p:stCondLst>
                                        </p:cTn>
                                        <p:tgtEl>
                                          <p:spTgt spid="1049"/>
                                        </p:tgtEl>
                                        <p:attrNameLst>
                                          <p:attrName>style.visibility</p:attrName>
                                        </p:attrNameLst>
                                      </p:cBhvr>
                                      <p:to>
                                        <p:strVal val="visible"/>
                                      </p:to>
                                    </p:set>
                                    <p:animEffect filter="fade" transition="in">
                                      <p:cBhvr>
                                        <p:cTn dur="500"/>
                                        <p:tgtEl>
                                          <p:spTgt spid="1049"/>
                                        </p:tgtEl>
                                      </p:cBhvr>
                                    </p:animEffect>
                                  </p:childTnLst>
                                </p:cTn>
                              </p:par>
                              <p:par>
                                <p:cTn fill="hold" nodeType="withEffect" presetClass="entr" presetID="10" presetSubtype="0">
                                  <p:stCondLst>
                                    <p:cond delay="0"/>
                                  </p:stCondLst>
                                  <p:childTnLst>
                                    <p:set>
                                      <p:cBhvr>
                                        <p:cTn dur="1" fill="hold">
                                          <p:stCondLst>
                                            <p:cond delay="0"/>
                                          </p:stCondLst>
                                        </p:cTn>
                                        <p:tgtEl>
                                          <p:spTgt spid="1050"/>
                                        </p:tgtEl>
                                        <p:attrNameLst>
                                          <p:attrName>style.visibility</p:attrName>
                                        </p:attrNameLst>
                                      </p:cBhvr>
                                      <p:to>
                                        <p:strVal val="visible"/>
                                      </p:to>
                                    </p:set>
                                    <p:animEffect filter="fade" transition="in">
                                      <p:cBhvr>
                                        <p:cTn dur="500"/>
                                        <p:tgtEl>
                                          <p:spTgt spid="1050"/>
                                        </p:tgtEl>
                                      </p:cBhvr>
                                    </p:animEffect>
                                  </p:childTnLst>
                                </p:cTn>
                              </p:par>
                              <p:par>
                                <p:cTn fill="hold" nodeType="withEffect" presetClass="entr" presetID="10" presetSubtype="0">
                                  <p:stCondLst>
                                    <p:cond delay="0"/>
                                  </p:stCondLst>
                                  <p:childTnLst>
                                    <p:set>
                                      <p:cBhvr>
                                        <p:cTn dur="1" fill="hold">
                                          <p:stCondLst>
                                            <p:cond delay="0"/>
                                          </p:stCondLst>
                                        </p:cTn>
                                        <p:tgtEl>
                                          <p:spTgt spid="1051"/>
                                        </p:tgtEl>
                                        <p:attrNameLst>
                                          <p:attrName>style.visibility</p:attrName>
                                        </p:attrNameLst>
                                      </p:cBhvr>
                                      <p:to>
                                        <p:strVal val="visible"/>
                                      </p:to>
                                    </p:set>
                                    <p:animEffect filter="fade" transition="in">
                                      <p:cBhvr>
                                        <p:cTn dur="500"/>
                                        <p:tgtEl>
                                          <p:spTgt spid="1051"/>
                                        </p:tgtEl>
                                      </p:cBhvr>
                                    </p:animEffect>
                                  </p:childTnLst>
                                </p:cTn>
                              </p:par>
                              <p:par>
                                <p:cTn fill="hold" nodeType="withEffect" presetClass="entr" presetID="10" presetSubtype="0">
                                  <p:stCondLst>
                                    <p:cond delay="0"/>
                                  </p:stCondLst>
                                  <p:childTnLst>
                                    <p:set>
                                      <p:cBhvr>
                                        <p:cTn dur="1" fill="hold">
                                          <p:stCondLst>
                                            <p:cond delay="0"/>
                                          </p:stCondLst>
                                        </p:cTn>
                                        <p:tgtEl>
                                          <p:spTgt spid="1052"/>
                                        </p:tgtEl>
                                        <p:attrNameLst>
                                          <p:attrName>style.visibility</p:attrName>
                                        </p:attrNameLst>
                                      </p:cBhvr>
                                      <p:to>
                                        <p:strVal val="visible"/>
                                      </p:to>
                                    </p:set>
                                    <p:animEffect filter="fade" transition="in">
                                      <p:cBhvr>
                                        <p:cTn dur="500"/>
                                        <p:tgtEl>
                                          <p:spTgt spid="1052"/>
                                        </p:tgtEl>
                                      </p:cBhvr>
                                    </p:animEffect>
                                  </p:childTnLst>
                                </p:cTn>
                              </p:par>
                              <p:par>
                                <p:cTn fill="hold" nodeType="withEffect" presetClass="entr" presetID="10" presetSubtype="0">
                                  <p:stCondLst>
                                    <p:cond delay="0"/>
                                  </p:stCondLst>
                                  <p:childTnLst>
                                    <p:set>
                                      <p:cBhvr>
                                        <p:cTn dur="1" fill="hold">
                                          <p:stCondLst>
                                            <p:cond delay="0"/>
                                          </p:stCondLst>
                                        </p:cTn>
                                        <p:tgtEl>
                                          <p:spTgt spid="1053"/>
                                        </p:tgtEl>
                                        <p:attrNameLst>
                                          <p:attrName>style.visibility</p:attrName>
                                        </p:attrNameLst>
                                      </p:cBhvr>
                                      <p:to>
                                        <p:strVal val="visible"/>
                                      </p:to>
                                    </p:set>
                                    <p:animEffect filter="fade" transition="in">
                                      <p:cBhvr>
                                        <p:cTn dur="500"/>
                                        <p:tgtEl>
                                          <p:spTgt spid="1053"/>
                                        </p:tgtEl>
                                      </p:cBhvr>
                                    </p:animEffect>
                                  </p:childTnLst>
                                </p:cTn>
                              </p:par>
                              <p:par>
                                <p:cTn fill="hold" nodeType="withEffect" presetClass="entr" presetID="10" presetSubtype="0">
                                  <p:stCondLst>
                                    <p:cond delay="0"/>
                                  </p:stCondLst>
                                  <p:childTnLst>
                                    <p:set>
                                      <p:cBhvr>
                                        <p:cTn dur="1" fill="hold">
                                          <p:stCondLst>
                                            <p:cond delay="0"/>
                                          </p:stCondLst>
                                        </p:cTn>
                                        <p:tgtEl>
                                          <p:spTgt spid="1054"/>
                                        </p:tgtEl>
                                        <p:attrNameLst>
                                          <p:attrName>style.visibility</p:attrName>
                                        </p:attrNameLst>
                                      </p:cBhvr>
                                      <p:to>
                                        <p:strVal val="visible"/>
                                      </p:to>
                                    </p:set>
                                    <p:animEffect filter="fade" transition="in">
                                      <p:cBhvr>
                                        <p:cTn dur="500"/>
                                        <p:tgtEl>
                                          <p:spTgt spid="1054"/>
                                        </p:tgtEl>
                                      </p:cBhvr>
                                    </p:animEffect>
                                  </p:childTnLst>
                                </p:cTn>
                              </p:par>
                              <p:par>
                                <p:cTn fill="hold" nodeType="withEffect" presetClass="entr" presetID="10" presetSubtype="0">
                                  <p:stCondLst>
                                    <p:cond delay="0"/>
                                  </p:stCondLst>
                                  <p:childTnLst>
                                    <p:set>
                                      <p:cBhvr>
                                        <p:cTn dur="1" fill="hold">
                                          <p:stCondLst>
                                            <p:cond delay="0"/>
                                          </p:stCondLst>
                                        </p:cTn>
                                        <p:tgtEl>
                                          <p:spTgt spid="1055"/>
                                        </p:tgtEl>
                                        <p:attrNameLst>
                                          <p:attrName>style.visibility</p:attrName>
                                        </p:attrNameLst>
                                      </p:cBhvr>
                                      <p:to>
                                        <p:strVal val="visible"/>
                                      </p:to>
                                    </p:set>
                                    <p:animEffect filter="fade" transition="in">
                                      <p:cBhvr>
                                        <p:cTn dur="500"/>
                                        <p:tgtEl>
                                          <p:spTgt spid="1055"/>
                                        </p:tgtEl>
                                      </p:cBhvr>
                                    </p:animEffect>
                                  </p:childTnLst>
                                </p:cTn>
                              </p:par>
                              <p:par>
                                <p:cTn fill="hold" nodeType="withEffect" presetClass="entr" presetID="10" presetSubtype="0">
                                  <p:stCondLst>
                                    <p:cond delay="0"/>
                                  </p:stCondLst>
                                  <p:childTnLst>
                                    <p:set>
                                      <p:cBhvr>
                                        <p:cTn dur="1" fill="hold">
                                          <p:stCondLst>
                                            <p:cond delay="0"/>
                                          </p:stCondLst>
                                        </p:cTn>
                                        <p:tgtEl>
                                          <p:spTgt spid="1056"/>
                                        </p:tgtEl>
                                        <p:attrNameLst>
                                          <p:attrName>style.visibility</p:attrName>
                                        </p:attrNameLst>
                                      </p:cBhvr>
                                      <p:to>
                                        <p:strVal val="visible"/>
                                      </p:to>
                                    </p:set>
                                    <p:animEffect filter="fade" transition="in">
                                      <p:cBhvr>
                                        <p:cTn dur="500"/>
                                        <p:tgtEl>
                                          <p:spTgt spid="1056"/>
                                        </p:tgtEl>
                                      </p:cBhvr>
                                    </p:animEffect>
                                  </p:childTnLst>
                                </p:cTn>
                              </p:par>
                              <p:par>
                                <p:cTn fill="hold" nodeType="withEffect" presetClass="entr" presetID="10" presetSubtype="0">
                                  <p:stCondLst>
                                    <p:cond delay="0"/>
                                  </p:stCondLst>
                                  <p:childTnLst>
                                    <p:set>
                                      <p:cBhvr>
                                        <p:cTn dur="1" fill="hold">
                                          <p:stCondLst>
                                            <p:cond delay="0"/>
                                          </p:stCondLst>
                                        </p:cTn>
                                        <p:tgtEl>
                                          <p:spTgt spid="1057"/>
                                        </p:tgtEl>
                                        <p:attrNameLst>
                                          <p:attrName>style.visibility</p:attrName>
                                        </p:attrNameLst>
                                      </p:cBhvr>
                                      <p:to>
                                        <p:strVal val="visible"/>
                                      </p:to>
                                    </p:set>
                                    <p:animEffect filter="fade" transition="in">
                                      <p:cBhvr>
                                        <p:cTn dur="500"/>
                                        <p:tgtEl>
                                          <p:spTgt spid="1057"/>
                                        </p:tgtEl>
                                      </p:cBhvr>
                                    </p:animEffect>
                                  </p:childTnLst>
                                </p:cTn>
                              </p:par>
                              <p:par>
                                <p:cTn fill="hold" nodeType="withEffect" presetClass="entr" presetID="10" presetSubtype="0">
                                  <p:stCondLst>
                                    <p:cond delay="0"/>
                                  </p:stCondLst>
                                  <p:childTnLst>
                                    <p:set>
                                      <p:cBhvr>
                                        <p:cTn dur="1" fill="hold">
                                          <p:stCondLst>
                                            <p:cond delay="0"/>
                                          </p:stCondLst>
                                        </p:cTn>
                                        <p:tgtEl>
                                          <p:spTgt spid="1058"/>
                                        </p:tgtEl>
                                        <p:attrNameLst>
                                          <p:attrName>style.visibility</p:attrName>
                                        </p:attrNameLst>
                                      </p:cBhvr>
                                      <p:to>
                                        <p:strVal val="visible"/>
                                      </p:to>
                                    </p:set>
                                    <p:animEffect filter="fade" transition="in">
                                      <p:cBhvr>
                                        <p:cTn dur="500"/>
                                        <p:tgtEl>
                                          <p:spTgt spid="1058"/>
                                        </p:tgtEl>
                                      </p:cBhvr>
                                    </p:animEffect>
                                  </p:childTnLst>
                                </p:cTn>
                              </p:par>
                              <p:par>
                                <p:cTn fill="hold" nodeType="withEffect" presetClass="entr" presetID="10" presetSubtype="0">
                                  <p:stCondLst>
                                    <p:cond delay="0"/>
                                  </p:stCondLst>
                                  <p:childTnLst>
                                    <p:set>
                                      <p:cBhvr>
                                        <p:cTn dur="1" fill="hold">
                                          <p:stCondLst>
                                            <p:cond delay="0"/>
                                          </p:stCondLst>
                                        </p:cTn>
                                        <p:tgtEl>
                                          <p:spTgt spid="1059"/>
                                        </p:tgtEl>
                                        <p:attrNameLst>
                                          <p:attrName>style.visibility</p:attrName>
                                        </p:attrNameLst>
                                      </p:cBhvr>
                                      <p:to>
                                        <p:strVal val="visible"/>
                                      </p:to>
                                    </p:set>
                                    <p:animEffect filter="fade" transition="in">
                                      <p:cBhvr>
                                        <p:cTn dur="500"/>
                                        <p:tgtEl>
                                          <p:spTgt spid="1059"/>
                                        </p:tgtEl>
                                      </p:cBhvr>
                                    </p:animEffect>
                                  </p:childTnLst>
                                </p:cTn>
                              </p:par>
                              <p:par>
                                <p:cTn fill="hold" nodeType="withEffect" presetClass="entr" presetID="10" presetSubtype="0">
                                  <p:stCondLst>
                                    <p:cond delay="0"/>
                                  </p:stCondLst>
                                  <p:childTnLst>
                                    <p:set>
                                      <p:cBhvr>
                                        <p:cTn dur="1" fill="hold">
                                          <p:stCondLst>
                                            <p:cond delay="0"/>
                                          </p:stCondLst>
                                        </p:cTn>
                                        <p:tgtEl>
                                          <p:spTgt spid="1063"/>
                                        </p:tgtEl>
                                        <p:attrNameLst>
                                          <p:attrName>style.visibility</p:attrName>
                                        </p:attrNameLst>
                                      </p:cBhvr>
                                      <p:to>
                                        <p:strVal val="visible"/>
                                      </p:to>
                                    </p:set>
                                    <p:animEffect filter="fade" transition="in">
                                      <p:cBhvr>
                                        <p:cTn dur="500"/>
                                        <p:tgtEl>
                                          <p:spTgt spid="1063"/>
                                        </p:tgtEl>
                                      </p:cBhvr>
                                    </p:animEffect>
                                  </p:childTnLst>
                                </p:cTn>
                              </p:par>
                              <p:par>
                                <p:cTn fill="hold" nodeType="withEffect" presetClass="entr" presetID="10" presetSubtype="0">
                                  <p:stCondLst>
                                    <p:cond delay="0"/>
                                  </p:stCondLst>
                                  <p:childTnLst>
                                    <p:set>
                                      <p:cBhvr>
                                        <p:cTn dur="1" fill="hold">
                                          <p:stCondLst>
                                            <p:cond delay="0"/>
                                          </p:stCondLst>
                                        </p:cTn>
                                        <p:tgtEl>
                                          <p:spTgt spid="1064"/>
                                        </p:tgtEl>
                                        <p:attrNameLst>
                                          <p:attrName>style.visibility</p:attrName>
                                        </p:attrNameLst>
                                      </p:cBhvr>
                                      <p:to>
                                        <p:strVal val="visible"/>
                                      </p:to>
                                    </p:set>
                                    <p:animEffect filter="fade" transition="in">
                                      <p:cBhvr>
                                        <p:cTn dur="500"/>
                                        <p:tgtEl>
                                          <p:spTgt spid="1064"/>
                                        </p:tgtEl>
                                      </p:cBhvr>
                                    </p:animEffect>
                                  </p:childTnLst>
                                </p:cTn>
                              </p:par>
                              <p:par>
                                <p:cTn fill="hold" nodeType="withEffect" presetClass="entr" presetID="10" presetSubtype="0">
                                  <p:stCondLst>
                                    <p:cond delay="0"/>
                                  </p:stCondLst>
                                  <p:childTnLst>
                                    <p:set>
                                      <p:cBhvr>
                                        <p:cTn dur="1" fill="hold">
                                          <p:stCondLst>
                                            <p:cond delay="0"/>
                                          </p:stCondLst>
                                        </p:cTn>
                                        <p:tgtEl>
                                          <p:spTgt spid="1065"/>
                                        </p:tgtEl>
                                        <p:attrNameLst>
                                          <p:attrName>style.visibility</p:attrName>
                                        </p:attrNameLst>
                                      </p:cBhvr>
                                      <p:to>
                                        <p:strVal val="visible"/>
                                      </p:to>
                                    </p:set>
                                    <p:animEffect filter="fade" transition="in">
                                      <p:cBhvr>
                                        <p:cTn dur="500"/>
                                        <p:tgtEl>
                                          <p:spTgt spid="1065"/>
                                        </p:tgtEl>
                                      </p:cBhvr>
                                    </p:animEffect>
                                  </p:childTnLst>
                                </p:cTn>
                              </p:par>
                              <p:par>
                                <p:cTn fill="hold" nodeType="withEffect" presetClass="entr" presetID="10" presetSubtype="0">
                                  <p:stCondLst>
                                    <p:cond delay="0"/>
                                  </p:stCondLst>
                                  <p:childTnLst>
                                    <p:set>
                                      <p:cBhvr>
                                        <p:cTn dur="1" fill="hold">
                                          <p:stCondLst>
                                            <p:cond delay="0"/>
                                          </p:stCondLst>
                                        </p:cTn>
                                        <p:tgtEl>
                                          <p:spTgt spid="1066"/>
                                        </p:tgtEl>
                                        <p:attrNameLst>
                                          <p:attrName>style.visibility</p:attrName>
                                        </p:attrNameLst>
                                      </p:cBhvr>
                                      <p:to>
                                        <p:strVal val="visible"/>
                                      </p:to>
                                    </p:set>
                                    <p:animEffect filter="fade" transition="in">
                                      <p:cBhvr>
                                        <p:cTn dur="500"/>
                                        <p:tgtEl>
                                          <p:spTgt spid="1066"/>
                                        </p:tgtEl>
                                      </p:cBhvr>
                                    </p:animEffect>
                                  </p:childTnLst>
                                </p:cTn>
                              </p:par>
                              <p:par>
                                <p:cTn fill="hold" nodeType="withEffect" presetClass="entr" presetID="10" presetSubtype="0">
                                  <p:stCondLst>
                                    <p:cond delay="0"/>
                                  </p:stCondLst>
                                  <p:childTnLst>
                                    <p:set>
                                      <p:cBhvr>
                                        <p:cTn dur="1" fill="hold">
                                          <p:stCondLst>
                                            <p:cond delay="0"/>
                                          </p:stCondLst>
                                        </p:cTn>
                                        <p:tgtEl>
                                          <p:spTgt spid="1067"/>
                                        </p:tgtEl>
                                        <p:attrNameLst>
                                          <p:attrName>style.visibility</p:attrName>
                                        </p:attrNameLst>
                                      </p:cBhvr>
                                      <p:to>
                                        <p:strVal val="visible"/>
                                      </p:to>
                                    </p:set>
                                    <p:animEffect filter="fade" transition="in">
                                      <p:cBhvr>
                                        <p:cTn dur="500"/>
                                        <p:tgtEl>
                                          <p:spTgt spid="1067"/>
                                        </p:tgtEl>
                                      </p:cBhvr>
                                    </p:animEffect>
                                  </p:childTnLst>
                                </p:cTn>
                              </p:par>
                              <p:par>
                                <p:cTn fill="hold" nodeType="withEffect" presetClass="entr" presetID="10" presetSubtype="0">
                                  <p:stCondLst>
                                    <p:cond delay="0"/>
                                  </p:stCondLst>
                                  <p:childTnLst>
                                    <p:set>
                                      <p:cBhvr>
                                        <p:cTn dur="1" fill="hold">
                                          <p:stCondLst>
                                            <p:cond delay="0"/>
                                          </p:stCondLst>
                                        </p:cTn>
                                        <p:tgtEl>
                                          <p:spTgt spid="1068"/>
                                        </p:tgtEl>
                                        <p:attrNameLst>
                                          <p:attrName>style.visibility</p:attrName>
                                        </p:attrNameLst>
                                      </p:cBhvr>
                                      <p:to>
                                        <p:strVal val="visible"/>
                                      </p:to>
                                    </p:set>
                                    <p:animEffect filter="fade" transition="in">
                                      <p:cBhvr>
                                        <p:cTn dur="500"/>
                                        <p:tgtEl>
                                          <p:spTgt spid="1068"/>
                                        </p:tgtEl>
                                      </p:cBhvr>
                                    </p:animEffect>
                                  </p:childTnLst>
                                </p:cTn>
                              </p:par>
                              <p:par>
                                <p:cTn fill="hold" nodeType="withEffect" presetClass="entr" presetID="10" presetSubtype="0">
                                  <p:stCondLst>
                                    <p:cond delay="0"/>
                                  </p:stCondLst>
                                  <p:childTnLst>
                                    <p:set>
                                      <p:cBhvr>
                                        <p:cTn dur="1" fill="hold">
                                          <p:stCondLst>
                                            <p:cond delay="0"/>
                                          </p:stCondLst>
                                        </p:cTn>
                                        <p:tgtEl>
                                          <p:spTgt spid="1069"/>
                                        </p:tgtEl>
                                        <p:attrNameLst>
                                          <p:attrName>style.visibility</p:attrName>
                                        </p:attrNameLst>
                                      </p:cBhvr>
                                      <p:to>
                                        <p:strVal val="visible"/>
                                      </p:to>
                                    </p:set>
                                    <p:animEffect filter="fade" transition="in">
                                      <p:cBhvr>
                                        <p:cTn dur="500"/>
                                        <p:tgtEl>
                                          <p:spTgt spid="1069"/>
                                        </p:tgtEl>
                                      </p:cBhvr>
                                    </p:animEffect>
                                  </p:childTnLst>
                                </p:cTn>
                              </p:par>
                              <p:par>
                                <p:cTn fill="hold" nodeType="withEffect" presetClass="entr" presetID="10" presetSubtype="0">
                                  <p:stCondLst>
                                    <p:cond delay="0"/>
                                  </p:stCondLst>
                                  <p:childTnLst>
                                    <p:set>
                                      <p:cBhvr>
                                        <p:cTn dur="1" fill="hold">
                                          <p:stCondLst>
                                            <p:cond delay="0"/>
                                          </p:stCondLst>
                                        </p:cTn>
                                        <p:tgtEl>
                                          <p:spTgt spid="1070"/>
                                        </p:tgtEl>
                                        <p:attrNameLst>
                                          <p:attrName>style.visibility</p:attrName>
                                        </p:attrNameLst>
                                      </p:cBhvr>
                                      <p:to>
                                        <p:strVal val="visible"/>
                                      </p:to>
                                    </p:set>
                                    <p:animEffect filter="fade" transition="in">
                                      <p:cBhvr>
                                        <p:cTn dur="500"/>
                                        <p:tgtEl>
                                          <p:spTgt spid="1070"/>
                                        </p:tgtEl>
                                      </p:cBhvr>
                                    </p:animEffect>
                                  </p:childTnLst>
                                </p:cTn>
                              </p:par>
                              <p:par>
                                <p:cTn fill="hold" nodeType="withEffect" presetClass="entr" presetID="10" presetSubtype="0">
                                  <p:stCondLst>
                                    <p:cond delay="0"/>
                                  </p:stCondLst>
                                  <p:childTnLst>
                                    <p:set>
                                      <p:cBhvr>
                                        <p:cTn dur="1" fill="hold">
                                          <p:stCondLst>
                                            <p:cond delay="0"/>
                                          </p:stCondLst>
                                        </p:cTn>
                                        <p:tgtEl>
                                          <p:spTgt spid="1102"/>
                                        </p:tgtEl>
                                        <p:attrNameLst>
                                          <p:attrName>style.visibility</p:attrName>
                                        </p:attrNameLst>
                                      </p:cBhvr>
                                      <p:to>
                                        <p:strVal val="visible"/>
                                      </p:to>
                                    </p:set>
                                    <p:animEffect filter="fade" transition="in">
                                      <p:cBhvr>
                                        <p:cTn dur="500"/>
                                        <p:tgtEl>
                                          <p:spTgt spid="1102"/>
                                        </p:tgtEl>
                                      </p:cBhvr>
                                    </p:animEffect>
                                  </p:childTnLst>
                                </p:cTn>
                              </p:par>
                              <p:par>
                                <p:cTn fill="hold" nodeType="withEffect" presetClass="entr" presetID="10" presetSubtype="0">
                                  <p:stCondLst>
                                    <p:cond delay="0"/>
                                  </p:stCondLst>
                                  <p:childTnLst>
                                    <p:set>
                                      <p:cBhvr>
                                        <p:cTn dur="1" fill="hold">
                                          <p:stCondLst>
                                            <p:cond delay="0"/>
                                          </p:stCondLst>
                                        </p:cTn>
                                        <p:tgtEl>
                                          <p:spTgt spid="1103"/>
                                        </p:tgtEl>
                                        <p:attrNameLst>
                                          <p:attrName>style.visibility</p:attrName>
                                        </p:attrNameLst>
                                      </p:cBhvr>
                                      <p:to>
                                        <p:strVal val="visible"/>
                                      </p:to>
                                    </p:set>
                                    <p:animEffect filter="fade" transition="in">
                                      <p:cBhvr>
                                        <p:cTn dur="500"/>
                                        <p:tgtEl>
                                          <p:spTgt spid="1103"/>
                                        </p:tgtEl>
                                      </p:cBhvr>
                                    </p:animEffect>
                                  </p:childTnLst>
                                </p:cTn>
                              </p:par>
                              <p:par>
                                <p:cTn fill="hold" nodeType="withEffect" presetClass="entr" presetID="10" presetSubtype="0">
                                  <p:stCondLst>
                                    <p:cond delay="0"/>
                                  </p:stCondLst>
                                  <p:childTnLst>
                                    <p:set>
                                      <p:cBhvr>
                                        <p:cTn dur="1" fill="hold">
                                          <p:stCondLst>
                                            <p:cond delay="0"/>
                                          </p:stCondLst>
                                        </p:cTn>
                                        <p:tgtEl>
                                          <p:spTgt spid="1104"/>
                                        </p:tgtEl>
                                        <p:attrNameLst>
                                          <p:attrName>style.visibility</p:attrName>
                                        </p:attrNameLst>
                                      </p:cBhvr>
                                      <p:to>
                                        <p:strVal val="visible"/>
                                      </p:to>
                                    </p:set>
                                    <p:animEffect filter="fade" transition="in">
                                      <p:cBhvr>
                                        <p:cTn dur="500"/>
                                        <p:tgtEl>
                                          <p:spTgt spid="1104"/>
                                        </p:tgtEl>
                                      </p:cBhvr>
                                    </p:animEffect>
                                  </p:childTnLst>
                                </p:cTn>
                              </p:par>
                              <p:par>
                                <p:cTn fill="hold" nodeType="withEffect" presetClass="entr" presetID="10" presetSubtype="0">
                                  <p:stCondLst>
                                    <p:cond delay="0"/>
                                  </p:stCondLst>
                                  <p:childTnLst>
                                    <p:set>
                                      <p:cBhvr>
                                        <p:cTn dur="1" fill="hold">
                                          <p:stCondLst>
                                            <p:cond delay="0"/>
                                          </p:stCondLst>
                                        </p:cTn>
                                        <p:tgtEl>
                                          <p:spTgt spid="1090"/>
                                        </p:tgtEl>
                                        <p:attrNameLst>
                                          <p:attrName>style.visibility</p:attrName>
                                        </p:attrNameLst>
                                      </p:cBhvr>
                                      <p:to>
                                        <p:strVal val="visible"/>
                                      </p:to>
                                    </p:set>
                                    <p:animEffect filter="fade" transition="in">
                                      <p:cBhvr>
                                        <p:cTn dur="500"/>
                                        <p:tgtEl>
                                          <p:spTgt spid="1090"/>
                                        </p:tgtEl>
                                      </p:cBhvr>
                                    </p:animEffect>
                                  </p:childTnLst>
                                </p:cTn>
                              </p:par>
                              <p:par>
                                <p:cTn fill="hold" nodeType="withEffect" presetClass="entr" presetID="10" presetSubtype="0">
                                  <p:stCondLst>
                                    <p:cond delay="0"/>
                                  </p:stCondLst>
                                  <p:childTnLst>
                                    <p:set>
                                      <p:cBhvr>
                                        <p:cTn dur="1" fill="hold">
                                          <p:stCondLst>
                                            <p:cond delay="0"/>
                                          </p:stCondLst>
                                        </p:cTn>
                                        <p:tgtEl>
                                          <p:spTgt spid="1097"/>
                                        </p:tgtEl>
                                        <p:attrNameLst>
                                          <p:attrName>style.visibility</p:attrName>
                                        </p:attrNameLst>
                                      </p:cBhvr>
                                      <p:to>
                                        <p:strVal val="visible"/>
                                      </p:to>
                                    </p:set>
                                    <p:animEffect filter="fade" transition="in">
                                      <p:cBhvr>
                                        <p:cTn dur="500"/>
                                        <p:tgtEl>
                                          <p:spTgt spid="1097"/>
                                        </p:tgtEl>
                                      </p:cBhvr>
                                    </p:animEffect>
                                  </p:childTnLst>
                                </p:cTn>
                              </p:par>
                              <p:par>
                                <p:cTn fill="hold" nodeType="withEffect" presetClass="entr" presetID="10" presetSubtype="0">
                                  <p:stCondLst>
                                    <p:cond delay="0"/>
                                  </p:stCondLst>
                                  <p:childTnLst>
                                    <p:set>
                                      <p:cBhvr>
                                        <p:cTn dur="1" fill="hold">
                                          <p:stCondLst>
                                            <p:cond delay="0"/>
                                          </p:stCondLst>
                                        </p:cTn>
                                        <p:tgtEl>
                                          <p:spTgt spid="1093"/>
                                        </p:tgtEl>
                                        <p:attrNameLst>
                                          <p:attrName>style.visibility</p:attrName>
                                        </p:attrNameLst>
                                      </p:cBhvr>
                                      <p:to>
                                        <p:strVal val="visible"/>
                                      </p:to>
                                    </p:set>
                                    <p:animEffect filter="fade" transition="in">
                                      <p:cBhvr>
                                        <p:cTn dur="500"/>
                                        <p:tgtEl>
                                          <p:spTgt spid="1093"/>
                                        </p:tgtEl>
                                      </p:cBhvr>
                                    </p:animEffect>
                                  </p:childTnLst>
                                </p:cTn>
                              </p:par>
                              <p:par>
                                <p:cTn fill="hold" nodeType="withEffect" presetClass="entr" presetID="10" presetSubtype="0">
                                  <p:stCondLst>
                                    <p:cond delay="0"/>
                                  </p:stCondLst>
                                  <p:childTnLst>
                                    <p:set>
                                      <p:cBhvr>
                                        <p:cTn dur="1" fill="hold">
                                          <p:stCondLst>
                                            <p:cond delay="0"/>
                                          </p:stCondLst>
                                        </p:cTn>
                                        <p:tgtEl>
                                          <p:spTgt spid="1094"/>
                                        </p:tgtEl>
                                        <p:attrNameLst>
                                          <p:attrName>style.visibility</p:attrName>
                                        </p:attrNameLst>
                                      </p:cBhvr>
                                      <p:to>
                                        <p:strVal val="visible"/>
                                      </p:to>
                                    </p:set>
                                    <p:animEffect filter="fade" transition="in">
                                      <p:cBhvr>
                                        <p:cTn dur="500"/>
                                        <p:tgtEl>
                                          <p:spTgt spid="1094"/>
                                        </p:tgtEl>
                                      </p:cBhvr>
                                    </p:animEffect>
                                  </p:childTnLst>
                                </p:cTn>
                              </p:par>
                              <p:par>
                                <p:cTn fill="hold" nodeType="withEffect" presetClass="entr" presetID="10" presetSubtype="0">
                                  <p:stCondLst>
                                    <p:cond delay="0"/>
                                  </p:stCondLst>
                                  <p:childTnLst>
                                    <p:set>
                                      <p:cBhvr>
                                        <p:cTn dur="1" fill="hold">
                                          <p:stCondLst>
                                            <p:cond delay="0"/>
                                          </p:stCondLst>
                                        </p:cTn>
                                        <p:tgtEl>
                                          <p:spTgt spid="1091"/>
                                        </p:tgtEl>
                                        <p:attrNameLst>
                                          <p:attrName>style.visibility</p:attrName>
                                        </p:attrNameLst>
                                      </p:cBhvr>
                                      <p:to>
                                        <p:strVal val="visible"/>
                                      </p:to>
                                    </p:set>
                                    <p:animEffect filter="fade" transition="in">
                                      <p:cBhvr>
                                        <p:cTn dur="500"/>
                                        <p:tgtEl>
                                          <p:spTgt spid="1091"/>
                                        </p:tgtEl>
                                      </p:cBhvr>
                                    </p:animEffect>
                                  </p:childTnLst>
                                </p:cTn>
                              </p:par>
                              <p:par>
                                <p:cTn fill="hold" nodeType="withEffect" presetClass="entr" presetID="10" presetSubtype="0">
                                  <p:stCondLst>
                                    <p:cond delay="0"/>
                                  </p:stCondLst>
                                  <p:childTnLst>
                                    <p:set>
                                      <p:cBhvr>
                                        <p:cTn dur="1" fill="hold">
                                          <p:stCondLst>
                                            <p:cond delay="0"/>
                                          </p:stCondLst>
                                        </p:cTn>
                                        <p:tgtEl>
                                          <p:spTgt spid="1092"/>
                                        </p:tgtEl>
                                        <p:attrNameLst>
                                          <p:attrName>style.visibility</p:attrName>
                                        </p:attrNameLst>
                                      </p:cBhvr>
                                      <p:to>
                                        <p:strVal val="visible"/>
                                      </p:to>
                                    </p:set>
                                    <p:animEffect filter="fade" transition="in">
                                      <p:cBhvr>
                                        <p:cTn dur="500"/>
                                        <p:tgtEl>
                                          <p:spTgt spid="1092"/>
                                        </p:tgtEl>
                                      </p:cBhvr>
                                    </p:animEffect>
                                  </p:childTnLst>
                                </p:cTn>
                              </p:par>
                              <p:par>
                                <p:cTn fill="hold" nodeType="withEffect" presetClass="entr" presetID="10" presetSubtype="0">
                                  <p:stCondLst>
                                    <p:cond delay="0"/>
                                  </p:stCondLst>
                                  <p:childTnLst>
                                    <p:set>
                                      <p:cBhvr>
                                        <p:cTn dur="1" fill="hold">
                                          <p:stCondLst>
                                            <p:cond delay="0"/>
                                          </p:stCondLst>
                                        </p:cTn>
                                        <p:tgtEl>
                                          <p:spTgt spid="1095"/>
                                        </p:tgtEl>
                                        <p:attrNameLst>
                                          <p:attrName>style.visibility</p:attrName>
                                        </p:attrNameLst>
                                      </p:cBhvr>
                                      <p:to>
                                        <p:strVal val="visible"/>
                                      </p:to>
                                    </p:set>
                                    <p:animEffect filter="fade" transition="in">
                                      <p:cBhvr>
                                        <p:cTn dur="500"/>
                                        <p:tgtEl>
                                          <p:spTgt spid="1095"/>
                                        </p:tgtEl>
                                      </p:cBhvr>
                                    </p:animEffect>
                                  </p:childTnLst>
                                </p:cTn>
                              </p:par>
                              <p:par>
                                <p:cTn fill="hold" nodeType="withEffect" presetClass="entr" presetID="10" presetSubtype="0">
                                  <p:stCondLst>
                                    <p:cond delay="0"/>
                                  </p:stCondLst>
                                  <p:childTnLst>
                                    <p:set>
                                      <p:cBhvr>
                                        <p:cTn dur="1" fill="hold">
                                          <p:stCondLst>
                                            <p:cond delay="0"/>
                                          </p:stCondLst>
                                        </p:cTn>
                                        <p:tgtEl>
                                          <p:spTgt spid="1096"/>
                                        </p:tgtEl>
                                        <p:attrNameLst>
                                          <p:attrName>style.visibility</p:attrName>
                                        </p:attrNameLst>
                                      </p:cBhvr>
                                      <p:to>
                                        <p:strVal val="visible"/>
                                      </p:to>
                                    </p:set>
                                    <p:animEffect filter="fade" transition="in">
                                      <p:cBhvr>
                                        <p:cTn dur="500"/>
                                        <p:tgtEl>
                                          <p:spTgt spid="1096"/>
                                        </p:tgtEl>
                                      </p:cBhvr>
                                    </p:animEffect>
                                  </p:childTnLst>
                                </p:cTn>
                              </p:par>
                              <p:par>
                                <p:cTn fill="hold" nodeType="withEffect" presetClass="entr" presetID="10" presetSubtype="0">
                                  <p:stCondLst>
                                    <p:cond delay="0"/>
                                  </p:stCondLst>
                                  <p:childTnLst>
                                    <p:set>
                                      <p:cBhvr>
                                        <p:cTn dur="1" fill="hold">
                                          <p:stCondLst>
                                            <p:cond delay="0"/>
                                          </p:stCondLst>
                                        </p:cTn>
                                        <p:tgtEl>
                                          <p:spTgt spid="1100"/>
                                        </p:tgtEl>
                                        <p:attrNameLst>
                                          <p:attrName>style.visibility</p:attrName>
                                        </p:attrNameLst>
                                      </p:cBhvr>
                                      <p:to>
                                        <p:strVal val="visible"/>
                                      </p:to>
                                    </p:set>
                                    <p:animEffect filter="fade" transition="in">
                                      <p:cBhvr>
                                        <p:cTn dur="500"/>
                                        <p:tgtEl>
                                          <p:spTgt spid="1100"/>
                                        </p:tgtEl>
                                      </p:cBhvr>
                                    </p:animEffect>
                                  </p:childTnLst>
                                </p:cTn>
                              </p:par>
                              <p:par>
                                <p:cTn fill="hold" nodeType="withEffect" presetClass="entr" presetID="10" presetSubtype="0">
                                  <p:stCondLst>
                                    <p:cond delay="0"/>
                                  </p:stCondLst>
                                  <p:childTnLst>
                                    <p:set>
                                      <p:cBhvr>
                                        <p:cTn dur="1" fill="hold">
                                          <p:stCondLst>
                                            <p:cond delay="0"/>
                                          </p:stCondLst>
                                        </p:cTn>
                                        <p:tgtEl>
                                          <p:spTgt spid="1101"/>
                                        </p:tgtEl>
                                        <p:attrNameLst>
                                          <p:attrName>style.visibility</p:attrName>
                                        </p:attrNameLst>
                                      </p:cBhvr>
                                      <p:to>
                                        <p:strVal val="visible"/>
                                      </p:to>
                                    </p:set>
                                    <p:animEffect filter="fade" transition="in">
                                      <p:cBhvr>
                                        <p:cTn dur="500"/>
                                        <p:tgtEl>
                                          <p:spTgt spid="1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5"/>
                                        </p:tgtEl>
                                        <p:attrNameLst>
                                          <p:attrName>style.visibility</p:attrName>
                                        </p:attrNameLst>
                                      </p:cBhvr>
                                      <p:to>
                                        <p:strVal val="visible"/>
                                      </p:to>
                                    </p:set>
                                    <p:animEffect filter="fade" transition="in">
                                      <p:cBhvr>
                                        <p:cTn dur="500"/>
                                        <p:tgtEl>
                                          <p:spTgt spid="1105"/>
                                        </p:tgtEl>
                                      </p:cBhvr>
                                    </p:animEffect>
                                  </p:childTnLst>
                                </p:cTn>
                              </p:par>
                              <p:par>
                                <p:cTn fill="hold" nodeType="withEffect" presetClass="entr" presetID="10" presetSubtype="0">
                                  <p:stCondLst>
                                    <p:cond delay="0"/>
                                  </p:stCondLst>
                                  <p:childTnLst>
                                    <p:set>
                                      <p:cBhvr>
                                        <p:cTn dur="1" fill="hold">
                                          <p:stCondLst>
                                            <p:cond delay="0"/>
                                          </p:stCondLst>
                                        </p:cTn>
                                        <p:tgtEl>
                                          <p:spTgt spid="1106"/>
                                        </p:tgtEl>
                                        <p:attrNameLst>
                                          <p:attrName>style.visibility</p:attrName>
                                        </p:attrNameLst>
                                      </p:cBhvr>
                                      <p:to>
                                        <p:strVal val="visible"/>
                                      </p:to>
                                    </p:set>
                                    <p:animEffect filter="fade" transition="in">
                                      <p:cBhvr>
                                        <p:cTn dur="500"/>
                                        <p:tgtEl>
                                          <p:spTgt spid="1106"/>
                                        </p:tgtEl>
                                      </p:cBhvr>
                                    </p:animEffect>
                                  </p:childTnLst>
                                </p:cTn>
                              </p:par>
                              <p:par>
                                <p:cTn fill="hold" nodeType="withEffect" presetClass="entr" presetID="10" presetSubtype="0">
                                  <p:stCondLst>
                                    <p:cond delay="0"/>
                                  </p:stCondLst>
                                  <p:childTnLst>
                                    <p:set>
                                      <p:cBhvr>
                                        <p:cTn dur="1" fill="hold">
                                          <p:stCondLst>
                                            <p:cond delay="0"/>
                                          </p:stCondLst>
                                        </p:cTn>
                                        <p:tgtEl>
                                          <p:spTgt spid="1107"/>
                                        </p:tgtEl>
                                        <p:attrNameLst>
                                          <p:attrName>style.visibility</p:attrName>
                                        </p:attrNameLst>
                                      </p:cBhvr>
                                      <p:to>
                                        <p:strVal val="visible"/>
                                      </p:to>
                                    </p:set>
                                    <p:animEffect filter="fade" transition="in">
                                      <p:cBhvr>
                                        <p:cTn dur="500"/>
                                        <p:tgtEl>
                                          <p:spTgt spid="1107"/>
                                        </p:tgtEl>
                                      </p:cBhvr>
                                    </p:animEffect>
                                  </p:childTnLst>
                                </p:cTn>
                              </p:par>
                              <p:par>
                                <p:cTn fill="hold" nodeType="withEffect" presetClass="entr" presetID="10" presetSubtype="0">
                                  <p:stCondLst>
                                    <p:cond delay="0"/>
                                  </p:stCondLst>
                                  <p:childTnLst>
                                    <p:set>
                                      <p:cBhvr>
                                        <p:cTn dur="1" fill="hold">
                                          <p:stCondLst>
                                            <p:cond delay="0"/>
                                          </p:stCondLst>
                                        </p:cTn>
                                        <p:tgtEl>
                                          <p:spTgt spid="1108"/>
                                        </p:tgtEl>
                                        <p:attrNameLst>
                                          <p:attrName>style.visibility</p:attrName>
                                        </p:attrNameLst>
                                      </p:cBhvr>
                                      <p:to>
                                        <p:strVal val="visible"/>
                                      </p:to>
                                    </p:set>
                                    <p:animEffect filter="fade" transition="in">
                                      <p:cBhvr>
                                        <p:cTn dur="500"/>
                                        <p:tgtEl>
                                          <p:spTgt spid="110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1"/>
                                        </p:tgtEl>
                                        <p:attrNameLst>
                                          <p:attrName>style.visibility</p:attrName>
                                        </p:attrNameLst>
                                      </p:cBhvr>
                                      <p:to>
                                        <p:strVal val="visible"/>
                                      </p:to>
                                    </p:set>
                                    <p:animEffect filter="fade" transition="in">
                                      <p:cBhvr>
                                        <p:cTn dur="500"/>
                                        <p:tgtEl>
                                          <p:spTgt spid="10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9"/>
                                        </p:tgtEl>
                                        <p:attrNameLst>
                                          <p:attrName>style.visibility</p:attrName>
                                        </p:attrNameLst>
                                      </p:cBhvr>
                                      <p:to>
                                        <p:strVal val="visible"/>
                                      </p:to>
                                    </p:set>
                                    <p:animEffect filter="fade" transition="in">
                                      <p:cBhvr>
                                        <p:cTn dur="500"/>
                                        <p:tgtEl>
                                          <p:spTgt spid="1109"/>
                                        </p:tgtEl>
                                      </p:cBhvr>
                                    </p:animEffect>
                                  </p:childTnLst>
                                </p:cTn>
                              </p:par>
                              <p:par>
                                <p:cTn fill="hold" nodeType="withEffect" presetClass="entr" presetID="10" presetSubtype="0">
                                  <p:stCondLst>
                                    <p:cond delay="0"/>
                                  </p:stCondLst>
                                  <p:childTnLst>
                                    <p:set>
                                      <p:cBhvr>
                                        <p:cTn dur="1" fill="hold">
                                          <p:stCondLst>
                                            <p:cond delay="0"/>
                                          </p:stCondLst>
                                        </p:cTn>
                                        <p:tgtEl>
                                          <p:spTgt spid="1110"/>
                                        </p:tgtEl>
                                        <p:attrNameLst>
                                          <p:attrName>style.visibility</p:attrName>
                                        </p:attrNameLst>
                                      </p:cBhvr>
                                      <p:to>
                                        <p:strVal val="visible"/>
                                      </p:to>
                                    </p:set>
                                    <p:animEffect filter="fade" transition="in">
                                      <p:cBhvr>
                                        <p:cTn dur="500"/>
                                        <p:tgtEl>
                                          <p:spTgt spid="1110"/>
                                        </p:tgtEl>
                                      </p:cBhvr>
                                    </p:animEffect>
                                  </p:childTnLst>
                                </p:cTn>
                              </p:par>
                              <p:par>
                                <p:cTn fill="hold" nodeType="withEffect" presetClass="entr" presetID="10" presetSubtype="0">
                                  <p:stCondLst>
                                    <p:cond delay="0"/>
                                  </p:stCondLst>
                                  <p:childTnLst>
                                    <p:set>
                                      <p:cBhvr>
                                        <p:cTn dur="1" fill="hold">
                                          <p:stCondLst>
                                            <p:cond delay="0"/>
                                          </p:stCondLst>
                                        </p:cTn>
                                        <p:tgtEl>
                                          <p:spTgt spid="1111"/>
                                        </p:tgtEl>
                                        <p:attrNameLst>
                                          <p:attrName>style.visibility</p:attrName>
                                        </p:attrNameLst>
                                      </p:cBhvr>
                                      <p:to>
                                        <p:strVal val="visible"/>
                                      </p:to>
                                    </p:set>
                                    <p:animEffect filter="fade" transition="in">
                                      <p:cBhvr>
                                        <p:cTn dur="500"/>
                                        <p:tgtEl>
                                          <p:spTgt spid="1111"/>
                                        </p:tgtEl>
                                      </p:cBhvr>
                                    </p:animEffect>
                                  </p:childTnLst>
                                </p:cTn>
                              </p:par>
                              <p:par>
                                <p:cTn fill="hold" nodeType="with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500"/>
                                        <p:tgtEl>
                                          <p:spTgt spid="11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17"/>
                                        </p:tgtEl>
                                        <p:attrNameLst>
                                          <p:attrName>style.visibility</p:attrName>
                                        </p:attrNameLst>
                                      </p:cBhvr>
                                      <p:to>
                                        <p:strVal val="visible"/>
                                      </p:to>
                                    </p:set>
                                    <p:animEffect filter="fade" transition="in">
                                      <p:cBhvr>
                                        <p:cTn dur="500"/>
                                        <p:tgtEl>
                                          <p:spTgt spid="1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3"/>
                                        </p:tgtEl>
                                        <p:attrNameLst>
                                          <p:attrName>style.visibility</p:attrName>
                                        </p:attrNameLst>
                                      </p:cBhvr>
                                      <p:to>
                                        <p:strVal val="visible"/>
                                      </p:to>
                                    </p:set>
                                    <p:animEffect filter="fade" transition="in">
                                      <p:cBhvr>
                                        <p:cTn dur="500"/>
                                        <p:tgtEl>
                                          <p:spTgt spid="1113"/>
                                        </p:tgtEl>
                                      </p:cBhvr>
                                    </p:animEffect>
                                  </p:childTnLst>
                                </p:cTn>
                              </p:par>
                              <p:par>
                                <p:cTn fill="hold" nodeType="withEffect" presetClass="entr" presetID="10" presetSubtype="0">
                                  <p:stCondLst>
                                    <p:cond delay="0"/>
                                  </p:stCondLst>
                                  <p:childTnLst>
                                    <p:set>
                                      <p:cBhvr>
                                        <p:cTn dur="1" fill="hold">
                                          <p:stCondLst>
                                            <p:cond delay="0"/>
                                          </p:stCondLst>
                                        </p:cTn>
                                        <p:tgtEl>
                                          <p:spTgt spid="1114"/>
                                        </p:tgtEl>
                                        <p:attrNameLst>
                                          <p:attrName>style.visibility</p:attrName>
                                        </p:attrNameLst>
                                      </p:cBhvr>
                                      <p:to>
                                        <p:strVal val="visible"/>
                                      </p:to>
                                    </p:set>
                                    <p:animEffect filter="fade" transition="in">
                                      <p:cBhvr>
                                        <p:cTn dur="500"/>
                                        <p:tgtEl>
                                          <p:spTgt spid="1114"/>
                                        </p:tgtEl>
                                      </p:cBhvr>
                                    </p:animEffect>
                                  </p:childTnLst>
                                </p:cTn>
                              </p:par>
                              <p:par>
                                <p:cTn fill="hold" nodeType="withEffect" presetClass="entr" presetID="10" presetSubtype="0">
                                  <p:stCondLst>
                                    <p:cond delay="0"/>
                                  </p:stCondLst>
                                  <p:childTnLst>
                                    <p:set>
                                      <p:cBhvr>
                                        <p:cTn dur="1" fill="hold">
                                          <p:stCondLst>
                                            <p:cond delay="0"/>
                                          </p:stCondLst>
                                        </p:cTn>
                                        <p:tgtEl>
                                          <p:spTgt spid="1115"/>
                                        </p:tgtEl>
                                        <p:attrNameLst>
                                          <p:attrName>style.visibility</p:attrName>
                                        </p:attrNameLst>
                                      </p:cBhvr>
                                      <p:to>
                                        <p:strVal val="visible"/>
                                      </p:to>
                                    </p:set>
                                    <p:animEffect filter="fade" transition="in">
                                      <p:cBhvr>
                                        <p:cTn dur="500"/>
                                        <p:tgtEl>
                                          <p:spTgt spid="1115"/>
                                        </p:tgtEl>
                                      </p:cBhvr>
                                    </p:animEffect>
                                  </p:childTnLst>
                                </p:cTn>
                              </p:par>
                              <p:par>
                                <p:cTn fill="hold" nodeType="withEffect" presetClass="entr" presetID="10" presetSubtype="0">
                                  <p:stCondLst>
                                    <p:cond delay="0"/>
                                  </p:stCondLst>
                                  <p:childTnLst>
                                    <p:set>
                                      <p:cBhvr>
                                        <p:cTn dur="1" fill="hold">
                                          <p:stCondLst>
                                            <p:cond delay="0"/>
                                          </p:stCondLst>
                                        </p:cTn>
                                        <p:tgtEl>
                                          <p:spTgt spid="1116"/>
                                        </p:tgtEl>
                                        <p:attrNameLst>
                                          <p:attrName>style.visibility</p:attrName>
                                        </p:attrNameLst>
                                      </p:cBhvr>
                                      <p:to>
                                        <p:strVal val="visible"/>
                                      </p:to>
                                    </p:set>
                                    <p:animEffect filter="fade" transition="in">
                                      <p:cBhvr>
                                        <p:cTn dur="500"/>
                                        <p:tgtEl>
                                          <p:spTgt spid="111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0"/>
                                        </p:tgtEl>
                                        <p:attrNameLst>
                                          <p:attrName>style.visibility</p:attrName>
                                        </p:attrNameLst>
                                      </p:cBhvr>
                                      <p:to>
                                        <p:strVal val="visible"/>
                                      </p:to>
                                    </p:set>
                                    <p:animEffect filter="fade" transition="in">
                                      <p:cBhvr>
                                        <p:cTn dur="500"/>
                                        <p:tgtEl>
                                          <p:spTgt spid="10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18"/>
                                        </p:tgtEl>
                                        <p:attrNameLst>
                                          <p:attrName>style.visibility</p:attrName>
                                        </p:attrNameLst>
                                      </p:cBhvr>
                                      <p:to>
                                        <p:strVal val="visible"/>
                                      </p:to>
                                    </p:set>
                                    <p:animEffect filter="fade" transition="in">
                                      <p:cBhvr>
                                        <p:cTn dur="500"/>
                                        <p:tgtEl>
                                          <p:spTgt spid="1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24"/>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Mảng con trỏ</a:t>
            </a:r>
            <a:endParaRPr/>
          </a:p>
        </p:txBody>
      </p:sp>
      <p:sp>
        <p:nvSpPr>
          <p:cNvPr id="1128" name="Google Shape;1128;p24"/>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Ví dụ</a:t>
            </a:r>
            <a:endParaRPr/>
          </a:p>
        </p:txBody>
      </p:sp>
      <p:sp>
        <p:nvSpPr>
          <p:cNvPr id="1129" name="Google Shape;1129;p24"/>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1130" name="Google Shape;1130;p24"/>
          <p:cNvSpPr/>
          <p:nvPr/>
        </p:nvSpPr>
        <p:spPr>
          <a:xfrm>
            <a:off x="685800" y="2133600"/>
            <a:ext cx="152400" cy="37338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31" name="Google Shape;1131;p24"/>
          <p:cNvSpPr txBox="1"/>
          <p:nvPr/>
        </p:nvSpPr>
        <p:spPr>
          <a:xfrm>
            <a:off x="838200" y="2133600"/>
            <a:ext cx="8305800" cy="3786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print_strings(</a:t>
            </a:r>
            <a:r>
              <a:rPr b="1" i="0" lang="en-US" sz="2000" u="none" cap="none" strike="noStrike">
                <a:solidFill>
                  <a:srgbClr val="FF0000"/>
                </a:solidFill>
                <a:latin typeface="Courier New"/>
                <a:ea typeface="Courier New"/>
                <a:cs typeface="Courier New"/>
                <a:sym typeface="Courier New"/>
              </a:rPr>
              <a:t>char *p[]</a:t>
            </a:r>
            <a:r>
              <a:rPr b="1" i="0" lang="en-US" sz="2000" u="none" cap="none" strike="noStrike">
                <a:solidFill>
                  <a:schemeClr val="dk1"/>
                </a:solidFill>
                <a:latin typeface="Courier New"/>
                <a:ea typeface="Courier New"/>
                <a:cs typeface="Courier New"/>
                <a:sym typeface="Courier New"/>
              </a:rPr>
              <a:t>, int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for (int i = 0; i&lt;n;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printf(“%s ”, p[i]);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char *message[4] = {“Tin”, “Hoc”, “Co”, “So”};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print_strings(message,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1132" name="Google Shape;1132;p24"/>
          <p:cNvSpPr txBox="1"/>
          <p:nvPr/>
        </p:nvSpPr>
        <p:spPr>
          <a:xfrm>
            <a:off x="0" y="4572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33" name="Google Shape;1133;p24"/>
          <p:cNvSpPr txBox="1"/>
          <p:nvPr/>
        </p:nvSpPr>
        <p:spPr>
          <a:xfrm>
            <a:off x="0" y="22098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30"/>
                                        </p:tgtEl>
                                        <p:attrNameLst>
                                          <p:attrName>style.visibility</p:attrName>
                                        </p:attrNameLst>
                                      </p:cBhvr>
                                      <p:to>
                                        <p:strVal val="visible"/>
                                      </p:to>
                                    </p:set>
                                    <p:animEffect filter="fade" transition="in">
                                      <p:cBhvr>
                                        <p:cTn dur="500"/>
                                        <p:tgtEl>
                                          <p:spTgt spid="1130"/>
                                        </p:tgtEl>
                                      </p:cBhvr>
                                    </p:animEffect>
                                  </p:childTnLst>
                                </p:cTn>
                              </p:par>
                              <p:par>
                                <p:cTn fill="hold" nodeType="withEffect" presetClass="entr" presetID="10" presetSubtype="0">
                                  <p:stCondLst>
                                    <p:cond delay="0"/>
                                  </p:stCondLst>
                                  <p:childTnLst>
                                    <p:set>
                                      <p:cBhvr>
                                        <p:cTn dur="1" fill="hold">
                                          <p:stCondLst>
                                            <p:cond delay="0"/>
                                          </p:stCondLst>
                                        </p:cTn>
                                        <p:tgtEl>
                                          <p:spTgt spid="1131"/>
                                        </p:tgtEl>
                                        <p:attrNameLst>
                                          <p:attrName>style.visibility</p:attrName>
                                        </p:attrNameLst>
                                      </p:cBhvr>
                                      <p:to>
                                        <p:strVal val="visible"/>
                                      </p:to>
                                    </p:set>
                                    <p:animEffect filter="fade" transition="in">
                                      <p:cBhvr>
                                        <p:cTn dur="500"/>
                                        <p:tgtEl>
                                          <p:spTgt spid="1131"/>
                                        </p:tgtEl>
                                      </p:cBhvr>
                                    </p:animEffect>
                                  </p:childTnLst>
                                </p:cTn>
                              </p:par>
                              <p:par>
                                <p:cTn fill="hold" nodeType="withEffect" presetClass="entr" presetID="10" presetSubtype="0">
                                  <p:stCondLst>
                                    <p:cond delay="0"/>
                                  </p:stCondLst>
                                  <p:childTnLst>
                                    <p:set>
                                      <p:cBhvr>
                                        <p:cTn dur="1" fill="hold">
                                          <p:stCondLst>
                                            <p:cond delay="0"/>
                                          </p:stCondLst>
                                        </p:cTn>
                                        <p:tgtEl>
                                          <p:spTgt spid="1132"/>
                                        </p:tgtEl>
                                        <p:attrNameLst>
                                          <p:attrName>style.visibility</p:attrName>
                                        </p:attrNameLst>
                                      </p:cBhvr>
                                      <p:to>
                                        <p:strVal val="visible"/>
                                      </p:to>
                                    </p:set>
                                    <p:animEffect filter="fade" transition="in">
                                      <p:cBhvr>
                                        <p:cTn dur="500"/>
                                        <p:tgtEl>
                                          <p:spTgt spid="1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32"/>
                                        </p:tgtEl>
                                      </p:cBhvr>
                                    </p:animEffect>
                                    <p:set>
                                      <p:cBhvr>
                                        <p:cTn dur="1" fill="hold">
                                          <p:stCondLst>
                                            <p:cond delay="500"/>
                                          </p:stCondLst>
                                        </p:cTn>
                                        <p:tgtEl>
                                          <p:spTgt spid="113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133"/>
                                        </p:tgtEl>
                                        <p:attrNameLst>
                                          <p:attrName>style.visibility</p:attrName>
                                        </p:attrNameLst>
                                      </p:cBhvr>
                                      <p:to>
                                        <p:strVal val="visible"/>
                                      </p:to>
                                    </p:set>
                                    <p:animEffect filter="fade" transition="in">
                                      <p:cBhvr>
                                        <p:cTn dur="500"/>
                                        <p:tgtEl>
                                          <p:spTgt spid="1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33"/>
                                        </p:tgtEl>
                                      </p:cBhvr>
                                    </p:animEffect>
                                    <p:set>
                                      <p:cBhvr>
                                        <p:cTn dur="1" fill="hold">
                                          <p:stCondLst>
                                            <p:cond delay="500"/>
                                          </p:stCondLst>
                                        </p:cTn>
                                        <p:tgtEl>
                                          <p:spTgt spid="113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25"/>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hàm</a:t>
            </a:r>
            <a:endParaRPr/>
          </a:p>
        </p:txBody>
      </p:sp>
      <p:sp>
        <p:nvSpPr>
          <p:cNvPr id="1140" name="Google Shape;1140;p25"/>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Khái niệm</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rgbClr val="FF0000"/>
                </a:solidFill>
                <a:latin typeface="Tahoma"/>
                <a:ea typeface="Tahoma"/>
                <a:cs typeface="Tahoma"/>
                <a:sym typeface="Tahoma"/>
              </a:rPr>
              <a:t>Hàm</a:t>
            </a:r>
            <a:r>
              <a:rPr b="0" i="0" lang="en-US" sz="2800" u="none" cap="none" strike="noStrike">
                <a:solidFill>
                  <a:schemeClr val="dk1"/>
                </a:solidFill>
                <a:latin typeface="Tahoma"/>
                <a:ea typeface="Tahoma"/>
                <a:cs typeface="Tahoma"/>
                <a:sym typeface="Tahoma"/>
              </a:rPr>
              <a:t> cũng đ</a:t>
            </a:r>
            <a:r>
              <a:rPr lang="en-US"/>
              <a:t>ư</a:t>
            </a:r>
            <a:r>
              <a:rPr b="0" i="0" lang="en-US" sz="2800" u="none" cap="none" strike="noStrike">
                <a:solidFill>
                  <a:schemeClr val="dk1"/>
                </a:solidFill>
                <a:latin typeface="Tahoma"/>
                <a:ea typeface="Tahoma"/>
                <a:cs typeface="Tahoma"/>
                <a:sym typeface="Tahoma"/>
              </a:rPr>
              <a:t>ợc lưu trữ trong bộ nhớ, tức là </a:t>
            </a:r>
            <a:r>
              <a:rPr b="0" i="0" lang="en-US" sz="2800" u="none" cap="none" strike="noStrike">
                <a:solidFill>
                  <a:srgbClr val="FF0000"/>
                </a:solidFill>
                <a:latin typeface="Tahoma"/>
                <a:ea typeface="Tahoma"/>
                <a:cs typeface="Tahoma"/>
                <a:sym typeface="Tahoma"/>
              </a:rPr>
              <a:t>cũng có địa chỉ</a:t>
            </a:r>
            <a:r>
              <a:rPr b="0" i="0" lang="en-US" sz="2800" u="none" cap="none" strike="noStrike">
                <a:solidFill>
                  <a:schemeClr val="dk1"/>
                </a:solidFill>
                <a:latin typeface="Tahoma"/>
                <a:ea typeface="Tahoma"/>
                <a:cs typeface="Tahoma"/>
                <a:sym typeface="Tahoma"/>
              </a:rPr>
              <a:t>.</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Con trỏ hàm là </a:t>
            </a:r>
            <a:r>
              <a:rPr b="0" i="0" lang="en-US" sz="2800" u="none" cap="none" strike="noStrike">
                <a:solidFill>
                  <a:srgbClr val="FF0000"/>
                </a:solidFill>
                <a:latin typeface="Tahoma"/>
                <a:ea typeface="Tahoma"/>
                <a:cs typeface="Tahoma"/>
                <a:sym typeface="Tahoma"/>
              </a:rPr>
              <a:t>con trỏ trỏ đến vùng nhớ chứa hàm</a:t>
            </a:r>
            <a:r>
              <a:rPr b="0" i="0" lang="en-US" sz="2800" u="none" cap="none" strike="noStrike">
                <a:solidFill>
                  <a:schemeClr val="dk1"/>
                </a:solidFill>
                <a:latin typeface="Tahoma"/>
                <a:ea typeface="Tahoma"/>
                <a:cs typeface="Tahoma"/>
                <a:sym typeface="Tahoma"/>
              </a:rPr>
              <a:t> và có thể gọi hàm thông qua con trỏ đó.</a:t>
            </a:r>
            <a:endParaRPr/>
          </a:p>
        </p:txBody>
      </p:sp>
      <p:sp>
        <p:nvSpPr>
          <p:cNvPr id="1141" name="Google Shape;1141;p25"/>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1142" name="Google Shape;1142;p25"/>
          <p:cNvSpPr/>
          <p:nvPr/>
        </p:nvSpPr>
        <p:spPr>
          <a:xfrm>
            <a:off x="7543800" y="54102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1143" name="Google Shape;1143;p25"/>
          <p:cNvSpPr/>
          <p:nvPr/>
        </p:nvSpPr>
        <p:spPr>
          <a:xfrm>
            <a:off x="685800" y="54102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a:t>
            </a:r>
            <a:endParaRPr b="0" i="0" sz="1400" u="none" cap="none" strike="noStrike">
              <a:solidFill>
                <a:srgbClr val="000000"/>
              </a:solidFill>
              <a:latin typeface="Arial"/>
              <a:ea typeface="Arial"/>
              <a:cs typeface="Arial"/>
              <a:sym typeface="Arial"/>
            </a:endParaRPr>
          </a:p>
        </p:txBody>
      </p:sp>
      <p:sp>
        <p:nvSpPr>
          <p:cNvPr id="1144" name="Google Shape;1144;p25"/>
          <p:cNvSpPr/>
          <p:nvPr/>
        </p:nvSpPr>
        <p:spPr>
          <a:xfrm>
            <a:off x="11430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45" name="Google Shape;1145;p25"/>
          <p:cNvSpPr/>
          <p:nvPr/>
        </p:nvSpPr>
        <p:spPr>
          <a:xfrm>
            <a:off x="11430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0A</a:t>
            </a:r>
            <a:endParaRPr b="0" i="0" sz="800" u="none" cap="none" strike="noStrike">
              <a:solidFill>
                <a:srgbClr val="000000"/>
              </a:solidFill>
              <a:latin typeface="Arial"/>
              <a:ea typeface="Arial"/>
              <a:cs typeface="Arial"/>
              <a:sym typeface="Arial"/>
            </a:endParaRPr>
          </a:p>
        </p:txBody>
      </p:sp>
      <p:sp>
        <p:nvSpPr>
          <p:cNvPr id="1146" name="Google Shape;1146;p25"/>
          <p:cNvSpPr/>
          <p:nvPr/>
        </p:nvSpPr>
        <p:spPr>
          <a:xfrm>
            <a:off x="16002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47" name="Google Shape;1147;p25"/>
          <p:cNvSpPr/>
          <p:nvPr/>
        </p:nvSpPr>
        <p:spPr>
          <a:xfrm>
            <a:off x="16002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0B</a:t>
            </a:r>
            <a:endParaRPr b="0" i="0" sz="800" u="none" cap="none" strike="noStrike">
              <a:solidFill>
                <a:srgbClr val="000000"/>
              </a:solidFill>
              <a:latin typeface="Arial"/>
              <a:ea typeface="Arial"/>
              <a:cs typeface="Arial"/>
              <a:sym typeface="Arial"/>
            </a:endParaRPr>
          </a:p>
        </p:txBody>
      </p:sp>
      <p:sp>
        <p:nvSpPr>
          <p:cNvPr id="1148" name="Google Shape;1148;p25"/>
          <p:cNvSpPr/>
          <p:nvPr/>
        </p:nvSpPr>
        <p:spPr>
          <a:xfrm>
            <a:off x="20574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49" name="Google Shape;1149;p25"/>
          <p:cNvSpPr/>
          <p:nvPr/>
        </p:nvSpPr>
        <p:spPr>
          <a:xfrm>
            <a:off x="20574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0C</a:t>
            </a:r>
            <a:endParaRPr b="0" i="0" sz="800" u="none" cap="none" strike="noStrike">
              <a:solidFill>
                <a:srgbClr val="000000"/>
              </a:solidFill>
              <a:latin typeface="Arial"/>
              <a:ea typeface="Arial"/>
              <a:cs typeface="Arial"/>
              <a:sym typeface="Arial"/>
            </a:endParaRPr>
          </a:p>
        </p:txBody>
      </p:sp>
      <p:sp>
        <p:nvSpPr>
          <p:cNvPr id="1150" name="Google Shape;1150;p25"/>
          <p:cNvSpPr/>
          <p:nvPr/>
        </p:nvSpPr>
        <p:spPr>
          <a:xfrm>
            <a:off x="25146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51" name="Google Shape;1151;p25"/>
          <p:cNvSpPr/>
          <p:nvPr/>
        </p:nvSpPr>
        <p:spPr>
          <a:xfrm>
            <a:off x="25146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0D</a:t>
            </a:r>
            <a:endParaRPr b="0" i="0" sz="800" u="none" cap="none" strike="noStrike">
              <a:solidFill>
                <a:srgbClr val="000000"/>
              </a:solidFill>
              <a:latin typeface="Arial"/>
              <a:ea typeface="Arial"/>
              <a:cs typeface="Arial"/>
              <a:sym typeface="Arial"/>
            </a:endParaRPr>
          </a:p>
        </p:txBody>
      </p:sp>
      <p:sp>
        <p:nvSpPr>
          <p:cNvPr id="1152" name="Google Shape;1152;p25"/>
          <p:cNvSpPr/>
          <p:nvPr/>
        </p:nvSpPr>
        <p:spPr>
          <a:xfrm>
            <a:off x="29718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53" name="Google Shape;1153;p25"/>
          <p:cNvSpPr/>
          <p:nvPr/>
        </p:nvSpPr>
        <p:spPr>
          <a:xfrm>
            <a:off x="29718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0E</a:t>
            </a:r>
            <a:endParaRPr b="0" i="0" sz="800" u="none" cap="none" strike="noStrike">
              <a:solidFill>
                <a:srgbClr val="000000"/>
              </a:solidFill>
              <a:latin typeface="Arial"/>
              <a:ea typeface="Arial"/>
              <a:cs typeface="Arial"/>
              <a:sym typeface="Arial"/>
            </a:endParaRPr>
          </a:p>
        </p:txBody>
      </p:sp>
      <p:sp>
        <p:nvSpPr>
          <p:cNvPr id="1154" name="Google Shape;1154;p25"/>
          <p:cNvSpPr/>
          <p:nvPr/>
        </p:nvSpPr>
        <p:spPr>
          <a:xfrm>
            <a:off x="34290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55" name="Google Shape;1155;p25"/>
          <p:cNvSpPr/>
          <p:nvPr/>
        </p:nvSpPr>
        <p:spPr>
          <a:xfrm>
            <a:off x="34290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0F</a:t>
            </a:r>
            <a:endParaRPr b="0" i="0" sz="800" u="none" cap="none" strike="noStrike">
              <a:solidFill>
                <a:srgbClr val="000000"/>
              </a:solidFill>
              <a:latin typeface="Arial"/>
              <a:ea typeface="Arial"/>
              <a:cs typeface="Arial"/>
              <a:sym typeface="Arial"/>
            </a:endParaRPr>
          </a:p>
        </p:txBody>
      </p:sp>
      <p:sp>
        <p:nvSpPr>
          <p:cNvPr id="1156" name="Google Shape;1156;p25"/>
          <p:cNvSpPr/>
          <p:nvPr/>
        </p:nvSpPr>
        <p:spPr>
          <a:xfrm>
            <a:off x="38862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57" name="Google Shape;1157;p25"/>
          <p:cNvSpPr/>
          <p:nvPr/>
        </p:nvSpPr>
        <p:spPr>
          <a:xfrm>
            <a:off x="38862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10</a:t>
            </a:r>
            <a:endParaRPr b="0" i="0" sz="800" u="none" cap="none" strike="noStrike">
              <a:solidFill>
                <a:srgbClr val="000000"/>
              </a:solidFill>
              <a:latin typeface="Arial"/>
              <a:ea typeface="Arial"/>
              <a:cs typeface="Arial"/>
              <a:sym typeface="Arial"/>
            </a:endParaRPr>
          </a:p>
        </p:txBody>
      </p:sp>
      <p:sp>
        <p:nvSpPr>
          <p:cNvPr id="1158" name="Google Shape;1158;p25"/>
          <p:cNvSpPr/>
          <p:nvPr/>
        </p:nvSpPr>
        <p:spPr>
          <a:xfrm>
            <a:off x="43434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59" name="Google Shape;1159;p25"/>
          <p:cNvSpPr/>
          <p:nvPr/>
        </p:nvSpPr>
        <p:spPr>
          <a:xfrm>
            <a:off x="43434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11</a:t>
            </a:r>
            <a:endParaRPr b="0" i="0" sz="800" u="none" cap="none" strike="noStrike">
              <a:solidFill>
                <a:srgbClr val="000000"/>
              </a:solidFill>
              <a:latin typeface="Arial"/>
              <a:ea typeface="Arial"/>
              <a:cs typeface="Arial"/>
              <a:sym typeface="Arial"/>
            </a:endParaRPr>
          </a:p>
        </p:txBody>
      </p:sp>
      <p:sp>
        <p:nvSpPr>
          <p:cNvPr id="1160" name="Google Shape;1160;p25"/>
          <p:cNvSpPr/>
          <p:nvPr/>
        </p:nvSpPr>
        <p:spPr>
          <a:xfrm>
            <a:off x="48006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61" name="Google Shape;1161;p25"/>
          <p:cNvSpPr/>
          <p:nvPr/>
        </p:nvSpPr>
        <p:spPr>
          <a:xfrm>
            <a:off x="48006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12</a:t>
            </a:r>
            <a:endParaRPr b="0" i="0" sz="800" u="none" cap="none" strike="noStrike">
              <a:solidFill>
                <a:srgbClr val="000000"/>
              </a:solidFill>
              <a:latin typeface="Arial"/>
              <a:ea typeface="Arial"/>
              <a:cs typeface="Arial"/>
              <a:sym typeface="Arial"/>
            </a:endParaRPr>
          </a:p>
        </p:txBody>
      </p:sp>
      <p:sp>
        <p:nvSpPr>
          <p:cNvPr id="1162" name="Google Shape;1162;p25"/>
          <p:cNvSpPr/>
          <p:nvPr/>
        </p:nvSpPr>
        <p:spPr>
          <a:xfrm>
            <a:off x="52578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63" name="Google Shape;1163;p25"/>
          <p:cNvSpPr/>
          <p:nvPr/>
        </p:nvSpPr>
        <p:spPr>
          <a:xfrm>
            <a:off x="52578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13</a:t>
            </a:r>
            <a:endParaRPr b="0" i="0" sz="800" u="none" cap="none" strike="noStrike">
              <a:solidFill>
                <a:srgbClr val="000000"/>
              </a:solidFill>
              <a:latin typeface="Arial"/>
              <a:ea typeface="Arial"/>
              <a:cs typeface="Arial"/>
              <a:sym typeface="Arial"/>
            </a:endParaRPr>
          </a:p>
        </p:txBody>
      </p:sp>
      <p:sp>
        <p:nvSpPr>
          <p:cNvPr id="1164" name="Google Shape;1164;p25"/>
          <p:cNvSpPr/>
          <p:nvPr/>
        </p:nvSpPr>
        <p:spPr>
          <a:xfrm>
            <a:off x="57150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65" name="Google Shape;1165;p25"/>
          <p:cNvSpPr/>
          <p:nvPr/>
        </p:nvSpPr>
        <p:spPr>
          <a:xfrm>
            <a:off x="57150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14</a:t>
            </a:r>
            <a:endParaRPr b="0" i="0" sz="800" u="none" cap="none" strike="noStrike">
              <a:solidFill>
                <a:srgbClr val="000000"/>
              </a:solidFill>
              <a:latin typeface="Arial"/>
              <a:ea typeface="Arial"/>
              <a:cs typeface="Arial"/>
              <a:sym typeface="Arial"/>
            </a:endParaRPr>
          </a:p>
        </p:txBody>
      </p:sp>
      <p:sp>
        <p:nvSpPr>
          <p:cNvPr id="1166" name="Google Shape;1166;p25"/>
          <p:cNvSpPr/>
          <p:nvPr/>
        </p:nvSpPr>
        <p:spPr>
          <a:xfrm>
            <a:off x="61722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67" name="Google Shape;1167;p25"/>
          <p:cNvSpPr/>
          <p:nvPr/>
        </p:nvSpPr>
        <p:spPr>
          <a:xfrm>
            <a:off x="61722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15</a:t>
            </a:r>
            <a:endParaRPr b="0" i="0" sz="800" u="none" cap="none" strike="noStrike">
              <a:solidFill>
                <a:srgbClr val="000000"/>
              </a:solidFill>
              <a:latin typeface="Arial"/>
              <a:ea typeface="Arial"/>
              <a:cs typeface="Arial"/>
              <a:sym typeface="Arial"/>
            </a:endParaRPr>
          </a:p>
        </p:txBody>
      </p:sp>
      <p:sp>
        <p:nvSpPr>
          <p:cNvPr id="1168" name="Google Shape;1168;p25"/>
          <p:cNvSpPr/>
          <p:nvPr/>
        </p:nvSpPr>
        <p:spPr>
          <a:xfrm>
            <a:off x="66294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69" name="Google Shape;1169;p25"/>
          <p:cNvSpPr/>
          <p:nvPr/>
        </p:nvSpPr>
        <p:spPr>
          <a:xfrm>
            <a:off x="66294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16</a:t>
            </a:r>
            <a:endParaRPr b="0" i="0" sz="800" u="none" cap="none" strike="noStrike">
              <a:solidFill>
                <a:srgbClr val="000000"/>
              </a:solidFill>
              <a:latin typeface="Arial"/>
              <a:ea typeface="Arial"/>
              <a:cs typeface="Arial"/>
              <a:sym typeface="Arial"/>
            </a:endParaRPr>
          </a:p>
        </p:txBody>
      </p:sp>
      <p:sp>
        <p:nvSpPr>
          <p:cNvPr id="1170" name="Google Shape;1170;p25"/>
          <p:cNvSpPr/>
          <p:nvPr/>
        </p:nvSpPr>
        <p:spPr>
          <a:xfrm>
            <a:off x="7086600" y="5410200"/>
            <a:ext cx="457200" cy="457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71" name="Google Shape;1171;p25"/>
          <p:cNvSpPr/>
          <p:nvPr/>
        </p:nvSpPr>
        <p:spPr>
          <a:xfrm>
            <a:off x="7086600" y="4953000"/>
            <a:ext cx="4572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1800"/>
              <a:buFont typeface="Verdana"/>
              <a:buNone/>
            </a:pPr>
            <a:r>
              <a:rPr b="0" i="0" lang="en-US" sz="1200" u="none" cap="none" strike="noStrike">
                <a:solidFill>
                  <a:srgbClr val="003366"/>
                </a:solidFill>
                <a:latin typeface="Verdana"/>
                <a:ea typeface="Verdana"/>
                <a:cs typeface="Verdana"/>
                <a:sym typeface="Verdana"/>
              </a:rPr>
              <a:t>17</a:t>
            </a:r>
            <a:endParaRPr b="0" i="0" sz="800" u="none" cap="none" strike="noStrike">
              <a:solidFill>
                <a:srgbClr val="000000"/>
              </a:solidFill>
              <a:latin typeface="Arial"/>
              <a:ea typeface="Arial"/>
              <a:cs typeface="Arial"/>
              <a:sym typeface="Arial"/>
            </a:endParaRPr>
          </a:p>
        </p:txBody>
      </p:sp>
      <p:sp>
        <p:nvSpPr>
          <p:cNvPr id="1172" name="Google Shape;1172;p25"/>
          <p:cNvSpPr/>
          <p:nvPr/>
        </p:nvSpPr>
        <p:spPr>
          <a:xfrm>
            <a:off x="1600200" y="6248400"/>
            <a:ext cx="4572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p</a:t>
            </a:r>
            <a:endParaRPr b="0" i="0" sz="1400" u="none" cap="none" strike="noStrike">
              <a:solidFill>
                <a:srgbClr val="000000"/>
              </a:solidFill>
              <a:latin typeface="Arial"/>
              <a:ea typeface="Arial"/>
              <a:cs typeface="Arial"/>
              <a:sym typeface="Arial"/>
            </a:endParaRPr>
          </a:p>
        </p:txBody>
      </p:sp>
      <p:cxnSp>
        <p:nvCxnSpPr>
          <p:cNvPr id="1173" name="Google Shape;1173;p25"/>
          <p:cNvCxnSpPr/>
          <p:nvPr/>
        </p:nvCxnSpPr>
        <p:spPr>
          <a:xfrm rot="-5400000">
            <a:off x="1639887" y="6132512"/>
            <a:ext cx="379412" cy="1587"/>
          </a:xfrm>
          <a:prstGeom prst="straightConnector1">
            <a:avLst/>
          </a:prstGeom>
          <a:noFill/>
          <a:ln cap="flat" cmpd="sng" w="38100">
            <a:solidFill>
              <a:srgbClr val="DD8443"/>
            </a:solidFill>
            <a:prstDash val="solid"/>
            <a:miter lim="800000"/>
            <a:headEnd len="sm" w="sm" type="none"/>
            <a:tailEnd len="med" w="med" type="stealth"/>
          </a:ln>
        </p:spPr>
      </p:cxnSp>
      <p:sp>
        <p:nvSpPr>
          <p:cNvPr id="1174" name="Google Shape;1174;p25"/>
          <p:cNvSpPr/>
          <p:nvPr/>
        </p:nvSpPr>
        <p:spPr>
          <a:xfrm>
            <a:off x="4343400" y="6248400"/>
            <a:ext cx="3120000" cy="457200"/>
          </a:xfrm>
          <a:prstGeom prst="roundRect">
            <a:avLst>
              <a:gd fmla="val 16667" name="adj"/>
            </a:avLst>
          </a:prstGeom>
          <a:solidFill>
            <a:schemeClr val="lt1"/>
          </a:solidFill>
          <a:ln cap="flat" cmpd="sng" w="254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2400" u="none" cap="none" strike="noStrike">
                <a:solidFill>
                  <a:srgbClr val="003366"/>
                </a:solidFill>
                <a:latin typeface="Verdana"/>
                <a:ea typeface="Verdana"/>
                <a:cs typeface="Verdana"/>
                <a:sym typeface="Verdana"/>
              </a:rPr>
              <a:t>int Cong(int, int)</a:t>
            </a:r>
            <a:endParaRPr b="0" i="0" sz="1400" u="none" cap="none" strike="noStrike">
              <a:solidFill>
                <a:srgbClr val="000000"/>
              </a:solidFill>
              <a:latin typeface="Arial"/>
              <a:ea typeface="Arial"/>
              <a:cs typeface="Arial"/>
              <a:sym typeface="Arial"/>
            </a:endParaRPr>
          </a:p>
        </p:txBody>
      </p:sp>
      <p:cxnSp>
        <p:nvCxnSpPr>
          <p:cNvPr id="1175" name="Google Shape;1175;p25"/>
          <p:cNvCxnSpPr/>
          <p:nvPr/>
        </p:nvCxnSpPr>
        <p:spPr>
          <a:xfrm rot="-5400000">
            <a:off x="4383087" y="6132512"/>
            <a:ext cx="379412" cy="1587"/>
          </a:xfrm>
          <a:prstGeom prst="straightConnector1">
            <a:avLst/>
          </a:prstGeom>
          <a:noFill/>
          <a:ln cap="flat" cmpd="sng" w="38100">
            <a:solidFill>
              <a:srgbClr val="DD8443"/>
            </a:solidFill>
            <a:prstDash val="solid"/>
            <a:miter lim="800000"/>
            <a:headEnd len="sm" w="sm" type="none"/>
            <a:tailEnd len="med" w="med" type="stealth"/>
          </a:ln>
        </p:spPr>
      </p:cxnSp>
      <p:cxnSp>
        <p:nvCxnSpPr>
          <p:cNvPr id="1176" name="Google Shape;1176;p25"/>
          <p:cNvCxnSpPr/>
          <p:nvPr/>
        </p:nvCxnSpPr>
        <p:spPr>
          <a:xfrm rot="-5400000">
            <a:off x="1639887" y="4837112"/>
            <a:ext cx="379412" cy="1587"/>
          </a:xfrm>
          <a:prstGeom prst="straightConnector1">
            <a:avLst/>
          </a:prstGeom>
          <a:noFill/>
          <a:ln cap="flat" cmpd="sng" w="38100">
            <a:solidFill>
              <a:srgbClr val="DD8443"/>
            </a:solidFill>
            <a:prstDash val="solid"/>
            <a:miter lim="800000"/>
            <a:headEnd len="sm" w="sm" type="none"/>
            <a:tailEnd len="sm" w="sm" type="none"/>
          </a:ln>
        </p:spPr>
      </p:cxnSp>
      <p:cxnSp>
        <p:nvCxnSpPr>
          <p:cNvPr id="1177" name="Google Shape;1177;p25"/>
          <p:cNvCxnSpPr/>
          <p:nvPr/>
        </p:nvCxnSpPr>
        <p:spPr>
          <a:xfrm rot="5400000">
            <a:off x="4381500" y="4838700"/>
            <a:ext cx="382587" cy="1587"/>
          </a:xfrm>
          <a:prstGeom prst="straightConnector1">
            <a:avLst/>
          </a:prstGeom>
          <a:noFill/>
          <a:ln cap="flat" cmpd="sng" w="38100">
            <a:solidFill>
              <a:srgbClr val="DD8443"/>
            </a:solidFill>
            <a:prstDash val="solid"/>
            <a:miter lim="800000"/>
            <a:headEnd len="sm" w="sm" type="none"/>
            <a:tailEnd len="med" w="med" type="stealth"/>
          </a:ln>
        </p:spPr>
      </p:cxnSp>
      <p:cxnSp>
        <p:nvCxnSpPr>
          <p:cNvPr id="1178" name="Google Shape;1178;p25"/>
          <p:cNvCxnSpPr/>
          <p:nvPr/>
        </p:nvCxnSpPr>
        <p:spPr>
          <a:xfrm rot="10800000">
            <a:off x="1828800" y="4648200"/>
            <a:ext cx="2743200" cy="1587"/>
          </a:xfrm>
          <a:prstGeom prst="straightConnector1">
            <a:avLst/>
          </a:prstGeom>
          <a:noFill/>
          <a:ln cap="flat" cmpd="sng" w="38100">
            <a:solidFill>
              <a:srgbClr val="DD8443"/>
            </a:solidFill>
            <a:prstDash val="solid"/>
            <a:miter lim="800000"/>
            <a:headEnd len="sm" w="sm" type="none"/>
            <a:tailEnd len="sm" w="sm" type="none"/>
          </a:ln>
        </p:spPr>
      </p:cxnSp>
      <p:sp>
        <p:nvSpPr>
          <p:cNvPr id="1179" name="Google Shape;1179;p25"/>
          <p:cNvSpPr/>
          <p:nvPr/>
        </p:nvSpPr>
        <p:spPr>
          <a:xfrm>
            <a:off x="1600200" y="5334000"/>
            <a:ext cx="1828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80" name="Google Shape;1180;p25"/>
          <p:cNvSpPr/>
          <p:nvPr/>
        </p:nvSpPr>
        <p:spPr>
          <a:xfrm>
            <a:off x="4343400" y="5334000"/>
            <a:ext cx="3733800" cy="609600"/>
          </a:xfrm>
          <a:prstGeom prst="roundRect">
            <a:avLst>
              <a:gd fmla="val 16667" name="adj"/>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81" name="Google Shape;1181;p25"/>
          <p:cNvSpPr/>
          <p:nvPr/>
        </p:nvSpPr>
        <p:spPr>
          <a:xfrm>
            <a:off x="16002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400" u="none" cap="none" strike="noStrike">
                <a:solidFill>
                  <a:srgbClr val="003366"/>
                </a:solidFill>
                <a:latin typeface="Verdana"/>
                <a:ea typeface="Verdana"/>
                <a:cs typeface="Verdana"/>
                <a:sym typeface="Verdana"/>
              </a:rPr>
              <a:t>11</a:t>
            </a:r>
            <a:endParaRPr b="0" i="0" sz="400" u="none" cap="none" strike="noStrike">
              <a:solidFill>
                <a:srgbClr val="000000"/>
              </a:solidFill>
              <a:latin typeface="Arial"/>
              <a:ea typeface="Arial"/>
              <a:cs typeface="Arial"/>
              <a:sym typeface="Arial"/>
            </a:endParaRPr>
          </a:p>
        </p:txBody>
      </p:sp>
      <p:sp>
        <p:nvSpPr>
          <p:cNvPr id="1182" name="Google Shape;1182;p25"/>
          <p:cNvSpPr/>
          <p:nvPr/>
        </p:nvSpPr>
        <p:spPr>
          <a:xfrm>
            <a:off x="20574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400" u="none" cap="none" strike="noStrike">
                <a:solidFill>
                  <a:srgbClr val="003366"/>
                </a:solidFill>
                <a:latin typeface="Verdana"/>
                <a:ea typeface="Verdana"/>
                <a:cs typeface="Verdana"/>
                <a:sym typeface="Verdana"/>
              </a:rPr>
              <a:t>00</a:t>
            </a:r>
            <a:endParaRPr b="0" i="0" sz="400" u="none" cap="none" strike="noStrike">
              <a:solidFill>
                <a:srgbClr val="000000"/>
              </a:solidFill>
              <a:latin typeface="Arial"/>
              <a:ea typeface="Arial"/>
              <a:cs typeface="Arial"/>
              <a:sym typeface="Arial"/>
            </a:endParaRPr>
          </a:p>
        </p:txBody>
      </p:sp>
      <p:sp>
        <p:nvSpPr>
          <p:cNvPr id="1183" name="Google Shape;1183;p25"/>
          <p:cNvSpPr/>
          <p:nvPr/>
        </p:nvSpPr>
        <p:spPr>
          <a:xfrm>
            <a:off x="25146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400" u="none" cap="none" strike="noStrike">
                <a:solidFill>
                  <a:srgbClr val="003366"/>
                </a:solidFill>
                <a:latin typeface="Verdana"/>
                <a:ea typeface="Verdana"/>
                <a:cs typeface="Verdana"/>
                <a:sym typeface="Verdana"/>
              </a:rPr>
              <a:t>00</a:t>
            </a:r>
            <a:endParaRPr b="0" i="0" sz="400" u="none" cap="none" strike="noStrike">
              <a:solidFill>
                <a:srgbClr val="000000"/>
              </a:solidFill>
              <a:latin typeface="Arial"/>
              <a:ea typeface="Arial"/>
              <a:cs typeface="Arial"/>
              <a:sym typeface="Arial"/>
            </a:endParaRPr>
          </a:p>
        </p:txBody>
      </p:sp>
      <p:sp>
        <p:nvSpPr>
          <p:cNvPr id="1184" name="Google Shape;1184;p25"/>
          <p:cNvSpPr/>
          <p:nvPr/>
        </p:nvSpPr>
        <p:spPr>
          <a:xfrm>
            <a:off x="2971800" y="5410200"/>
            <a:ext cx="457200" cy="457200"/>
          </a:xfrm>
          <a:prstGeom prst="roundRect">
            <a:avLst>
              <a:gd fmla="val 16667" name="adj"/>
            </a:avLst>
          </a:prstGeom>
          <a:gradFill>
            <a:gsLst>
              <a:gs pos="0">
                <a:srgbClr val="FFBD92"/>
              </a:gs>
              <a:gs pos="35000">
                <a:srgbClr val="FFCFB3"/>
              </a:gs>
              <a:gs pos="100000">
                <a:srgbClr val="FFEBE0"/>
              </a:gs>
            </a:gsLst>
            <a:lin ang="16200000" scaled="0"/>
          </a:gradFill>
          <a:ln cap="flat" cmpd="sng" w="9525">
            <a:solidFill>
              <a:srgbClr val="DD8443"/>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3366"/>
              </a:buClr>
              <a:buSzPts val="2400"/>
              <a:buFont typeface="Verdana"/>
              <a:buNone/>
            </a:pPr>
            <a:r>
              <a:rPr b="0" i="0" lang="en-US" sz="1400" u="none" cap="none" strike="noStrike">
                <a:solidFill>
                  <a:srgbClr val="003366"/>
                </a:solidFill>
                <a:latin typeface="Verdana"/>
                <a:ea typeface="Verdana"/>
                <a:cs typeface="Verdana"/>
                <a:sym typeface="Verdana"/>
              </a:rPr>
              <a:t>00</a:t>
            </a:r>
            <a:endParaRPr b="0" i="0" sz="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2"/>
                                        </p:tgtEl>
                                        <p:attrNameLst>
                                          <p:attrName>style.visibility</p:attrName>
                                        </p:attrNameLst>
                                      </p:cBhvr>
                                      <p:to>
                                        <p:strVal val="visible"/>
                                      </p:to>
                                    </p:set>
                                    <p:animEffect filter="fade" transition="in">
                                      <p:cBhvr>
                                        <p:cTn dur="500"/>
                                        <p:tgtEl>
                                          <p:spTgt spid="1142"/>
                                        </p:tgtEl>
                                      </p:cBhvr>
                                    </p:animEffect>
                                  </p:childTnLst>
                                </p:cTn>
                              </p:par>
                              <p:par>
                                <p:cTn fill="hold" nodeType="withEffect" presetClass="entr" presetID="10" presetSubtype="0">
                                  <p:stCondLst>
                                    <p:cond delay="0"/>
                                  </p:stCondLst>
                                  <p:childTnLst>
                                    <p:set>
                                      <p:cBhvr>
                                        <p:cTn dur="1" fill="hold">
                                          <p:stCondLst>
                                            <p:cond delay="0"/>
                                          </p:stCondLst>
                                        </p:cTn>
                                        <p:tgtEl>
                                          <p:spTgt spid="1143"/>
                                        </p:tgtEl>
                                        <p:attrNameLst>
                                          <p:attrName>style.visibility</p:attrName>
                                        </p:attrNameLst>
                                      </p:cBhvr>
                                      <p:to>
                                        <p:strVal val="visible"/>
                                      </p:to>
                                    </p:set>
                                    <p:animEffect filter="fade" transition="in">
                                      <p:cBhvr>
                                        <p:cTn dur="500"/>
                                        <p:tgtEl>
                                          <p:spTgt spid="1143"/>
                                        </p:tgtEl>
                                      </p:cBhvr>
                                    </p:animEffect>
                                  </p:childTnLst>
                                </p:cTn>
                              </p:par>
                              <p:par>
                                <p:cTn fill="hold" nodeType="withEffect" presetClass="entr" presetID="10" presetSubtype="0">
                                  <p:stCondLst>
                                    <p:cond delay="0"/>
                                  </p:stCondLst>
                                  <p:childTnLst>
                                    <p:set>
                                      <p:cBhvr>
                                        <p:cTn dur="1" fill="hold">
                                          <p:stCondLst>
                                            <p:cond delay="0"/>
                                          </p:stCondLst>
                                        </p:cTn>
                                        <p:tgtEl>
                                          <p:spTgt spid="1144"/>
                                        </p:tgtEl>
                                        <p:attrNameLst>
                                          <p:attrName>style.visibility</p:attrName>
                                        </p:attrNameLst>
                                      </p:cBhvr>
                                      <p:to>
                                        <p:strVal val="visible"/>
                                      </p:to>
                                    </p:set>
                                    <p:animEffect filter="fade" transition="in">
                                      <p:cBhvr>
                                        <p:cTn dur="500"/>
                                        <p:tgtEl>
                                          <p:spTgt spid="1144"/>
                                        </p:tgtEl>
                                      </p:cBhvr>
                                    </p:animEffect>
                                  </p:childTnLst>
                                </p:cTn>
                              </p:par>
                              <p:par>
                                <p:cTn fill="hold" nodeType="withEffect" presetClass="entr" presetID="10" presetSubtype="0">
                                  <p:stCondLst>
                                    <p:cond delay="0"/>
                                  </p:stCondLst>
                                  <p:childTnLst>
                                    <p:set>
                                      <p:cBhvr>
                                        <p:cTn dur="1" fill="hold">
                                          <p:stCondLst>
                                            <p:cond delay="0"/>
                                          </p:stCondLst>
                                        </p:cTn>
                                        <p:tgtEl>
                                          <p:spTgt spid="1145"/>
                                        </p:tgtEl>
                                        <p:attrNameLst>
                                          <p:attrName>style.visibility</p:attrName>
                                        </p:attrNameLst>
                                      </p:cBhvr>
                                      <p:to>
                                        <p:strVal val="visible"/>
                                      </p:to>
                                    </p:set>
                                    <p:animEffect filter="fade" transition="in">
                                      <p:cBhvr>
                                        <p:cTn dur="500"/>
                                        <p:tgtEl>
                                          <p:spTgt spid="1145"/>
                                        </p:tgtEl>
                                      </p:cBhvr>
                                    </p:animEffect>
                                  </p:childTnLst>
                                </p:cTn>
                              </p:par>
                              <p:par>
                                <p:cTn fill="hold" nodeType="withEffect" presetClass="entr" presetID="10" presetSubtype="0">
                                  <p:stCondLst>
                                    <p:cond delay="0"/>
                                  </p:stCondLst>
                                  <p:childTnLst>
                                    <p:set>
                                      <p:cBhvr>
                                        <p:cTn dur="1" fill="hold">
                                          <p:stCondLst>
                                            <p:cond delay="0"/>
                                          </p:stCondLst>
                                        </p:cTn>
                                        <p:tgtEl>
                                          <p:spTgt spid="1146"/>
                                        </p:tgtEl>
                                        <p:attrNameLst>
                                          <p:attrName>style.visibility</p:attrName>
                                        </p:attrNameLst>
                                      </p:cBhvr>
                                      <p:to>
                                        <p:strVal val="visible"/>
                                      </p:to>
                                    </p:set>
                                    <p:animEffect filter="fade" transition="in">
                                      <p:cBhvr>
                                        <p:cTn dur="500"/>
                                        <p:tgtEl>
                                          <p:spTgt spid="1146"/>
                                        </p:tgtEl>
                                      </p:cBhvr>
                                    </p:animEffect>
                                  </p:childTnLst>
                                </p:cTn>
                              </p:par>
                              <p:par>
                                <p:cTn fill="hold" nodeType="withEffect" presetClass="entr" presetID="10" presetSubtype="0">
                                  <p:stCondLst>
                                    <p:cond delay="0"/>
                                  </p:stCondLst>
                                  <p:childTnLst>
                                    <p:set>
                                      <p:cBhvr>
                                        <p:cTn dur="1" fill="hold">
                                          <p:stCondLst>
                                            <p:cond delay="0"/>
                                          </p:stCondLst>
                                        </p:cTn>
                                        <p:tgtEl>
                                          <p:spTgt spid="1147"/>
                                        </p:tgtEl>
                                        <p:attrNameLst>
                                          <p:attrName>style.visibility</p:attrName>
                                        </p:attrNameLst>
                                      </p:cBhvr>
                                      <p:to>
                                        <p:strVal val="visible"/>
                                      </p:to>
                                    </p:set>
                                    <p:animEffect filter="fade" transition="in">
                                      <p:cBhvr>
                                        <p:cTn dur="500"/>
                                        <p:tgtEl>
                                          <p:spTgt spid="1147"/>
                                        </p:tgtEl>
                                      </p:cBhvr>
                                    </p:animEffect>
                                  </p:childTnLst>
                                </p:cTn>
                              </p:par>
                              <p:par>
                                <p:cTn fill="hold" nodeType="withEffect" presetClass="entr" presetID="10" presetSubtype="0">
                                  <p:stCondLst>
                                    <p:cond delay="0"/>
                                  </p:stCondLst>
                                  <p:childTnLst>
                                    <p:set>
                                      <p:cBhvr>
                                        <p:cTn dur="1" fill="hold">
                                          <p:stCondLst>
                                            <p:cond delay="0"/>
                                          </p:stCondLst>
                                        </p:cTn>
                                        <p:tgtEl>
                                          <p:spTgt spid="1148"/>
                                        </p:tgtEl>
                                        <p:attrNameLst>
                                          <p:attrName>style.visibility</p:attrName>
                                        </p:attrNameLst>
                                      </p:cBhvr>
                                      <p:to>
                                        <p:strVal val="visible"/>
                                      </p:to>
                                    </p:set>
                                    <p:animEffect filter="fade" transition="in">
                                      <p:cBhvr>
                                        <p:cTn dur="500"/>
                                        <p:tgtEl>
                                          <p:spTgt spid="1148"/>
                                        </p:tgtEl>
                                      </p:cBhvr>
                                    </p:animEffect>
                                  </p:childTnLst>
                                </p:cTn>
                              </p:par>
                              <p:par>
                                <p:cTn fill="hold" nodeType="withEffect" presetClass="entr" presetID="10" presetSubtype="0">
                                  <p:stCondLst>
                                    <p:cond delay="0"/>
                                  </p:stCondLst>
                                  <p:childTnLst>
                                    <p:set>
                                      <p:cBhvr>
                                        <p:cTn dur="1" fill="hold">
                                          <p:stCondLst>
                                            <p:cond delay="0"/>
                                          </p:stCondLst>
                                        </p:cTn>
                                        <p:tgtEl>
                                          <p:spTgt spid="1149"/>
                                        </p:tgtEl>
                                        <p:attrNameLst>
                                          <p:attrName>style.visibility</p:attrName>
                                        </p:attrNameLst>
                                      </p:cBhvr>
                                      <p:to>
                                        <p:strVal val="visible"/>
                                      </p:to>
                                    </p:set>
                                    <p:animEffect filter="fade" transition="in">
                                      <p:cBhvr>
                                        <p:cTn dur="500"/>
                                        <p:tgtEl>
                                          <p:spTgt spid="1149"/>
                                        </p:tgtEl>
                                      </p:cBhvr>
                                    </p:animEffect>
                                  </p:childTnLst>
                                </p:cTn>
                              </p:par>
                              <p:par>
                                <p:cTn fill="hold" nodeType="withEffect" presetClass="entr" presetID="10" presetSubtype="0">
                                  <p:stCondLst>
                                    <p:cond delay="0"/>
                                  </p:stCondLst>
                                  <p:childTnLst>
                                    <p:set>
                                      <p:cBhvr>
                                        <p:cTn dur="1" fill="hold">
                                          <p:stCondLst>
                                            <p:cond delay="0"/>
                                          </p:stCondLst>
                                        </p:cTn>
                                        <p:tgtEl>
                                          <p:spTgt spid="1150"/>
                                        </p:tgtEl>
                                        <p:attrNameLst>
                                          <p:attrName>style.visibility</p:attrName>
                                        </p:attrNameLst>
                                      </p:cBhvr>
                                      <p:to>
                                        <p:strVal val="visible"/>
                                      </p:to>
                                    </p:set>
                                    <p:animEffect filter="fade" transition="in">
                                      <p:cBhvr>
                                        <p:cTn dur="500"/>
                                        <p:tgtEl>
                                          <p:spTgt spid="1150"/>
                                        </p:tgtEl>
                                      </p:cBhvr>
                                    </p:animEffect>
                                  </p:childTnLst>
                                </p:cTn>
                              </p:par>
                              <p:par>
                                <p:cTn fill="hold" nodeType="withEffect" presetClass="entr" presetID="10" presetSubtype="0">
                                  <p:stCondLst>
                                    <p:cond delay="0"/>
                                  </p:stCondLst>
                                  <p:childTnLst>
                                    <p:set>
                                      <p:cBhvr>
                                        <p:cTn dur="1" fill="hold">
                                          <p:stCondLst>
                                            <p:cond delay="0"/>
                                          </p:stCondLst>
                                        </p:cTn>
                                        <p:tgtEl>
                                          <p:spTgt spid="1151"/>
                                        </p:tgtEl>
                                        <p:attrNameLst>
                                          <p:attrName>style.visibility</p:attrName>
                                        </p:attrNameLst>
                                      </p:cBhvr>
                                      <p:to>
                                        <p:strVal val="visible"/>
                                      </p:to>
                                    </p:set>
                                    <p:animEffect filter="fade" transition="in">
                                      <p:cBhvr>
                                        <p:cTn dur="500"/>
                                        <p:tgtEl>
                                          <p:spTgt spid="1151"/>
                                        </p:tgtEl>
                                      </p:cBhvr>
                                    </p:animEffect>
                                  </p:childTnLst>
                                </p:cTn>
                              </p:par>
                              <p:par>
                                <p:cTn fill="hold" nodeType="withEffect" presetClass="entr" presetID="10" presetSubtype="0">
                                  <p:stCondLst>
                                    <p:cond delay="0"/>
                                  </p:stCondLst>
                                  <p:childTnLst>
                                    <p:set>
                                      <p:cBhvr>
                                        <p:cTn dur="1" fill="hold">
                                          <p:stCondLst>
                                            <p:cond delay="0"/>
                                          </p:stCondLst>
                                        </p:cTn>
                                        <p:tgtEl>
                                          <p:spTgt spid="1152"/>
                                        </p:tgtEl>
                                        <p:attrNameLst>
                                          <p:attrName>style.visibility</p:attrName>
                                        </p:attrNameLst>
                                      </p:cBhvr>
                                      <p:to>
                                        <p:strVal val="visible"/>
                                      </p:to>
                                    </p:set>
                                    <p:animEffect filter="fade" transition="in">
                                      <p:cBhvr>
                                        <p:cTn dur="500"/>
                                        <p:tgtEl>
                                          <p:spTgt spid="1152"/>
                                        </p:tgtEl>
                                      </p:cBhvr>
                                    </p:animEffect>
                                  </p:childTnLst>
                                </p:cTn>
                              </p:par>
                              <p:par>
                                <p:cTn fill="hold" nodeType="withEffect" presetClass="entr" presetID="10" presetSubtype="0">
                                  <p:stCondLst>
                                    <p:cond delay="0"/>
                                  </p:stCondLst>
                                  <p:childTnLst>
                                    <p:set>
                                      <p:cBhvr>
                                        <p:cTn dur="1" fill="hold">
                                          <p:stCondLst>
                                            <p:cond delay="0"/>
                                          </p:stCondLst>
                                        </p:cTn>
                                        <p:tgtEl>
                                          <p:spTgt spid="1153"/>
                                        </p:tgtEl>
                                        <p:attrNameLst>
                                          <p:attrName>style.visibility</p:attrName>
                                        </p:attrNameLst>
                                      </p:cBhvr>
                                      <p:to>
                                        <p:strVal val="visible"/>
                                      </p:to>
                                    </p:set>
                                    <p:animEffect filter="fade" transition="in">
                                      <p:cBhvr>
                                        <p:cTn dur="500"/>
                                        <p:tgtEl>
                                          <p:spTgt spid="1153"/>
                                        </p:tgtEl>
                                      </p:cBhvr>
                                    </p:animEffect>
                                  </p:childTnLst>
                                </p:cTn>
                              </p:par>
                              <p:par>
                                <p:cTn fill="hold" nodeType="withEffect" presetClass="entr" presetID="10" presetSubtype="0">
                                  <p:stCondLst>
                                    <p:cond delay="0"/>
                                  </p:stCondLst>
                                  <p:childTnLst>
                                    <p:set>
                                      <p:cBhvr>
                                        <p:cTn dur="1" fill="hold">
                                          <p:stCondLst>
                                            <p:cond delay="0"/>
                                          </p:stCondLst>
                                        </p:cTn>
                                        <p:tgtEl>
                                          <p:spTgt spid="1154"/>
                                        </p:tgtEl>
                                        <p:attrNameLst>
                                          <p:attrName>style.visibility</p:attrName>
                                        </p:attrNameLst>
                                      </p:cBhvr>
                                      <p:to>
                                        <p:strVal val="visible"/>
                                      </p:to>
                                    </p:set>
                                    <p:animEffect filter="fade" transition="in">
                                      <p:cBhvr>
                                        <p:cTn dur="500"/>
                                        <p:tgtEl>
                                          <p:spTgt spid="1154"/>
                                        </p:tgtEl>
                                      </p:cBhvr>
                                    </p:animEffect>
                                  </p:childTnLst>
                                </p:cTn>
                              </p:par>
                              <p:par>
                                <p:cTn fill="hold" nodeType="withEffect" presetClass="entr" presetID="10" presetSubtype="0">
                                  <p:stCondLst>
                                    <p:cond delay="0"/>
                                  </p:stCondLst>
                                  <p:childTnLst>
                                    <p:set>
                                      <p:cBhvr>
                                        <p:cTn dur="1" fill="hold">
                                          <p:stCondLst>
                                            <p:cond delay="0"/>
                                          </p:stCondLst>
                                        </p:cTn>
                                        <p:tgtEl>
                                          <p:spTgt spid="1155"/>
                                        </p:tgtEl>
                                        <p:attrNameLst>
                                          <p:attrName>style.visibility</p:attrName>
                                        </p:attrNameLst>
                                      </p:cBhvr>
                                      <p:to>
                                        <p:strVal val="visible"/>
                                      </p:to>
                                    </p:set>
                                    <p:animEffect filter="fade" transition="in">
                                      <p:cBhvr>
                                        <p:cTn dur="500"/>
                                        <p:tgtEl>
                                          <p:spTgt spid="1155"/>
                                        </p:tgtEl>
                                      </p:cBhvr>
                                    </p:animEffect>
                                  </p:childTnLst>
                                </p:cTn>
                              </p:par>
                              <p:par>
                                <p:cTn fill="hold" nodeType="withEffect" presetClass="entr" presetID="10" presetSubtype="0">
                                  <p:stCondLst>
                                    <p:cond delay="0"/>
                                  </p:stCondLst>
                                  <p:childTnLst>
                                    <p:set>
                                      <p:cBhvr>
                                        <p:cTn dur="1" fill="hold">
                                          <p:stCondLst>
                                            <p:cond delay="0"/>
                                          </p:stCondLst>
                                        </p:cTn>
                                        <p:tgtEl>
                                          <p:spTgt spid="1156"/>
                                        </p:tgtEl>
                                        <p:attrNameLst>
                                          <p:attrName>style.visibility</p:attrName>
                                        </p:attrNameLst>
                                      </p:cBhvr>
                                      <p:to>
                                        <p:strVal val="visible"/>
                                      </p:to>
                                    </p:set>
                                    <p:animEffect filter="fade" transition="in">
                                      <p:cBhvr>
                                        <p:cTn dur="500"/>
                                        <p:tgtEl>
                                          <p:spTgt spid="1156"/>
                                        </p:tgtEl>
                                      </p:cBhvr>
                                    </p:animEffect>
                                  </p:childTnLst>
                                </p:cTn>
                              </p:par>
                              <p:par>
                                <p:cTn fill="hold" nodeType="withEffect" presetClass="entr" presetID="10" presetSubtype="0">
                                  <p:stCondLst>
                                    <p:cond delay="0"/>
                                  </p:stCondLst>
                                  <p:childTnLst>
                                    <p:set>
                                      <p:cBhvr>
                                        <p:cTn dur="1" fill="hold">
                                          <p:stCondLst>
                                            <p:cond delay="0"/>
                                          </p:stCondLst>
                                        </p:cTn>
                                        <p:tgtEl>
                                          <p:spTgt spid="1157"/>
                                        </p:tgtEl>
                                        <p:attrNameLst>
                                          <p:attrName>style.visibility</p:attrName>
                                        </p:attrNameLst>
                                      </p:cBhvr>
                                      <p:to>
                                        <p:strVal val="visible"/>
                                      </p:to>
                                    </p:set>
                                    <p:animEffect filter="fade" transition="in">
                                      <p:cBhvr>
                                        <p:cTn dur="500"/>
                                        <p:tgtEl>
                                          <p:spTgt spid="1157"/>
                                        </p:tgtEl>
                                      </p:cBhvr>
                                    </p:animEffect>
                                  </p:childTnLst>
                                </p:cTn>
                              </p:par>
                              <p:par>
                                <p:cTn fill="hold" nodeType="withEffect" presetClass="entr" presetID="10" presetSubtype="0">
                                  <p:stCondLst>
                                    <p:cond delay="0"/>
                                  </p:stCondLst>
                                  <p:childTnLst>
                                    <p:set>
                                      <p:cBhvr>
                                        <p:cTn dur="1" fill="hold">
                                          <p:stCondLst>
                                            <p:cond delay="0"/>
                                          </p:stCondLst>
                                        </p:cTn>
                                        <p:tgtEl>
                                          <p:spTgt spid="1158"/>
                                        </p:tgtEl>
                                        <p:attrNameLst>
                                          <p:attrName>style.visibility</p:attrName>
                                        </p:attrNameLst>
                                      </p:cBhvr>
                                      <p:to>
                                        <p:strVal val="visible"/>
                                      </p:to>
                                    </p:set>
                                    <p:animEffect filter="fade" transition="in">
                                      <p:cBhvr>
                                        <p:cTn dur="500"/>
                                        <p:tgtEl>
                                          <p:spTgt spid="1158"/>
                                        </p:tgtEl>
                                      </p:cBhvr>
                                    </p:animEffect>
                                  </p:childTnLst>
                                </p:cTn>
                              </p:par>
                              <p:par>
                                <p:cTn fill="hold" nodeType="withEffect" presetClass="entr" presetID="10" presetSubtype="0">
                                  <p:stCondLst>
                                    <p:cond delay="0"/>
                                  </p:stCondLst>
                                  <p:childTnLst>
                                    <p:set>
                                      <p:cBhvr>
                                        <p:cTn dur="1" fill="hold">
                                          <p:stCondLst>
                                            <p:cond delay="0"/>
                                          </p:stCondLst>
                                        </p:cTn>
                                        <p:tgtEl>
                                          <p:spTgt spid="1159"/>
                                        </p:tgtEl>
                                        <p:attrNameLst>
                                          <p:attrName>style.visibility</p:attrName>
                                        </p:attrNameLst>
                                      </p:cBhvr>
                                      <p:to>
                                        <p:strVal val="visible"/>
                                      </p:to>
                                    </p:set>
                                    <p:animEffect filter="fade" transition="in">
                                      <p:cBhvr>
                                        <p:cTn dur="500"/>
                                        <p:tgtEl>
                                          <p:spTgt spid="1159"/>
                                        </p:tgtEl>
                                      </p:cBhvr>
                                    </p:animEffect>
                                  </p:childTnLst>
                                </p:cTn>
                              </p:par>
                              <p:par>
                                <p:cTn fill="hold" nodeType="withEffect" presetClass="entr" presetID="10" presetSubtype="0">
                                  <p:stCondLst>
                                    <p:cond delay="0"/>
                                  </p:stCondLst>
                                  <p:childTnLst>
                                    <p:set>
                                      <p:cBhvr>
                                        <p:cTn dur="1" fill="hold">
                                          <p:stCondLst>
                                            <p:cond delay="0"/>
                                          </p:stCondLst>
                                        </p:cTn>
                                        <p:tgtEl>
                                          <p:spTgt spid="1160"/>
                                        </p:tgtEl>
                                        <p:attrNameLst>
                                          <p:attrName>style.visibility</p:attrName>
                                        </p:attrNameLst>
                                      </p:cBhvr>
                                      <p:to>
                                        <p:strVal val="visible"/>
                                      </p:to>
                                    </p:set>
                                    <p:animEffect filter="fade" transition="in">
                                      <p:cBhvr>
                                        <p:cTn dur="500"/>
                                        <p:tgtEl>
                                          <p:spTgt spid="1160"/>
                                        </p:tgtEl>
                                      </p:cBhvr>
                                    </p:animEffect>
                                  </p:childTnLst>
                                </p:cTn>
                              </p:par>
                              <p:par>
                                <p:cTn fill="hold" nodeType="withEffect" presetClass="entr" presetID="10" presetSubtype="0">
                                  <p:stCondLst>
                                    <p:cond delay="0"/>
                                  </p:stCondLst>
                                  <p:childTnLst>
                                    <p:set>
                                      <p:cBhvr>
                                        <p:cTn dur="1" fill="hold">
                                          <p:stCondLst>
                                            <p:cond delay="0"/>
                                          </p:stCondLst>
                                        </p:cTn>
                                        <p:tgtEl>
                                          <p:spTgt spid="1161"/>
                                        </p:tgtEl>
                                        <p:attrNameLst>
                                          <p:attrName>style.visibility</p:attrName>
                                        </p:attrNameLst>
                                      </p:cBhvr>
                                      <p:to>
                                        <p:strVal val="visible"/>
                                      </p:to>
                                    </p:set>
                                    <p:animEffect filter="fade" transition="in">
                                      <p:cBhvr>
                                        <p:cTn dur="500"/>
                                        <p:tgtEl>
                                          <p:spTgt spid="1161"/>
                                        </p:tgtEl>
                                      </p:cBhvr>
                                    </p:animEffect>
                                  </p:childTnLst>
                                </p:cTn>
                              </p:par>
                              <p:par>
                                <p:cTn fill="hold" nodeType="withEffect" presetClass="entr" presetID="10" presetSubtype="0">
                                  <p:stCondLst>
                                    <p:cond delay="0"/>
                                  </p:stCondLst>
                                  <p:childTnLst>
                                    <p:set>
                                      <p:cBhvr>
                                        <p:cTn dur="1" fill="hold">
                                          <p:stCondLst>
                                            <p:cond delay="0"/>
                                          </p:stCondLst>
                                        </p:cTn>
                                        <p:tgtEl>
                                          <p:spTgt spid="1162"/>
                                        </p:tgtEl>
                                        <p:attrNameLst>
                                          <p:attrName>style.visibility</p:attrName>
                                        </p:attrNameLst>
                                      </p:cBhvr>
                                      <p:to>
                                        <p:strVal val="visible"/>
                                      </p:to>
                                    </p:set>
                                    <p:animEffect filter="fade" transition="in">
                                      <p:cBhvr>
                                        <p:cTn dur="500"/>
                                        <p:tgtEl>
                                          <p:spTgt spid="1162"/>
                                        </p:tgtEl>
                                      </p:cBhvr>
                                    </p:animEffect>
                                  </p:childTnLst>
                                </p:cTn>
                              </p:par>
                              <p:par>
                                <p:cTn fill="hold" nodeType="withEffect" presetClass="entr" presetID="10" presetSubtype="0">
                                  <p:stCondLst>
                                    <p:cond delay="0"/>
                                  </p:stCondLst>
                                  <p:childTnLst>
                                    <p:set>
                                      <p:cBhvr>
                                        <p:cTn dur="1" fill="hold">
                                          <p:stCondLst>
                                            <p:cond delay="0"/>
                                          </p:stCondLst>
                                        </p:cTn>
                                        <p:tgtEl>
                                          <p:spTgt spid="1163"/>
                                        </p:tgtEl>
                                        <p:attrNameLst>
                                          <p:attrName>style.visibility</p:attrName>
                                        </p:attrNameLst>
                                      </p:cBhvr>
                                      <p:to>
                                        <p:strVal val="visible"/>
                                      </p:to>
                                    </p:set>
                                    <p:animEffect filter="fade" transition="in">
                                      <p:cBhvr>
                                        <p:cTn dur="500"/>
                                        <p:tgtEl>
                                          <p:spTgt spid="1163"/>
                                        </p:tgtEl>
                                      </p:cBhvr>
                                    </p:animEffect>
                                  </p:childTnLst>
                                </p:cTn>
                              </p:par>
                              <p:par>
                                <p:cTn fill="hold" nodeType="withEffect" presetClass="entr" presetID="10" presetSubtype="0">
                                  <p:stCondLst>
                                    <p:cond delay="0"/>
                                  </p:stCondLst>
                                  <p:childTnLst>
                                    <p:set>
                                      <p:cBhvr>
                                        <p:cTn dur="1" fill="hold">
                                          <p:stCondLst>
                                            <p:cond delay="0"/>
                                          </p:stCondLst>
                                        </p:cTn>
                                        <p:tgtEl>
                                          <p:spTgt spid="1164"/>
                                        </p:tgtEl>
                                        <p:attrNameLst>
                                          <p:attrName>style.visibility</p:attrName>
                                        </p:attrNameLst>
                                      </p:cBhvr>
                                      <p:to>
                                        <p:strVal val="visible"/>
                                      </p:to>
                                    </p:set>
                                    <p:animEffect filter="fade" transition="in">
                                      <p:cBhvr>
                                        <p:cTn dur="500"/>
                                        <p:tgtEl>
                                          <p:spTgt spid="1164"/>
                                        </p:tgtEl>
                                      </p:cBhvr>
                                    </p:animEffect>
                                  </p:childTnLst>
                                </p:cTn>
                              </p:par>
                              <p:par>
                                <p:cTn fill="hold" nodeType="withEffect" presetClass="entr" presetID="10" presetSubtype="0">
                                  <p:stCondLst>
                                    <p:cond delay="0"/>
                                  </p:stCondLst>
                                  <p:childTnLst>
                                    <p:set>
                                      <p:cBhvr>
                                        <p:cTn dur="1" fill="hold">
                                          <p:stCondLst>
                                            <p:cond delay="0"/>
                                          </p:stCondLst>
                                        </p:cTn>
                                        <p:tgtEl>
                                          <p:spTgt spid="1165"/>
                                        </p:tgtEl>
                                        <p:attrNameLst>
                                          <p:attrName>style.visibility</p:attrName>
                                        </p:attrNameLst>
                                      </p:cBhvr>
                                      <p:to>
                                        <p:strVal val="visible"/>
                                      </p:to>
                                    </p:set>
                                    <p:animEffect filter="fade" transition="in">
                                      <p:cBhvr>
                                        <p:cTn dur="500"/>
                                        <p:tgtEl>
                                          <p:spTgt spid="1165"/>
                                        </p:tgtEl>
                                      </p:cBhvr>
                                    </p:animEffect>
                                  </p:childTnLst>
                                </p:cTn>
                              </p:par>
                              <p:par>
                                <p:cTn fill="hold" nodeType="withEffect" presetClass="entr" presetID="10" presetSubtype="0">
                                  <p:stCondLst>
                                    <p:cond delay="0"/>
                                  </p:stCondLst>
                                  <p:childTnLst>
                                    <p:set>
                                      <p:cBhvr>
                                        <p:cTn dur="1" fill="hold">
                                          <p:stCondLst>
                                            <p:cond delay="0"/>
                                          </p:stCondLst>
                                        </p:cTn>
                                        <p:tgtEl>
                                          <p:spTgt spid="1166"/>
                                        </p:tgtEl>
                                        <p:attrNameLst>
                                          <p:attrName>style.visibility</p:attrName>
                                        </p:attrNameLst>
                                      </p:cBhvr>
                                      <p:to>
                                        <p:strVal val="visible"/>
                                      </p:to>
                                    </p:set>
                                    <p:animEffect filter="fade" transition="in">
                                      <p:cBhvr>
                                        <p:cTn dur="500"/>
                                        <p:tgtEl>
                                          <p:spTgt spid="1166"/>
                                        </p:tgtEl>
                                      </p:cBhvr>
                                    </p:animEffect>
                                  </p:childTnLst>
                                </p:cTn>
                              </p:par>
                              <p:par>
                                <p:cTn fill="hold" nodeType="withEffect" presetClass="entr" presetID="10" presetSubtype="0">
                                  <p:stCondLst>
                                    <p:cond delay="0"/>
                                  </p:stCondLst>
                                  <p:childTnLst>
                                    <p:set>
                                      <p:cBhvr>
                                        <p:cTn dur="1" fill="hold">
                                          <p:stCondLst>
                                            <p:cond delay="0"/>
                                          </p:stCondLst>
                                        </p:cTn>
                                        <p:tgtEl>
                                          <p:spTgt spid="1167"/>
                                        </p:tgtEl>
                                        <p:attrNameLst>
                                          <p:attrName>style.visibility</p:attrName>
                                        </p:attrNameLst>
                                      </p:cBhvr>
                                      <p:to>
                                        <p:strVal val="visible"/>
                                      </p:to>
                                    </p:set>
                                    <p:animEffect filter="fade" transition="in">
                                      <p:cBhvr>
                                        <p:cTn dur="500"/>
                                        <p:tgtEl>
                                          <p:spTgt spid="1167"/>
                                        </p:tgtEl>
                                      </p:cBhvr>
                                    </p:animEffect>
                                  </p:childTnLst>
                                </p:cTn>
                              </p:par>
                              <p:par>
                                <p:cTn fill="hold" nodeType="withEffect" presetClass="entr" presetID="10" presetSubtype="0">
                                  <p:stCondLst>
                                    <p:cond delay="0"/>
                                  </p:stCondLst>
                                  <p:childTnLst>
                                    <p:set>
                                      <p:cBhvr>
                                        <p:cTn dur="1" fill="hold">
                                          <p:stCondLst>
                                            <p:cond delay="0"/>
                                          </p:stCondLst>
                                        </p:cTn>
                                        <p:tgtEl>
                                          <p:spTgt spid="1168"/>
                                        </p:tgtEl>
                                        <p:attrNameLst>
                                          <p:attrName>style.visibility</p:attrName>
                                        </p:attrNameLst>
                                      </p:cBhvr>
                                      <p:to>
                                        <p:strVal val="visible"/>
                                      </p:to>
                                    </p:set>
                                    <p:animEffect filter="fade" transition="in">
                                      <p:cBhvr>
                                        <p:cTn dur="500"/>
                                        <p:tgtEl>
                                          <p:spTgt spid="1168"/>
                                        </p:tgtEl>
                                      </p:cBhvr>
                                    </p:animEffect>
                                  </p:childTnLst>
                                </p:cTn>
                              </p:par>
                              <p:par>
                                <p:cTn fill="hold" nodeType="withEffect" presetClass="entr" presetID="10" presetSubtype="0">
                                  <p:stCondLst>
                                    <p:cond delay="0"/>
                                  </p:stCondLst>
                                  <p:childTnLst>
                                    <p:set>
                                      <p:cBhvr>
                                        <p:cTn dur="1" fill="hold">
                                          <p:stCondLst>
                                            <p:cond delay="0"/>
                                          </p:stCondLst>
                                        </p:cTn>
                                        <p:tgtEl>
                                          <p:spTgt spid="1169"/>
                                        </p:tgtEl>
                                        <p:attrNameLst>
                                          <p:attrName>style.visibility</p:attrName>
                                        </p:attrNameLst>
                                      </p:cBhvr>
                                      <p:to>
                                        <p:strVal val="visible"/>
                                      </p:to>
                                    </p:set>
                                    <p:animEffect filter="fade" transition="in">
                                      <p:cBhvr>
                                        <p:cTn dur="500"/>
                                        <p:tgtEl>
                                          <p:spTgt spid="1169"/>
                                        </p:tgtEl>
                                      </p:cBhvr>
                                    </p:animEffect>
                                  </p:childTnLst>
                                </p:cTn>
                              </p:par>
                              <p:par>
                                <p:cTn fill="hold" nodeType="withEffect" presetClass="entr" presetID="10" presetSubtype="0">
                                  <p:stCondLst>
                                    <p:cond delay="0"/>
                                  </p:stCondLst>
                                  <p:childTnLst>
                                    <p:set>
                                      <p:cBhvr>
                                        <p:cTn dur="1" fill="hold">
                                          <p:stCondLst>
                                            <p:cond delay="0"/>
                                          </p:stCondLst>
                                        </p:cTn>
                                        <p:tgtEl>
                                          <p:spTgt spid="1170"/>
                                        </p:tgtEl>
                                        <p:attrNameLst>
                                          <p:attrName>style.visibility</p:attrName>
                                        </p:attrNameLst>
                                      </p:cBhvr>
                                      <p:to>
                                        <p:strVal val="visible"/>
                                      </p:to>
                                    </p:set>
                                    <p:animEffect filter="fade" transition="in">
                                      <p:cBhvr>
                                        <p:cTn dur="500"/>
                                        <p:tgtEl>
                                          <p:spTgt spid="1170"/>
                                        </p:tgtEl>
                                      </p:cBhvr>
                                    </p:animEffect>
                                  </p:childTnLst>
                                </p:cTn>
                              </p:par>
                              <p:par>
                                <p:cTn fill="hold" nodeType="withEffect" presetClass="entr" presetID="10" presetSubtype="0">
                                  <p:stCondLst>
                                    <p:cond delay="0"/>
                                  </p:stCondLst>
                                  <p:childTnLst>
                                    <p:set>
                                      <p:cBhvr>
                                        <p:cTn dur="1" fill="hold">
                                          <p:stCondLst>
                                            <p:cond delay="0"/>
                                          </p:stCondLst>
                                        </p:cTn>
                                        <p:tgtEl>
                                          <p:spTgt spid="1171"/>
                                        </p:tgtEl>
                                        <p:attrNameLst>
                                          <p:attrName>style.visibility</p:attrName>
                                        </p:attrNameLst>
                                      </p:cBhvr>
                                      <p:to>
                                        <p:strVal val="visible"/>
                                      </p:to>
                                    </p:set>
                                    <p:animEffect filter="fade" transition="in">
                                      <p:cBhvr>
                                        <p:cTn dur="500"/>
                                        <p:tgtEl>
                                          <p:spTgt spid="1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0"/>
                                        </p:tgtEl>
                                        <p:attrNameLst>
                                          <p:attrName>style.visibility</p:attrName>
                                        </p:attrNameLst>
                                      </p:cBhvr>
                                      <p:to>
                                        <p:strVal val="visible"/>
                                      </p:to>
                                    </p:set>
                                    <p:animEffect filter="fade" transition="in">
                                      <p:cBhvr>
                                        <p:cTn dur="500"/>
                                        <p:tgtEl>
                                          <p:spTgt spid="118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74"/>
                                        </p:tgtEl>
                                        <p:attrNameLst>
                                          <p:attrName>style.visibility</p:attrName>
                                        </p:attrNameLst>
                                      </p:cBhvr>
                                      <p:to>
                                        <p:strVal val="visible"/>
                                      </p:to>
                                    </p:set>
                                    <p:animEffect filter="fade" transition="in">
                                      <p:cBhvr>
                                        <p:cTn dur="500"/>
                                        <p:tgtEl>
                                          <p:spTgt spid="117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75"/>
                                        </p:tgtEl>
                                        <p:attrNameLst>
                                          <p:attrName>style.visibility</p:attrName>
                                        </p:attrNameLst>
                                      </p:cBhvr>
                                      <p:to>
                                        <p:strVal val="visible"/>
                                      </p:to>
                                    </p:set>
                                    <p:animEffect filter="fade" transition="in">
                                      <p:cBhvr>
                                        <p:cTn dur="500"/>
                                        <p:tgtEl>
                                          <p:spTgt spid="1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9"/>
                                        </p:tgtEl>
                                        <p:attrNameLst>
                                          <p:attrName>style.visibility</p:attrName>
                                        </p:attrNameLst>
                                      </p:cBhvr>
                                      <p:to>
                                        <p:strVal val="visible"/>
                                      </p:to>
                                    </p:set>
                                    <p:animEffect filter="fade" transition="in">
                                      <p:cBhvr>
                                        <p:cTn dur="500"/>
                                        <p:tgtEl>
                                          <p:spTgt spid="117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72"/>
                                        </p:tgtEl>
                                        <p:attrNameLst>
                                          <p:attrName>style.visibility</p:attrName>
                                        </p:attrNameLst>
                                      </p:cBhvr>
                                      <p:to>
                                        <p:strVal val="visible"/>
                                      </p:to>
                                    </p:set>
                                    <p:animEffect filter="fade" transition="in">
                                      <p:cBhvr>
                                        <p:cTn dur="500"/>
                                        <p:tgtEl>
                                          <p:spTgt spid="11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73"/>
                                        </p:tgtEl>
                                        <p:attrNameLst>
                                          <p:attrName>style.visibility</p:attrName>
                                        </p:attrNameLst>
                                      </p:cBhvr>
                                      <p:to>
                                        <p:strVal val="visible"/>
                                      </p:to>
                                    </p:set>
                                    <p:animEffect filter="fade" transition="in">
                                      <p:cBhvr>
                                        <p:cTn dur="500"/>
                                        <p:tgtEl>
                                          <p:spTgt spid="1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1"/>
                                        </p:tgtEl>
                                        <p:attrNameLst>
                                          <p:attrName>style.visibility</p:attrName>
                                        </p:attrNameLst>
                                      </p:cBhvr>
                                      <p:to>
                                        <p:strVal val="visible"/>
                                      </p:to>
                                    </p:set>
                                    <p:animEffect filter="fade" transition="in">
                                      <p:cBhvr>
                                        <p:cTn dur="500"/>
                                        <p:tgtEl>
                                          <p:spTgt spid="1181"/>
                                        </p:tgtEl>
                                      </p:cBhvr>
                                    </p:animEffect>
                                  </p:childTnLst>
                                </p:cTn>
                              </p:par>
                              <p:par>
                                <p:cTn fill="hold" nodeType="withEffect" presetClass="entr" presetID="10" presetSubtype="0">
                                  <p:stCondLst>
                                    <p:cond delay="0"/>
                                  </p:stCondLst>
                                  <p:childTnLst>
                                    <p:set>
                                      <p:cBhvr>
                                        <p:cTn dur="1" fill="hold">
                                          <p:stCondLst>
                                            <p:cond delay="0"/>
                                          </p:stCondLst>
                                        </p:cTn>
                                        <p:tgtEl>
                                          <p:spTgt spid="1182"/>
                                        </p:tgtEl>
                                        <p:attrNameLst>
                                          <p:attrName>style.visibility</p:attrName>
                                        </p:attrNameLst>
                                      </p:cBhvr>
                                      <p:to>
                                        <p:strVal val="visible"/>
                                      </p:to>
                                    </p:set>
                                    <p:animEffect filter="fade" transition="in">
                                      <p:cBhvr>
                                        <p:cTn dur="500"/>
                                        <p:tgtEl>
                                          <p:spTgt spid="1182"/>
                                        </p:tgtEl>
                                      </p:cBhvr>
                                    </p:animEffect>
                                  </p:childTnLst>
                                </p:cTn>
                              </p:par>
                              <p:par>
                                <p:cTn fill="hold" nodeType="withEffect" presetClass="entr" presetID="10" presetSubtype="0">
                                  <p:stCondLst>
                                    <p:cond delay="0"/>
                                  </p:stCondLst>
                                  <p:childTnLst>
                                    <p:set>
                                      <p:cBhvr>
                                        <p:cTn dur="1" fill="hold">
                                          <p:stCondLst>
                                            <p:cond delay="0"/>
                                          </p:stCondLst>
                                        </p:cTn>
                                        <p:tgtEl>
                                          <p:spTgt spid="1183"/>
                                        </p:tgtEl>
                                        <p:attrNameLst>
                                          <p:attrName>style.visibility</p:attrName>
                                        </p:attrNameLst>
                                      </p:cBhvr>
                                      <p:to>
                                        <p:strVal val="visible"/>
                                      </p:to>
                                    </p:set>
                                    <p:animEffect filter="fade" transition="in">
                                      <p:cBhvr>
                                        <p:cTn dur="500"/>
                                        <p:tgtEl>
                                          <p:spTgt spid="1183"/>
                                        </p:tgtEl>
                                      </p:cBhvr>
                                    </p:animEffect>
                                  </p:childTnLst>
                                </p:cTn>
                              </p:par>
                              <p:par>
                                <p:cTn fill="hold" nodeType="withEffect" presetClass="entr" presetID="10" presetSubtype="0">
                                  <p:stCondLst>
                                    <p:cond delay="0"/>
                                  </p:stCondLst>
                                  <p:childTnLst>
                                    <p:set>
                                      <p:cBhvr>
                                        <p:cTn dur="1" fill="hold">
                                          <p:stCondLst>
                                            <p:cond delay="0"/>
                                          </p:stCondLst>
                                        </p:cTn>
                                        <p:tgtEl>
                                          <p:spTgt spid="1184"/>
                                        </p:tgtEl>
                                        <p:attrNameLst>
                                          <p:attrName>style.visibility</p:attrName>
                                        </p:attrNameLst>
                                      </p:cBhvr>
                                      <p:to>
                                        <p:strVal val="visible"/>
                                      </p:to>
                                    </p:set>
                                    <p:animEffect filter="fade" transition="in">
                                      <p:cBhvr>
                                        <p:cTn dur="500"/>
                                        <p:tgtEl>
                                          <p:spTgt spid="118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76"/>
                                        </p:tgtEl>
                                        <p:attrNameLst>
                                          <p:attrName>style.visibility</p:attrName>
                                        </p:attrNameLst>
                                      </p:cBhvr>
                                      <p:to>
                                        <p:strVal val="visible"/>
                                      </p:to>
                                    </p:set>
                                    <p:animEffect filter="fade" transition="in">
                                      <p:cBhvr>
                                        <p:cTn dur="500"/>
                                        <p:tgtEl>
                                          <p:spTgt spid="117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78"/>
                                        </p:tgtEl>
                                        <p:attrNameLst>
                                          <p:attrName>style.visibility</p:attrName>
                                        </p:attrNameLst>
                                      </p:cBhvr>
                                      <p:to>
                                        <p:strVal val="visible"/>
                                      </p:to>
                                    </p:set>
                                    <p:animEffect filter="fade" transition="in">
                                      <p:cBhvr>
                                        <p:cTn dur="500"/>
                                        <p:tgtEl>
                                          <p:spTgt spid="117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177"/>
                                        </p:tgtEl>
                                        <p:attrNameLst>
                                          <p:attrName>style.visibility</p:attrName>
                                        </p:attrNameLst>
                                      </p:cBhvr>
                                      <p:to>
                                        <p:strVal val="visible"/>
                                      </p:to>
                                    </p:set>
                                    <p:animEffect filter="fade" transition="in">
                                      <p:cBhvr>
                                        <p:cTn dur="500"/>
                                        <p:tgtEl>
                                          <p:spTgt spid="11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26"/>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hàm</a:t>
            </a:r>
            <a:endParaRPr/>
          </a:p>
        </p:txBody>
      </p:sp>
      <p:sp>
        <p:nvSpPr>
          <p:cNvPr id="1191" name="Google Shape;1191;p26"/>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Khai báo tường minh</a:t>
            </a:r>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Ví dụ</a:t>
            </a:r>
            <a:endParaRPr/>
          </a:p>
        </p:txBody>
      </p:sp>
      <p:sp>
        <p:nvSpPr>
          <p:cNvPr id="1192" name="Google Shape;1192;p26"/>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1193" name="Google Shape;1193;p26"/>
          <p:cNvSpPr/>
          <p:nvPr/>
        </p:nvSpPr>
        <p:spPr>
          <a:xfrm>
            <a:off x="685800" y="2152650"/>
            <a:ext cx="152400" cy="3810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94" name="Google Shape;1194;p26"/>
          <p:cNvSpPr txBox="1"/>
          <p:nvPr/>
        </p:nvSpPr>
        <p:spPr>
          <a:xfrm>
            <a:off x="838200" y="2133600"/>
            <a:ext cx="83058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&lt;kiểu trả về&gt; </a:t>
            </a:r>
            <a:r>
              <a:rPr b="1" i="0" lang="en-US" sz="2000" u="none" cap="none" strike="noStrike">
                <a:solidFill>
                  <a:srgbClr val="FF0000"/>
                </a:solidFill>
                <a:latin typeface="Courier New"/>
                <a:ea typeface="Courier New"/>
                <a:cs typeface="Courier New"/>
                <a:sym typeface="Courier New"/>
              </a:rPr>
              <a:t>(*</a:t>
            </a:r>
            <a:r>
              <a:rPr b="1" i="0" lang="en-US" sz="2000" u="none" cap="none" strike="noStrike">
                <a:solidFill>
                  <a:schemeClr val="dk1"/>
                </a:solidFill>
                <a:latin typeface="Courier New"/>
                <a:ea typeface="Courier New"/>
                <a:cs typeface="Courier New"/>
                <a:sym typeface="Courier New"/>
              </a:rPr>
              <a:t> &lt;tên biến con trỏ&gt;</a:t>
            </a:r>
            <a:r>
              <a:rPr b="1" i="0" lang="en-US" sz="2000" u="none" cap="none" strike="noStrike">
                <a:solidFill>
                  <a:srgbClr val="FF0000"/>
                </a:solidFill>
                <a:latin typeface="Courier New"/>
                <a:ea typeface="Courier New"/>
                <a:cs typeface="Courier New"/>
                <a:sym typeface="Courier New"/>
              </a:rPr>
              <a:t>)</a:t>
            </a:r>
            <a:r>
              <a:rPr b="1" i="0" lang="en-US" sz="2000" u="none" cap="none" strike="noStrike">
                <a:solidFill>
                  <a:schemeClr val="dk1"/>
                </a:solidFill>
                <a:latin typeface="Courier New"/>
                <a:ea typeface="Courier New"/>
                <a:cs typeface="Courier New"/>
                <a:sym typeface="Courier New"/>
              </a:rPr>
              <a:t>(ds tham số);</a:t>
            </a:r>
            <a:endParaRPr b="0" i="0" sz="1400" u="none" cap="none" strike="noStrike">
              <a:solidFill>
                <a:srgbClr val="000000"/>
              </a:solidFill>
              <a:latin typeface="Arial"/>
              <a:ea typeface="Arial"/>
              <a:cs typeface="Arial"/>
              <a:sym typeface="Arial"/>
            </a:endParaRPr>
          </a:p>
        </p:txBody>
      </p:sp>
      <p:sp>
        <p:nvSpPr>
          <p:cNvPr id="1195" name="Google Shape;1195;p26"/>
          <p:cNvSpPr/>
          <p:nvPr/>
        </p:nvSpPr>
        <p:spPr>
          <a:xfrm>
            <a:off x="685800" y="3124200"/>
            <a:ext cx="152400" cy="33528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96" name="Google Shape;1196;p26"/>
          <p:cNvSpPr txBox="1"/>
          <p:nvPr/>
        </p:nvSpPr>
        <p:spPr>
          <a:xfrm>
            <a:off x="838200" y="3105150"/>
            <a:ext cx="8305800" cy="3478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Con trỏ đến hàm nhận đối số int, trả về 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(*ptof1)(int 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Con trỏ đến hàm nhận 2 đối số double, không trả về</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(*ptof2)(double x, double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Con trỏ đến hàm nhận đối số mảng, trả về char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char (*ptof3)(char *p[]);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Con trỏ đến không nhận đối số và không trả về</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(*ptof4)();</a:t>
            </a:r>
            <a:endParaRPr b="0" i="0" sz="1400" u="none" cap="none" strike="noStrike">
              <a:solidFill>
                <a:srgbClr val="000000"/>
              </a:solidFill>
              <a:latin typeface="Arial"/>
              <a:ea typeface="Arial"/>
              <a:cs typeface="Arial"/>
              <a:sym typeface="Arial"/>
            </a:endParaRPr>
          </a:p>
        </p:txBody>
      </p:sp>
      <p:sp>
        <p:nvSpPr>
          <p:cNvPr id="1197" name="Google Shape;1197;p26"/>
          <p:cNvSpPr txBox="1"/>
          <p:nvPr/>
        </p:nvSpPr>
        <p:spPr>
          <a:xfrm>
            <a:off x="0" y="3429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98" name="Google Shape;1198;p26"/>
          <p:cNvSpPr txBox="1"/>
          <p:nvPr/>
        </p:nvSpPr>
        <p:spPr>
          <a:xfrm>
            <a:off x="0" y="43434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99" name="Google Shape;1199;p26"/>
          <p:cNvSpPr txBox="1"/>
          <p:nvPr/>
        </p:nvSpPr>
        <p:spPr>
          <a:xfrm>
            <a:off x="0" y="52578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00" name="Google Shape;1200;p26"/>
          <p:cNvSpPr txBox="1"/>
          <p:nvPr/>
        </p:nvSpPr>
        <p:spPr>
          <a:xfrm>
            <a:off x="0" y="61722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93"/>
                                        </p:tgtEl>
                                        <p:attrNameLst>
                                          <p:attrName>style.visibility</p:attrName>
                                        </p:attrNameLst>
                                      </p:cBhvr>
                                      <p:to>
                                        <p:strVal val="visible"/>
                                      </p:to>
                                    </p:set>
                                    <p:animEffect filter="fade" transition="in">
                                      <p:cBhvr>
                                        <p:cTn dur="500"/>
                                        <p:tgtEl>
                                          <p:spTgt spid="1193"/>
                                        </p:tgtEl>
                                      </p:cBhvr>
                                    </p:animEffect>
                                  </p:childTnLst>
                                </p:cTn>
                              </p:par>
                              <p:par>
                                <p:cTn fill="hold" nodeType="withEffect" presetClass="entr" presetID="10" presetSubtype="0">
                                  <p:stCondLst>
                                    <p:cond delay="0"/>
                                  </p:stCondLst>
                                  <p:childTnLst>
                                    <p:set>
                                      <p:cBhvr>
                                        <p:cTn dur="1" fill="hold">
                                          <p:stCondLst>
                                            <p:cond delay="0"/>
                                          </p:stCondLst>
                                        </p:cTn>
                                        <p:tgtEl>
                                          <p:spTgt spid="1194"/>
                                        </p:tgtEl>
                                        <p:attrNameLst>
                                          <p:attrName>style.visibility</p:attrName>
                                        </p:attrNameLst>
                                      </p:cBhvr>
                                      <p:to>
                                        <p:strVal val="visible"/>
                                      </p:to>
                                    </p:set>
                                    <p:animEffect filter="fade" transition="in">
                                      <p:cBhvr>
                                        <p:cTn dur="500"/>
                                        <p:tgtEl>
                                          <p:spTgt spid="119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95"/>
                                        </p:tgtEl>
                                        <p:attrNameLst>
                                          <p:attrName>style.visibility</p:attrName>
                                        </p:attrNameLst>
                                      </p:cBhvr>
                                      <p:to>
                                        <p:strVal val="visible"/>
                                      </p:to>
                                    </p:set>
                                    <p:animEffect filter="fade" transition="in">
                                      <p:cBhvr>
                                        <p:cTn dur="500"/>
                                        <p:tgtEl>
                                          <p:spTgt spid="1195"/>
                                        </p:tgtEl>
                                      </p:cBhvr>
                                    </p:animEffect>
                                  </p:childTnLst>
                                </p:cTn>
                              </p:par>
                              <p:par>
                                <p:cTn fill="hold" nodeType="withEffect" presetClass="entr" presetID="10" presetSubtype="0">
                                  <p:stCondLst>
                                    <p:cond delay="0"/>
                                  </p:stCondLst>
                                  <p:childTnLst>
                                    <p:set>
                                      <p:cBhvr>
                                        <p:cTn dur="1" fill="hold">
                                          <p:stCondLst>
                                            <p:cond delay="0"/>
                                          </p:stCondLst>
                                        </p:cTn>
                                        <p:tgtEl>
                                          <p:spTgt spid="1196"/>
                                        </p:tgtEl>
                                        <p:attrNameLst>
                                          <p:attrName>style.visibility</p:attrName>
                                        </p:attrNameLst>
                                      </p:cBhvr>
                                      <p:to>
                                        <p:strVal val="visible"/>
                                      </p:to>
                                    </p:set>
                                    <p:animEffect filter="fade" transition="in">
                                      <p:cBhvr>
                                        <p:cTn dur="500"/>
                                        <p:tgtEl>
                                          <p:spTgt spid="1196"/>
                                        </p:tgtEl>
                                      </p:cBhvr>
                                    </p:animEffect>
                                  </p:childTnLst>
                                </p:cTn>
                              </p:par>
                              <p:par>
                                <p:cTn fill="hold" nodeType="withEffect" presetClass="entr" presetID="10" presetSubtype="0">
                                  <p:stCondLst>
                                    <p:cond delay="0"/>
                                  </p:stCondLst>
                                  <p:childTnLst>
                                    <p:set>
                                      <p:cBhvr>
                                        <p:cTn dur="1" fill="hold">
                                          <p:stCondLst>
                                            <p:cond delay="0"/>
                                          </p:stCondLst>
                                        </p:cTn>
                                        <p:tgtEl>
                                          <p:spTgt spid="1197"/>
                                        </p:tgtEl>
                                        <p:attrNameLst>
                                          <p:attrName>style.visibility</p:attrName>
                                        </p:attrNameLst>
                                      </p:cBhvr>
                                      <p:to>
                                        <p:strVal val="visible"/>
                                      </p:to>
                                    </p:set>
                                    <p:animEffect filter="fade" transition="in">
                                      <p:cBhvr>
                                        <p:cTn dur="500"/>
                                        <p:tgtEl>
                                          <p:spTgt spid="1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97"/>
                                        </p:tgtEl>
                                      </p:cBhvr>
                                    </p:animEffect>
                                    <p:set>
                                      <p:cBhvr>
                                        <p:cTn dur="1" fill="hold">
                                          <p:stCondLst>
                                            <p:cond delay="500"/>
                                          </p:stCondLst>
                                        </p:cTn>
                                        <p:tgtEl>
                                          <p:spTgt spid="119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198"/>
                                        </p:tgtEl>
                                        <p:attrNameLst>
                                          <p:attrName>style.visibility</p:attrName>
                                        </p:attrNameLst>
                                      </p:cBhvr>
                                      <p:to>
                                        <p:strVal val="visible"/>
                                      </p:to>
                                    </p:set>
                                    <p:animEffect filter="fade" transition="in">
                                      <p:cBhvr>
                                        <p:cTn dur="500"/>
                                        <p:tgtEl>
                                          <p:spTgt spid="1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98"/>
                                        </p:tgtEl>
                                      </p:cBhvr>
                                    </p:animEffect>
                                    <p:set>
                                      <p:cBhvr>
                                        <p:cTn dur="1" fill="hold">
                                          <p:stCondLst>
                                            <p:cond delay="500"/>
                                          </p:stCondLst>
                                        </p:cTn>
                                        <p:tgtEl>
                                          <p:spTgt spid="119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199"/>
                                        </p:tgtEl>
                                        <p:attrNameLst>
                                          <p:attrName>style.visibility</p:attrName>
                                        </p:attrNameLst>
                                      </p:cBhvr>
                                      <p:to>
                                        <p:strVal val="visible"/>
                                      </p:to>
                                    </p:set>
                                    <p:animEffect filter="fade" transition="in">
                                      <p:cBhvr>
                                        <p:cTn dur="500"/>
                                        <p:tgtEl>
                                          <p:spTgt spid="1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99"/>
                                        </p:tgtEl>
                                      </p:cBhvr>
                                    </p:animEffect>
                                    <p:set>
                                      <p:cBhvr>
                                        <p:cTn dur="1" fill="hold">
                                          <p:stCondLst>
                                            <p:cond delay="500"/>
                                          </p:stCondLst>
                                        </p:cTn>
                                        <p:tgtEl>
                                          <p:spTgt spid="119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00"/>
                                        </p:tgtEl>
                                        <p:attrNameLst>
                                          <p:attrName>style.visibility</p:attrName>
                                        </p:attrNameLst>
                                      </p:cBhvr>
                                      <p:to>
                                        <p:strVal val="visible"/>
                                      </p:to>
                                    </p:set>
                                    <p:animEffect filter="fade" transition="in">
                                      <p:cBhvr>
                                        <p:cTn dur="500"/>
                                        <p:tgtEl>
                                          <p:spTgt spid="1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00"/>
                                        </p:tgtEl>
                                      </p:cBhvr>
                                    </p:animEffect>
                                    <p:set>
                                      <p:cBhvr>
                                        <p:cTn dur="1" fill="hold">
                                          <p:stCondLst>
                                            <p:cond delay="500"/>
                                          </p:stCondLst>
                                        </p:cTn>
                                        <p:tgtEl>
                                          <p:spTgt spid="120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27"/>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hàm</a:t>
            </a:r>
            <a:endParaRPr/>
          </a:p>
        </p:txBody>
      </p:sp>
      <p:sp>
        <p:nvSpPr>
          <p:cNvPr id="1207" name="Google Shape;1207;p27"/>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Khai báo không tường minh (thông qua kiểu)</a:t>
            </a:r>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a:solidFill>
                <a:schemeClr val="dk1"/>
              </a:solidFill>
              <a:latin typeface="Tahoma"/>
              <a:ea typeface="Tahoma"/>
              <a:cs typeface="Tahoma"/>
              <a:sym typeface="Tahoma"/>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Ví dụ</a:t>
            </a:r>
            <a:endParaRPr/>
          </a:p>
        </p:txBody>
      </p:sp>
      <p:sp>
        <p:nvSpPr>
          <p:cNvPr id="1208" name="Google Shape;1208;p27"/>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1209" name="Google Shape;1209;p27"/>
          <p:cNvSpPr/>
          <p:nvPr/>
        </p:nvSpPr>
        <p:spPr>
          <a:xfrm>
            <a:off x="685800" y="2152650"/>
            <a:ext cx="152400" cy="59055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10" name="Google Shape;1210;p27"/>
          <p:cNvSpPr txBox="1"/>
          <p:nvPr/>
        </p:nvSpPr>
        <p:spPr>
          <a:xfrm>
            <a:off x="838200" y="2133600"/>
            <a:ext cx="8305800"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typedef &lt;kiểu trả về&gt; (* &lt;tên kiểu&gt;)(ds tham số);</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&lt;tên kiểu&gt; &lt;tên biến con trỏ&gt;;</a:t>
            </a:r>
            <a:endParaRPr b="0" i="0" sz="1400" u="none" cap="none" strike="noStrike">
              <a:solidFill>
                <a:srgbClr val="000000"/>
              </a:solidFill>
              <a:latin typeface="Arial"/>
              <a:ea typeface="Arial"/>
              <a:cs typeface="Arial"/>
              <a:sym typeface="Arial"/>
            </a:endParaRPr>
          </a:p>
        </p:txBody>
      </p:sp>
      <p:sp>
        <p:nvSpPr>
          <p:cNvPr id="1211" name="Google Shape;1211;p27"/>
          <p:cNvSpPr/>
          <p:nvPr/>
        </p:nvSpPr>
        <p:spPr>
          <a:xfrm>
            <a:off x="685800" y="3581400"/>
            <a:ext cx="152400" cy="16002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12" name="Google Shape;1212;p27"/>
          <p:cNvSpPr txBox="1"/>
          <p:nvPr/>
        </p:nvSpPr>
        <p:spPr>
          <a:xfrm>
            <a:off x="838200" y="3581400"/>
            <a:ext cx="8305800" cy="16319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(*pt1)(int, int);	// Tường minh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typedef int (*PhepToan)(int, 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PhepToan pt2, pt3;	// Không tường minh</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09"/>
                                        </p:tgtEl>
                                        <p:attrNameLst>
                                          <p:attrName>style.visibility</p:attrName>
                                        </p:attrNameLst>
                                      </p:cBhvr>
                                      <p:to>
                                        <p:strVal val="visible"/>
                                      </p:to>
                                    </p:set>
                                    <p:animEffect filter="fade" transition="in">
                                      <p:cBhvr>
                                        <p:cTn dur="500"/>
                                        <p:tgtEl>
                                          <p:spTgt spid="1209"/>
                                        </p:tgtEl>
                                      </p:cBhvr>
                                    </p:animEffect>
                                  </p:childTnLst>
                                </p:cTn>
                              </p:par>
                              <p:par>
                                <p:cTn fill="hold" nodeType="withEffect" presetClass="entr" presetID="10" presetSubtype="0">
                                  <p:stCondLst>
                                    <p:cond delay="0"/>
                                  </p:stCondLst>
                                  <p:childTnLst>
                                    <p:set>
                                      <p:cBhvr>
                                        <p:cTn dur="1" fill="hold">
                                          <p:stCondLst>
                                            <p:cond delay="0"/>
                                          </p:stCondLst>
                                        </p:cTn>
                                        <p:tgtEl>
                                          <p:spTgt spid="1210"/>
                                        </p:tgtEl>
                                        <p:attrNameLst>
                                          <p:attrName>style.visibility</p:attrName>
                                        </p:attrNameLst>
                                      </p:cBhvr>
                                      <p:to>
                                        <p:strVal val="visible"/>
                                      </p:to>
                                    </p:set>
                                    <p:animEffect filter="fade" transition="in">
                                      <p:cBhvr>
                                        <p:cTn dur="500"/>
                                        <p:tgtEl>
                                          <p:spTgt spid="121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11"/>
                                        </p:tgtEl>
                                        <p:attrNameLst>
                                          <p:attrName>style.visibility</p:attrName>
                                        </p:attrNameLst>
                                      </p:cBhvr>
                                      <p:to>
                                        <p:strVal val="visible"/>
                                      </p:to>
                                    </p:set>
                                    <p:animEffect filter="fade" transition="in">
                                      <p:cBhvr>
                                        <p:cTn dur="500"/>
                                        <p:tgtEl>
                                          <p:spTgt spid="1211"/>
                                        </p:tgtEl>
                                      </p:cBhvr>
                                    </p:animEffect>
                                  </p:childTnLst>
                                </p:cTn>
                              </p:par>
                              <p:par>
                                <p:cTn fill="hold" nodeType="withEffect" presetClass="entr" presetID="10" presetSubtype="0">
                                  <p:stCondLst>
                                    <p:cond delay="0"/>
                                  </p:stCondLst>
                                  <p:childTnLst>
                                    <p:set>
                                      <p:cBhvr>
                                        <p:cTn dur="1" fill="hold">
                                          <p:stCondLst>
                                            <p:cond delay="0"/>
                                          </p:stCondLst>
                                        </p:cTn>
                                        <p:tgtEl>
                                          <p:spTgt spid="1212"/>
                                        </p:tgtEl>
                                        <p:attrNameLst>
                                          <p:attrName>style.visibility</p:attrName>
                                        </p:attrNameLst>
                                      </p:cBhvr>
                                      <p:to>
                                        <p:strVal val="visible"/>
                                      </p:to>
                                    </p:set>
                                    <p:animEffect filter="fade" transition="in">
                                      <p:cBhvr>
                                        <p:cTn dur="500"/>
                                        <p:tgtEl>
                                          <p:spTgt spid="1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28"/>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hàm</a:t>
            </a:r>
            <a:endParaRPr/>
          </a:p>
        </p:txBody>
      </p:sp>
      <p:sp>
        <p:nvSpPr>
          <p:cNvPr id="1219" name="Google Shape;1219;p28"/>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Gán giá trị cho con trỏ hàm</a:t>
            </a:r>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a:solidFill>
                <a:schemeClr val="dk1"/>
              </a:solidFill>
              <a:latin typeface="Tahoma"/>
              <a:ea typeface="Tahoma"/>
              <a:cs typeface="Tahoma"/>
              <a:sym typeface="Tahoma"/>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a:solidFill>
                <a:schemeClr val="dk1"/>
              </a:solidFill>
              <a:latin typeface="Tahoma"/>
              <a:ea typeface="Tahoma"/>
              <a:cs typeface="Tahoma"/>
              <a:sym typeface="Tahoma"/>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Hàm được gán phải cùng dạng (vào, ra)</a:t>
            </a:r>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Ví dụ</a:t>
            </a:r>
            <a:endParaRPr/>
          </a:p>
        </p:txBody>
      </p:sp>
      <p:sp>
        <p:nvSpPr>
          <p:cNvPr id="1220" name="Google Shape;1220;p28"/>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1221" name="Google Shape;1221;p28"/>
          <p:cNvSpPr/>
          <p:nvPr/>
        </p:nvSpPr>
        <p:spPr>
          <a:xfrm>
            <a:off x="685800" y="2206625"/>
            <a:ext cx="152400" cy="66675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2" name="Google Shape;1222;p28"/>
          <p:cNvSpPr txBox="1"/>
          <p:nvPr/>
        </p:nvSpPr>
        <p:spPr>
          <a:xfrm>
            <a:off x="838200" y="2187575"/>
            <a:ext cx="8305800"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&lt;biến con trỏ hàm&gt; = &lt;tên hàm&gt;;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&lt;biến con trỏ hàm&gt; = &amp;&lt;tên hàm&gt;;</a:t>
            </a:r>
            <a:endParaRPr b="0" i="0" sz="1400" u="none" cap="none" strike="noStrike">
              <a:solidFill>
                <a:srgbClr val="000000"/>
              </a:solidFill>
              <a:latin typeface="Arial"/>
              <a:ea typeface="Arial"/>
              <a:cs typeface="Arial"/>
              <a:sym typeface="Arial"/>
            </a:endParaRPr>
          </a:p>
        </p:txBody>
      </p:sp>
      <p:sp>
        <p:nvSpPr>
          <p:cNvPr id="1223" name="Google Shape;1223;p28"/>
          <p:cNvSpPr/>
          <p:nvPr/>
        </p:nvSpPr>
        <p:spPr>
          <a:xfrm>
            <a:off x="685800" y="4114800"/>
            <a:ext cx="152400" cy="22098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4" name="Google Shape;1224;p28"/>
          <p:cNvSpPr txBox="1"/>
          <p:nvPr/>
        </p:nvSpPr>
        <p:spPr>
          <a:xfrm>
            <a:off x="838200" y="4114800"/>
            <a:ext cx="8305800" cy="2246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Cong(int x, int y);			// Hàm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Tru(int x, int y);			// Hàm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(*tinhtoan)(int x, int y);	// Con trỏ hàm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tinhtoan = Cong;	// Dạng ngắn gọn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tinhtoan = &amp;Tru;	// Dạng sử dụng địa chỉ</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tinhtoan = NULL;	// Không trỏ đến đâu cả</a:t>
            </a:r>
            <a:endParaRPr b="0" i="0" sz="1400" u="none" cap="none" strike="noStrike">
              <a:solidFill>
                <a:srgbClr val="000000"/>
              </a:solidFill>
              <a:latin typeface="Arial"/>
              <a:ea typeface="Arial"/>
              <a:cs typeface="Arial"/>
              <a:sym typeface="Arial"/>
            </a:endParaRPr>
          </a:p>
        </p:txBody>
      </p:sp>
      <p:sp>
        <p:nvSpPr>
          <p:cNvPr id="1225" name="Google Shape;1225;p28"/>
          <p:cNvSpPr txBox="1"/>
          <p:nvPr/>
        </p:nvSpPr>
        <p:spPr>
          <a:xfrm>
            <a:off x="0" y="4191000"/>
            <a:ext cx="9128125" cy="6096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6" name="Google Shape;1226;p28"/>
          <p:cNvSpPr txBox="1"/>
          <p:nvPr/>
        </p:nvSpPr>
        <p:spPr>
          <a:xfrm>
            <a:off x="0" y="4800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7" name="Google Shape;1227;p28"/>
          <p:cNvSpPr txBox="1"/>
          <p:nvPr/>
        </p:nvSpPr>
        <p:spPr>
          <a:xfrm>
            <a:off x="0" y="54102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8" name="Google Shape;1228;p28"/>
          <p:cNvSpPr txBox="1"/>
          <p:nvPr/>
        </p:nvSpPr>
        <p:spPr>
          <a:xfrm>
            <a:off x="0" y="5715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9" name="Google Shape;1229;p28"/>
          <p:cNvSpPr txBox="1"/>
          <p:nvPr/>
        </p:nvSpPr>
        <p:spPr>
          <a:xfrm>
            <a:off x="0" y="60198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21"/>
                                        </p:tgtEl>
                                        <p:attrNameLst>
                                          <p:attrName>style.visibility</p:attrName>
                                        </p:attrNameLst>
                                      </p:cBhvr>
                                      <p:to>
                                        <p:strVal val="visible"/>
                                      </p:to>
                                    </p:set>
                                    <p:animEffect filter="fade" transition="in">
                                      <p:cBhvr>
                                        <p:cTn dur="500"/>
                                        <p:tgtEl>
                                          <p:spTgt spid="1221"/>
                                        </p:tgtEl>
                                      </p:cBhvr>
                                    </p:animEffect>
                                  </p:childTnLst>
                                </p:cTn>
                              </p:par>
                              <p:par>
                                <p:cTn fill="hold" nodeType="withEffect" presetClass="entr" presetID="10" presetSubtype="0">
                                  <p:stCondLst>
                                    <p:cond delay="0"/>
                                  </p:stCondLst>
                                  <p:childTnLst>
                                    <p:set>
                                      <p:cBhvr>
                                        <p:cTn dur="1" fill="hold">
                                          <p:stCondLst>
                                            <p:cond delay="0"/>
                                          </p:stCondLst>
                                        </p:cTn>
                                        <p:tgtEl>
                                          <p:spTgt spid="1222"/>
                                        </p:tgtEl>
                                        <p:attrNameLst>
                                          <p:attrName>style.visibility</p:attrName>
                                        </p:attrNameLst>
                                      </p:cBhvr>
                                      <p:to>
                                        <p:strVal val="visible"/>
                                      </p:to>
                                    </p:set>
                                    <p:animEffect filter="fade" transition="in">
                                      <p:cBhvr>
                                        <p:cTn dur="500"/>
                                        <p:tgtEl>
                                          <p:spTgt spid="122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23"/>
                                        </p:tgtEl>
                                        <p:attrNameLst>
                                          <p:attrName>style.visibility</p:attrName>
                                        </p:attrNameLst>
                                      </p:cBhvr>
                                      <p:to>
                                        <p:strVal val="visible"/>
                                      </p:to>
                                    </p:set>
                                    <p:animEffect filter="fade" transition="in">
                                      <p:cBhvr>
                                        <p:cTn dur="500"/>
                                        <p:tgtEl>
                                          <p:spTgt spid="1223"/>
                                        </p:tgtEl>
                                      </p:cBhvr>
                                    </p:animEffect>
                                  </p:childTnLst>
                                </p:cTn>
                              </p:par>
                              <p:par>
                                <p:cTn fill="hold" nodeType="withEffect" presetClass="entr" presetID="10" presetSubtype="0">
                                  <p:stCondLst>
                                    <p:cond delay="0"/>
                                  </p:stCondLst>
                                  <p:childTnLst>
                                    <p:set>
                                      <p:cBhvr>
                                        <p:cTn dur="1" fill="hold">
                                          <p:stCondLst>
                                            <p:cond delay="0"/>
                                          </p:stCondLst>
                                        </p:cTn>
                                        <p:tgtEl>
                                          <p:spTgt spid="1224"/>
                                        </p:tgtEl>
                                        <p:attrNameLst>
                                          <p:attrName>style.visibility</p:attrName>
                                        </p:attrNameLst>
                                      </p:cBhvr>
                                      <p:to>
                                        <p:strVal val="visible"/>
                                      </p:to>
                                    </p:set>
                                    <p:animEffect filter="fade" transition="in">
                                      <p:cBhvr>
                                        <p:cTn dur="500"/>
                                        <p:tgtEl>
                                          <p:spTgt spid="1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5"/>
                                        </p:tgtEl>
                                        <p:attrNameLst>
                                          <p:attrName>style.visibility</p:attrName>
                                        </p:attrNameLst>
                                      </p:cBhvr>
                                      <p:to>
                                        <p:strVal val="visible"/>
                                      </p:to>
                                    </p:set>
                                    <p:animEffect filter="fade" transition="in">
                                      <p:cBhvr>
                                        <p:cTn dur="500"/>
                                        <p:tgtEl>
                                          <p:spTgt spid="1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25"/>
                                        </p:tgtEl>
                                      </p:cBhvr>
                                    </p:animEffect>
                                    <p:set>
                                      <p:cBhvr>
                                        <p:cTn dur="1" fill="hold">
                                          <p:stCondLst>
                                            <p:cond delay="500"/>
                                          </p:stCondLst>
                                        </p:cTn>
                                        <p:tgtEl>
                                          <p:spTgt spid="122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26"/>
                                        </p:tgtEl>
                                        <p:attrNameLst>
                                          <p:attrName>style.visibility</p:attrName>
                                        </p:attrNameLst>
                                      </p:cBhvr>
                                      <p:to>
                                        <p:strVal val="visible"/>
                                      </p:to>
                                    </p:set>
                                    <p:animEffect filter="fade" transition="in">
                                      <p:cBhvr>
                                        <p:cTn dur="500"/>
                                        <p:tgtEl>
                                          <p:spTgt spid="12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26"/>
                                        </p:tgtEl>
                                      </p:cBhvr>
                                    </p:animEffect>
                                    <p:set>
                                      <p:cBhvr>
                                        <p:cTn dur="1" fill="hold">
                                          <p:stCondLst>
                                            <p:cond delay="500"/>
                                          </p:stCondLst>
                                        </p:cTn>
                                        <p:tgtEl>
                                          <p:spTgt spid="122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27"/>
                                        </p:tgtEl>
                                        <p:attrNameLst>
                                          <p:attrName>style.visibility</p:attrName>
                                        </p:attrNameLst>
                                      </p:cBhvr>
                                      <p:to>
                                        <p:strVal val="visible"/>
                                      </p:to>
                                    </p:set>
                                    <p:animEffect filter="fade" transition="in">
                                      <p:cBhvr>
                                        <p:cTn dur="500"/>
                                        <p:tgtEl>
                                          <p:spTgt spid="1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27"/>
                                        </p:tgtEl>
                                      </p:cBhvr>
                                    </p:animEffect>
                                    <p:set>
                                      <p:cBhvr>
                                        <p:cTn dur="1" fill="hold">
                                          <p:stCondLst>
                                            <p:cond delay="500"/>
                                          </p:stCondLst>
                                        </p:cTn>
                                        <p:tgtEl>
                                          <p:spTgt spid="122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28"/>
                                        </p:tgtEl>
                                        <p:attrNameLst>
                                          <p:attrName>style.visibility</p:attrName>
                                        </p:attrNameLst>
                                      </p:cBhvr>
                                      <p:to>
                                        <p:strVal val="visible"/>
                                      </p:to>
                                    </p:set>
                                    <p:animEffect filter="fade" transition="in">
                                      <p:cBhvr>
                                        <p:cTn dur="500"/>
                                        <p:tgtEl>
                                          <p:spTgt spid="1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28"/>
                                        </p:tgtEl>
                                      </p:cBhvr>
                                    </p:animEffect>
                                    <p:set>
                                      <p:cBhvr>
                                        <p:cTn dur="1" fill="hold">
                                          <p:stCondLst>
                                            <p:cond delay="500"/>
                                          </p:stCondLst>
                                        </p:cTn>
                                        <p:tgtEl>
                                          <p:spTgt spid="122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29"/>
                                        </p:tgtEl>
                                        <p:attrNameLst>
                                          <p:attrName>style.visibility</p:attrName>
                                        </p:attrNameLst>
                                      </p:cBhvr>
                                      <p:to>
                                        <p:strVal val="visible"/>
                                      </p:to>
                                    </p:set>
                                    <p:animEffect filter="fade" transition="in">
                                      <p:cBhvr>
                                        <p:cTn dur="500"/>
                                        <p:tgtEl>
                                          <p:spTgt spid="1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29"/>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hàm</a:t>
            </a:r>
            <a:endParaRPr/>
          </a:p>
        </p:txBody>
      </p:sp>
      <p:sp>
        <p:nvSpPr>
          <p:cNvPr id="1236" name="Google Shape;1236;p29"/>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So sánh con trỏ hàm</a:t>
            </a:r>
            <a:endParaRPr/>
          </a:p>
        </p:txBody>
      </p:sp>
      <p:sp>
        <p:nvSpPr>
          <p:cNvPr id="1237" name="Google Shape;1237;p29"/>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1238" name="Google Shape;1238;p29"/>
          <p:cNvSpPr/>
          <p:nvPr/>
        </p:nvSpPr>
        <p:spPr>
          <a:xfrm>
            <a:off x="685800" y="2057400"/>
            <a:ext cx="152400" cy="38100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9" name="Google Shape;1239;p29"/>
          <p:cNvSpPr txBox="1"/>
          <p:nvPr/>
        </p:nvSpPr>
        <p:spPr>
          <a:xfrm>
            <a:off x="838200" y="2057400"/>
            <a:ext cx="8305800" cy="3786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if  (</a:t>
            </a:r>
            <a:r>
              <a:rPr b="1" i="0" lang="en-US" sz="2000" u="none" cap="none" strike="noStrike">
                <a:solidFill>
                  <a:srgbClr val="FF0000"/>
                </a:solidFill>
                <a:latin typeface="Courier New"/>
                <a:ea typeface="Courier New"/>
                <a:cs typeface="Courier New"/>
                <a:sym typeface="Courier New"/>
              </a:rPr>
              <a:t>tinhtoan != NULL</a:t>
            </a: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if (</a:t>
            </a:r>
            <a:r>
              <a:rPr b="1" i="0" lang="en-US" sz="2000" u="none" cap="none" strike="noStrike">
                <a:solidFill>
                  <a:srgbClr val="FF0000"/>
                </a:solidFill>
                <a:latin typeface="Courier New"/>
                <a:ea typeface="Courier New"/>
                <a:cs typeface="Courier New"/>
                <a:sym typeface="Courier New"/>
              </a:rPr>
              <a:t>tinhtoan == &amp;Cong</a:t>
            </a: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printf(“Con trỏ đến hàm Cong.”);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if (</a:t>
            </a:r>
            <a:r>
              <a:rPr b="1" i="0" lang="en-US" sz="2000" u="none" cap="none" strike="noStrike">
                <a:solidFill>
                  <a:srgbClr val="FF0000"/>
                </a:solidFill>
                <a:latin typeface="Courier New"/>
                <a:ea typeface="Courier New"/>
                <a:cs typeface="Courier New"/>
                <a:sym typeface="Courier New"/>
              </a:rPr>
              <a:t>tinhtoan == &amp;Tru</a:t>
            </a: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printf(“Con trỏ đến hàm Tru.”);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printf(“Con trỏ đến hàm khác.”);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printf(“Con trỏ chưa được khởi tạo!”);</a:t>
            </a:r>
            <a:endParaRPr b="0" i="0" sz="1400" u="none" cap="none" strike="noStrike">
              <a:solidFill>
                <a:srgbClr val="000000"/>
              </a:solidFill>
              <a:latin typeface="Arial"/>
              <a:ea typeface="Arial"/>
              <a:cs typeface="Arial"/>
              <a:sym typeface="Arial"/>
            </a:endParaRPr>
          </a:p>
        </p:txBody>
      </p:sp>
      <p:sp>
        <p:nvSpPr>
          <p:cNvPr id="1240" name="Google Shape;1240;p29"/>
          <p:cNvSpPr txBox="1"/>
          <p:nvPr/>
        </p:nvSpPr>
        <p:spPr>
          <a:xfrm>
            <a:off x="0" y="20574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1" name="Google Shape;1241;p29"/>
          <p:cNvSpPr txBox="1"/>
          <p:nvPr/>
        </p:nvSpPr>
        <p:spPr>
          <a:xfrm>
            <a:off x="0" y="2667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2" name="Google Shape;1242;p29"/>
          <p:cNvSpPr txBox="1"/>
          <p:nvPr/>
        </p:nvSpPr>
        <p:spPr>
          <a:xfrm>
            <a:off x="0" y="35814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38"/>
                                        </p:tgtEl>
                                        <p:attrNameLst>
                                          <p:attrName>style.visibility</p:attrName>
                                        </p:attrNameLst>
                                      </p:cBhvr>
                                      <p:to>
                                        <p:strVal val="visible"/>
                                      </p:to>
                                    </p:set>
                                    <p:animEffect filter="fade" transition="in">
                                      <p:cBhvr>
                                        <p:cTn dur="500"/>
                                        <p:tgtEl>
                                          <p:spTgt spid="1238"/>
                                        </p:tgtEl>
                                      </p:cBhvr>
                                    </p:animEffect>
                                  </p:childTnLst>
                                </p:cTn>
                              </p:par>
                              <p:par>
                                <p:cTn fill="hold" nodeType="withEffect" presetClass="entr" presetID="10" presetSubtype="0">
                                  <p:stCondLst>
                                    <p:cond delay="0"/>
                                  </p:stCondLst>
                                  <p:childTnLst>
                                    <p:set>
                                      <p:cBhvr>
                                        <p:cTn dur="1" fill="hold">
                                          <p:stCondLst>
                                            <p:cond delay="0"/>
                                          </p:stCondLst>
                                        </p:cTn>
                                        <p:tgtEl>
                                          <p:spTgt spid="1239"/>
                                        </p:tgtEl>
                                        <p:attrNameLst>
                                          <p:attrName>style.visibility</p:attrName>
                                        </p:attrNameLst>
                                      </p:cBhvr>
                                      <p:to>
                                        <p:strVal val="visible"/>
                                      </p:to>
                                    </p:set>
                                    <p:animEffect filter="fade" transition="in">
                                      <p:cBhvr>
                                        <p:cTn dur="500"/>
                                        <p:tgtEl>
                                          <p:spTgt spid="1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0"/>
                                        </p:tgtEl>
                                        <p:attrNameLst>
                                          <p:attrName>style.visibility</p:attrName>
                                        </p:attrNameLst>
                                      </p:cBhvr>
                                      <p:to>
                                        <p:strVal val="visible"/>
                                      </p:to>
                                    </p:set>
                                    <p:animEffect filter="fade" transition="in">
                                      <p:cBhvr>
                                        <p:cTn dur="500"/>
                                        <p:tgtEl>
                                          <p:spTgt spid="1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40"/>
                                        </p:tgtEl>
                                      </p:cBhvr>
                                    </p:animEffect>
                                    <p:set>
                                      <p:cBhvr>
                                        <p:cTn dur="1" fill="hold">
                                          <p:stCondLst>
                                            <p:cond delay="500"/>
                                          </p:stCondLst>
                                        </p:cTn>
                                        <p:tgtEl>
                                          <p:spTgt spid="124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41"/>
                                        </p:tgtEl>
                                        <p:attrNameLst>
                                          <p:attrName>style.visibility</p:attrName>
                                        </p:attrNameLst>
                                      </p:cBhvr>
                                      <p:to>
                                        <p:strVal val="visible"/>
                                      </p:to>
                                    </p:set>
                                    <p:animEffect filter="fade" transition="in">
                                      <p:cBhvr>
                                        <p:cTn dur="500"/>
                                        <p:tgtEl>
                                          <p:spTgt spid="1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41"/>
                                        </p:tgtEl>
                                      </p:cBhvr>
                                    </p:animEffect>
                                    <p:set>
                                      <p:cBhvr>
                                        <p:cTn dur="1" fill="hold">
                                          <p:stCondLst>
                                            <p:cond delay="500"/>
                                          </p:stCondLst>
                                        </p:cTn>
                                        <p:tgtEl>
                                          <p:spTgt spid="124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42"/>
                                        </p:tgtEl>
                                        <p:attrNameLst>
                                          <p:attrName>style.visibility</p:attrName>
                                        </p:attrNameLst>
                                      </p:cBhvr>
                                      <p:to>
                                        <p:strVal val="visible"/>
                                      </p:to>
                                    </p:set>
                                    <p:animEffect filter="fade" transition="in">
                                      <p:cBhvr>
                                        <p:cTn dur="500"/>
                                        <p:tgtEl>
                                          <p:spTgt spid="1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42"/>
                                        </p:tgtEl>
                                      </p:cBhvr>
                                    </p:animEffect>
                                    <p:set>
                                      <p:cBhvr>
                                        <p:cTn dur="1" fill="hold">
                                          <p:stCondLst>
                                            <p:cond delay="500"/>
                                          </p:stCondLst>
                                        </p:cTn>
                                        <p:tgtEl>
                                          <p:spTgt spid="124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30"/>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hàm</a:t>
            </a:r>
            <a:endParaRPr/>
          </a:p>
        </p:txBody>
      </p:sp>
      <p:sp>
        <p:nvSpPr>
          <p:cNvPr id="1249" name="Google Shape;1249;p30"/>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Gọi hàm thông qua con trỏ hàm</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Sử dụng toán tử lấy nội dung “*” (chính quy) nhưng trường hợp này có thể bỏ</a:t>
            </a:r>
            <a:endParaRPr/>
          </a:p>
        </p:txBody>
      </p:sp>
      <p:sp>
        <p:nvSpPr>
          <p:cNvPr id="1250" name="Google Shape;1250;p30"/>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1251" name="Google Shape;1251;p30"/>
          <p:cNvSpPr/>
          <p:nvPr/>
        </p:nvSpPr>
        <p:spPr>
          <a:xfrm>
            <a:off x="685800" y="3048000"/>
            <a:ext cx="152400" cy="25146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52" name="Google Shape;1252;p30"/>
          <p:cNvSpPr txBox="1"/>
          <p:nvPr/>
        </p:nvSpPr>
        <p:spPr>
          <a:xfrm>
            <a:off x="838200" y="3048000"/>
            <a:ext cx="8305800" cy="25542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Cong(int x, int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Tru(int x, int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(*tinhtoan)(int, 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tinhtoan = Cong;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kq1 = </a:t>
            </a:r>
            <a:r>
              <a:rPr b="1" i="0" lang="en-US" sz="2000" u="none" cap="none" strike="noStrike">
                <a:solidFill>
                  <a:srgbClr val="FF0000"/>
                </a:solidFill>
                <a:latin typeface="Courier New"/>
                <a:ea typeface="Courier New"/>
                <a:cs typeface="Courier New"/>
                <a:sym typeface="Courier New"/>
              </a:rPr>
              <a:t>(*</a:t>
            </a:r>
            <a:r>
              <a:rPr b="1" i="0" lang="en-US" sz="2000" u="none" cap="none" strike="noStrike">
                <a:solidFill>
                  <a:schemeClr val="dk1"/>
                </a:solidFill>
                <a:latin typeface="Courier New"/>
                <a:ea typeface="Courier New"/>
                <a:cs typeface="Courier New"/>
                <a:sym typeface="Courier New"/>
              </a:rPr>
              <a:t>tinhtoan</a:t>
            </a:r>
            <a:r>
              <a:rPr b="1" i="0" lang="en-US" sz="2000" u="none" cap="none" strike="noStrike">
                <a:solidFill>
                  <a:srgbClr val="FF0000"/>
                </a:solidFill>
                <a:latin typeface="Courier New"/>
                <a:ea typeface="Courier New"/>
                <a:cs typeface="Courier New"/>
                <a:sym typeface="Courier New"/>
              </a:rPr>
              <a:t>)</a:t>
            </a:r>
            <a:r>
              <a:rPr b="1" i="0" lang="en-US" sz="2000" u="none" cap="none" strike="noStrike">
                <a:solidFill>
                  <a:schemeClr val="dk1"/>
                </a:solidFill>
                <a:latin typeface="Courier New"/>
                <a:ea typeface="Courier New"/>
                <a:cs typeface="Courier New"/>
                <a:sym typeface="Courier New"/>
              </a:rPr>
              <a:t>(1, 2);	// Chính quy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kq2 = tinhtoan(1, 2);	// Ngắn gọn</a:t>
            </a:r>
            <a:endParaRPr b="0" i="0" sz="1400" u="none" cap="none" strike="noStrike">
              <a:solidFill>
                <a:srgbClr val="000000"/>
              </a:solidFill>
              <a:latin typeface="Arial"/>
              <a:ea typeface="Arial"/>
              <a:cs typeface="Arial"/>
              <a:sym typeface="Arial"/>
            </a:endParaRPr>
          </a:p>
        </p:txBody>
      </p:sp>
      <p:sp>
        <p:nvSpPr>
          <p:cNvPr id="1253" name="Google Shape;1253;p30"/>
          <p:cNvSpPr txBox="1"/>
          <p:nvPr/>
        </p:nvSpPr>
        <p:spPr>
          <a:xfrm>
            <a:off x="0" y="48768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54" name="Google Shape;1254;p30"/>
          <p:cNvSpPr txBox="1"/>
          <p:nvPr/>
        </p:nvSpPr>
        <p:spPr>
          <a:xfrm>
            <a:off x="0" y="5181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51"/>
                                        </p:tgtEl>
                                        <p:attrNameLst>
                                          <p:attrName>style.visibility</p:attrName>
                                        </p:attrNameLst>
                                      </p:cBhvr>
                                      <p:to>
                                        <p:strVal val="visible"/>
                                      </p:to>
                                    </p:set>
                                    <p:animEffect filter="fade" transition="in">
                                      <p:cBhvr>
                                        <p:cTn dur="500"/>
                                        <p:tgtEl>
                                          <p:spTgt spid="1251"/>
                                        </p:tgtEl>
                                      </p:cBhvr>
                                    </p:animEffect>
                                  </p:childTnLst>
                                </p:cTn>
                              </p:par>
                              <p:par>
                                <p:cTn fill="hold" nodeType="withEffect" presetClass="entr" presetID="10" presetSubtype="0">
                                  <p:stCondLst>
                                    <p:cond delay="0"/>
                                  </p:stCondLst>
                                  <p:childTnLst>
                                    <p:set>
                                      <p:cBhvr>
                                        <p:cTn dur="1" fill="hold">
                                          <p:stCondLst>
                                            <p:cond delay="0"/>
                                          </p:stCondLst>
                                        </p:cTn>
                                        <p:tgtEl>
                                          <p:spTgt spid="1252"/>
                                        </p:tgtEl>
                                        <p:attrNameLst>
                                          <p:attrName>style.visibility</p:attrName>
                                        </p:attrNameLst>
                                      </p:cBhvr>
                                      <p:to>
                                        <p:strVal val="visible"/>
                                      </p:to>
                                    </p:set>
                                    <p:animEffect filter="fade" transition="in">
                                      <p:cBhvr>
                                        <p:cTn dur="500"/>
                                        <p:tgtEl>
                                          <p:spTgt spid="1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3"/>
                                        </p:tgtEl>
                                        <p:attrNameLst>
                                          <p:attrName>style.visibility</p:attrName>
                                        </p:attrNameLst>
                                      </p:cBhvr>
                                      <p:to>
                                        <p:strVal val="visible"/>
                                      </p:to>
                                    </p:set>
                                    <p:animEffect filter="fade" transition="in">
                                      <p:cBhvr>
                                        <p:cTn dur="500"/>
                                        <p:tgtEl>
                                          <p:spTgt spid="1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53"/>
                                        </p:tgtEl>
                                      </p:cBhvr>
                                    </p:animEffect>
                                    <p:set>
                                      <p:cBhvr>
                                        <p:cTn dur="1" fill="hold">
                                          <p:stCondLst>
                                            <p:cond delay="500"/>
                                          </p:stCondLst>
                                        </p:cTn>
                                        <p:tgtEl>
                                          <p:spTgt spid="125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54"/>
                                        </p:tgtEl>
                                        <p:attrNameLst>
                                          <p:attrName>style.visibility</p:attrName>
                                        </p:attrNameLst>
                                      </p:cBhvr>
                                      <p:to>
                                        <p:strVal val="visible"/>
                                      </p:to>
                                    </p:set>
                                    <p:animEffect filter="fade" transition="in">
                                      <p:cBhvr>
                                        <p:cTn dur="500"/>
                                        <p:tgtEl>
                                          <p:spTgt spid="1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31"/>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hàm</a:t>
            </a:r>
            <a:endParaRPr/>
          </a:p>
        </p:txBody>
      </p:sp>
      <p:sp>
        <p:nvSpPr>
          <p:cNvPr id="1261" name="Google Shape;1261;p31"/>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Truyền tham số là con trỏ hàm</a:t>
            </a:r>
            <a:endParaRPr/>
          </a:p>
        </p:txBody>
      </p:sp>
      <p:sp>
        <p:nvSpPr>
          <p:cNvPr id="1262" name="Google Shape;1262;p31"/>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1263" name="Google Shape;1263;p31"/>
          <p:cNvSpPr/>
          <p:nvPr/>
        </p:nvSpPr>
        <p:spPr>
          <a:xfrm>
            <a:off x="685800" y="2133600"/>
            <a:ext cx="152400" cy="43434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4" name="Google Shape;1264;p31"/>
          <p:cNvSpPr txBox="1"/>
          <p:nvPr/>
        </p:nvSpPr>
        <p:spPr>
          <a:xfrm>
            <a:off x="838200" y="2133600"/>
            <a:ext cx="8305800" cy="4400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Cong(int x, int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Tru(int x, int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TinhToan(int x, int y, </a:t>
            </a:r>
            <a:r>
              <a:rPr b="1" i="0" lang="en-US" sz="2000" u="none" cap="none" strike="noStrike">
                <a:solidFill>
                  <a:srgbClr val="FF0000"/>
                </a:solidFill>
                <a:latin typeface="Courier New"/>
                <a:ea typeface="Courier New"/>
                <a:cs typeface="Courier New"/>
                <a:sym typeface="Courier New"/>
              </a:rPr>
              <a:t>int (*pheptoan)(int, int)</a:t>
            </a: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kq = </a:t>
            </a:r>
            <a:r>
              <a:rPr b="1" i="0" lang="en-US" sz="2000" u="none" cap="none" strike="noStrike">
                <a:solidFill>
                  <a:srgbClr val="FF0000"/>
                </a:solidFill>
                <a:latin typeface="Courier New"/>
                <a:ea typeface="Courier New"/>
                <a:cs typeface="Courier New"/>
                <a:sym typeface="Courier New"/>
              </a:rPr>
              <a:t>(*pheptoan)(x, y)</a:t>
            </a:r>
            <a:r>
              <a:rPr b="1" i="0" lang="en-US" sz="2000" u="none" cap="none" strike="noStrike">
                <a:solidFill>
                  <a:schemeClr val="dk1"/>
                </a:solidFill>
                <a:latin typeface="Courier New"/>
                <a:ea typeface="Courier New"/>
                <a:cs typeface="Courier New"/>
                <a:sym typeface="Courier New"/>
              </a:rPr>
              <a:t>;	// Gọi hàm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return kq;</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(*pheptoan)(int, int) = &amp;Cong;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kq1 = TinhToan(1, 2, pheptoan);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kq2 = TinhToan(1, 2, &amp;Tru);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1265" name="Google Shape;1265;p31"/>
          <p:cNvSpPr txBox="1"/>
          <p:nvPr/>
        </p:nvSpPr>
        <p:spPr>
          <a:xfrm>
            <a:off x="0" y="27432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6" name="Google Shape;1266;p31"/>
          <p:cNvSpPr txBox="1"/>
          <p:nvPr/>
        </p:nvSpPr>
        <p:spPr>
          <a:xfrm>
            <a:off x="0" y="3429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7" name="Google Shape;1267;p31"/>
          <p:cNvSpPr txBox="1"/>
          <p:nvPr/>
        </p:nvSpPr>
        <p:spPr>
          <a:xfrm>
            <a:off x="0" y="5562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8" name="Google Shape;1268;p31"/>
          <p:cNvSpPr txBox="1"/>
          <p:nvPr/>
        </p:nvSpPr>
        <p:spPr>
          <a:xfrm>
            <a:off x="0" y="58674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63"/>
                                        </p:tgtEl>
                                        <p:attrNameLst>
                                          <p:attrName>style.visibility</p:attrName>
                                        </p:attrNameLst>
                                      </p:cBhvr>
                                      <p:to>
                                        <p:strVal val="visible"/>
                                      </p:to>
                                    </p:set>
                                    <p:animEffect filter="fade" transition="in">
                                      <p:cBhvr>
                                        <p:cTn dur="500"/>
                                        <p:tgtEl>
                                          <p:spTgt spid="1263"/>
                                        </p:tgtEl>
                                      </p:cBhvr>
                                    </p:animEffect>
                                  </p:childTnLst>
                                </p:cTn>
                              </p:par>
                              <p:par>
                                <p:cTn fill="hold" nodeType="withEffect" presetClass="entr" presetID="10" presetSubtype="0">
                                  <p:stCondLst>
                                    <p:cond delay="0"/>
                                  </p:stCondLst>
                                  <p:childTnLst>
                                    <p:set>
                                      <p:cBhvr>
                                        <p:cTn dur="1" fill="hold">
                                          <p:stCondLst>
                                            <p:cond delay="0"/>
                                          </p:stCondLst>
                                        </p:cTn>
                                        <p:tgtEl>
                                          <p:spTgt spid="1264"/>
                                        </p:tgtEl>
                                        <p:attrNameLst>
                                          <p:attrName>style.visibility</p:attrName>
                                        </p:attrNameLst>
                                      </p:cBhvr>
                                      <p:to>
                                        <p:strVal val="visible"/>
                                      </p:to>
                                    </p:set>
                                    <p:animEffect filter="fade" transition="in">
                                      <p:cBhvr>
                                        <p:cTn dur="500"/>
                                        <p:tgtEl>
                                          <p:spTgt spid="1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5"/>
                                        </p:tgtEl>
                                        <p:attrNameLst>
                                          <p:attrName>style.visibility</p:attrName>
                                        </p:attrNameLst>
                                      </p:cBhvr>
                                      <p:to>
                                        <p:strVal val="visible"/>
                                      </p:to>
                                    </p:set>
                                    <p:animEffect filter="fade" transition="in">
                                      <p:cBhvr>
                                        <p:cTn dur="500"/>
                                        <p:tgtEl>
                                          <p:spTgt spid="1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65"/>
                                        </p:tgtEl>
                                      </p:cBhvr>
                                    </p:animEffect>
                                    <p:set>
                                      <p:cBhvr>
                                        <p:cTn dur="1" fill="hold">
                                          <p:stCondLst>
                                            <p:cond delay="500"/>
                                          </p:stCondLst>
                                        </p:cTn>
                                        <p:tgtEl>
                                          <p:spTgt spid="126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66"/>
                                        </p:tgtEl>
                                        <p:attrNameLst>
                                          <p:attrName>style.visibility</p:attrName>
                                        </p:attrNameLst>
                                      </p:cBhvr>
                                      <p:to>
                                        <p:strVal val="visible"/>
                                      </p:to>
                                    </p:set>
                                    <p:animEffect filter="fade" transition="in">
                                      <p:cBhvr>
                                        <p:cTn dur="500"/>
                                        <p:tgtEl>
                                          <p:spTgt spid="1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66"/>
                                        </p:tgtEl>
                                      </p:cBhvr>
                                    </p:animEffect>
                                    <p:set>
                                      <p:cBhvr>
                                        <p:cTn dur="1" fill="hold">
                                          <p:stCondLst>
                                            <p:cond delay="500"/>
                                          </p:stCondLst>
                                        </p:cTn>
                                        <p:tgtEl>
                                          <p:spTgt spid="126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67"/>
                                        </p:tgtEl>
                                        <p:attrNameLst>
                                          <p:attrName>style.visibility</p:attrName>
                                        </p:attrNameLst>
                                      </p:cBhvr>
                                      <p:to>
                                        <p:strVal val="visible"/>
                                      </p:to>
                                    </p:set>
                                    <p:animEffect filter="fade" transition="in">
                                      <p:cBhvr>
                                        <p:cTn dur="500"/>
                                        <p:tgtEl>
                                          <p:spTgt spid="1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67"/>
                                        </p:tgtEl>
                                      </p:cBhvr>
                                    </p:animEffect>
                                    <p:set>
                                      <p:cBhvr>
                                        <p:cTn dur="1" fill="hold">
                                          <p:stCondLst>
                                            <p:cond delay="500"/>
                                          </p:stCondLst>
                                        </p:cTn>
                                        <p:tgtEl>
                                          <p:spTgt spid="126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68"/>
                                        </p:tgtEl>
                                        <p:attrNameLst>
                                          <p:attrName>style.visibility</p:attrName>
                                        </p:attrNameLst>
                                      </p:cBhvr>
                                      <p:to>
                                        <p:strVal val="visible"/>
                                      </p:to>
                                    </p:set>
                                    <p:animEffect filter="fade" transition="in">
                                      <p:cBhvr>
                                        <p:cTn dur="500"/>
                                        <p:tgtEl>
                                          <p:spTgt spid="1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32"/>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hàm</a:t>
            </a:r>
            <a:endParaRPr/>
          </a:p>
        </p:txBody>
      </p:sp>
      <p:sp>
        <p:nvSpPr>
          <p:cNvPr id="1275" name="Google Shape;1275;p32"/>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Trả về con trỏ hàm</a:t>
            </a:r>
            <a:endParaRPr/>
          </a:p>
        </p:txBody>
      </p:sp>
      <p:sp>
        <p:nvSpPr>
          <p:cNvPr id="1276" name="Google Shape;1276;p32"/>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1277" name="Google Shape;1277;p32"/>
          <p:cNvSpPr/>
          <p:nvPr/>
        </p:nvSpPr>
        <p:spPr>
          <a:xfrm>
            <a:off x="685800" y="2133600"/>
            <a:ext cx="152400" cy="40386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8" name="Google Shape;1278;p32"/>
          <p:cNvSpPr txBox="1"/>
          <p:nvPr/>
        </p:nvSpPr>
        <p:spPr>
          <a:xfrm>
            <a:off x="838200" y="2133600"/>
            <a:ext cx="8305800" cy="409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int (*</a:t>
            </a:r>
            <a:r>
              <a:rPr b="1" i="0" lang="en-US" sz="2000" u="none" cap="none" strike="noStrike">
                <a:solidFill>
                  <a:srgbClr val="FF0000"/>
                </a:solidFill>
                <a:latin typeface="Courier New"/>
                <a:ea typeface="Courier New"/>
                <a:cs typeface="Courier New"/>
                <a:sym typeface="Courier New"/>
              </a:rPr>
              <a:t>LayPhepToan(char code)</a:t>
            </a:r>
            <a:r>
              <a:rPr b="1" i="0" lang="en-US" sz="2000" u="none" cap="none" strike="noStrike">
                <a:solidFill>
                  <a:schemeClr val="dk1"/>
                </a:solidFill>
                <a:latin typeface="Courier New"/>
                <a:ea typeface="Courier New"/>
                <a:cs typeface="Courier New"/>
                <a:sym typeface="Courier New"/>
              </a:rPr>
              <a:t>)(int, 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if (code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return &amp;Cong;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return &amp;Tru;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(*pheptoan)(int, int)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pheptoan = LayPhepToan(‘+’);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kq2 = pheptoan(1,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1279" name="Google Shape;1279;p32"/>
          <p:cNvSpPr txBox="1"/>
          <p:nvPr/>
        </p:nvSpPr>
        <p:spPr>
          <a:xfrm>
            <a:off x="0" y="2133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0" name="Google Shape;1280;p32"/>
          <p:cNvSpPr txBox="1"/>
          <p:nvPr/>
        </p:nvSpPr>
        <p:spPr>
          <a:xfrm>
            <a:off x="0" y="31242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1" name="Google Shape;1281;p32"/>
          <p:cNvSpPr txBox="1"/>
          <p:nvPr/>
        </p:nvSpPr>
        <p:spPr>
          <a:xfrm>
            <a:off x="0" y="3429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2" name="Google Shape;1282;p32"/>
          <p:cNvSpPr txBox="1"/>
          <p:nvPr/>
        </p:nvSpPr>
        <p:spPr>
          <a:xfrm>
            <a:off x="0" y="52578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77"/>
                                        </p:tgtEl>
                                        <p:attrNameLst>
                                          <p:attrName>style.visibility</p:attrName>
                                        </p:attrNameLst>
                                      </p:cBhvr>
                                      <p:to>
                                        <p:strVal val="visible"/>
                                      </p:to>
                                    </p:set>
                                    <p:animEffect filter="fade" transition="in">
                                      <p:cBhvr>
                                        <p:cTn dur="500"/>
                                        <p:tgtEl>
                                          <p:spTgt spid="1277"/>
                                        </p:tgtEl>
                                      </p:cBhvr>
                                    </p:animEffect>
                                  </p:childTnLst>
                                </p:cTn>
                              </p:par>
                              <p:par>
                                <p:cTn fill="hold" nodeType="withEffect" presetClass="entr" presetID="10" presetSubtype="0">
                                  <p:stCondLst>
                                    <p:cond delay="0"/>
                                  </p:stCondLst>
                                  <p:childTnLst>
                                    <p:set>
                                      <p:cBhvr>
                                        <p:cTn dur="1" fill="hold">
                                          <p:stCondLst>
                                            <p:cond delay="0"/>
                                          </p:stCondLst>
                                        </p:cTn>
                                        <p:tgtEl>
                                          <p:spTgt spid="1278"/>
                                        </p:tgtEl>
                                        <p:attrNameLst>
                                          <p:attrName>style.visibility</p:attrName>
                                        </p:attrNameLst>
                                      </p:cBhvr>
                                      <p:to>
                                        <p:strVal val="visible"/>
                                      </p:to>
                                    </p:set>
                                    <p:animEffect filter="fade" transition="in">
                                      <p:cBhvr>
                                        <p:cTn dur="500"/>
                                        <p:tgtEl>
                                          <p:spTgt spid="12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9"/>
                                        </p:tgtEl>
                                        <p:attrNameLst>
                                          <p:attrName>style.visibility</p:attrName>
                                        </p:attrNameLst>
                                      </p:cBhvr>
                                      <p:to>
                                        <p:strVal val="visible"/>
                                      </p:to>
                                    </p:set>
                                    <p:animEffect filter="fade" transition="in">
                                      <p:cBhvr>
                                        <p:cTn dur="500"/>
                                        <p:tgtEl>
                                          <p:spTgt spid="1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79"/>
                                        </p:tgtEl>
                                      </p:cBhvr>
                                    </p:animEffect>
                                    <p:set>
                                      <p:cBhvr>
                                        <p:cTn dur="1" fill="hold">
                                          <p:stCondLst>
                                            <p:cond delay="500"/>
                                          </p:stCondLst>
                                        </p:cTn>
                                        <p:tgtEl>
                                          <p:spTgt spid="127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80"/>
                                        </p:tgtEl>
                                        <p:attrNameLst>
                                          <p:attrName>style.visibility</p:attrName>
                                        </p:attrNameLst>
                                      </p:cBhvr>
                                      <p:to>
                                        <p:strVal val="visible"/>
                                      </p:to>
                                    </p:set>
                                    <p:animEffect filter="fade" transition="in">
                                      <p:cBhvr>
                                        <p:cTn dur="500"/>
                                        <p:tgtEl>
                                          <p:spTgt spid="1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80"/>
                                        </p:tgtEl>
                                      </p:cBhvr>
                                    </p:animEffect>
                                    <p:set>
                                      <p:cBhvr>
                                        <p:cTn dur="1" fill="hold">
                                          <p:stCondLst>
                                            <p:cond delay="500"/>
                                          </p:stCondLst>
                                        </p:cTn>
                                        <p:tgtEl>
                                          <p:spTgt spid="128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81"/>
                                        </p:tgtEl>
                                        <p:attrNameLst>
                                          <p:attrName>style.visibility</p:attrName>
                                        </p:attrNameLst>
                                      </p:cBhvr>
                                      <p:to>
                                        <p:strVal val="visible"/>
                                      </p:to>
                                    </p:set>
                                    <p:animEffect filter="fade" transition="in">
                                      <p:cBhvr>
                                        <p:cTn dur="500"/>
                                        <p:tgtEl>
                                          <p:spTgt spid="1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81"/>
                                        </p:tgtEl>
                                      </p:cBhvr>
                                    </p:animEffect>
                                    <p:set>
                                      <p:cBhvr>
                                        <p:cTn dur="1" fill="hold">
                                          <p:stCondLst>
                                            <p:cond delay="500"/>
                                          </p:stCondLst>
                                        </p:cTn>
                                        <p:tgtEl>
                                          <p:spTgt spid="128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82"/>
                                        </p:tgtEl>
                                        <p:attrNameLst>
                                          <p:attrName>style.visibility</p:attrName>
                                        </p:attrNameLst>
                                      </p:cBhvr>
                                      <p:to>
                                        <p:strVal val="visible"/>
                                      </p:to>
                                    </p:set>
                                    <p:animEffect filter="fade" transition="in">
                                      <p:cBhvr>
                                        <p:cTn dur="500"/>
                                        <p:tgtEl>
                                          <p:spTgt spid="1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33"/>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hàm</a:t>
            </a:r>
            <a:endParaRPr/>
          </a:p>
        </p:txBody>
      </p:sp>
      <p:sp>
        <p:nvSpPr>
          <p:cNvPr id="1289" name="Google Shape;1289;p33"/>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Trả về con trỏ hàm (khai báo kiểu)</a:t>
            </a:r>
            <a:endParaRPr/>
          </a:p>
        </p:txBody>
      </p:sp>
      <p:sp>
        <p:nvSpPr>
          <p:cNvPr id="1290" name="Google Shape;1290;p33"/>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1291" name="Google Shape;1291;p33"/>
          <p:cNvSpPr/>
          <p:nvPr/>
        </p:nvSpPr>
        <p:spPr>
          <a:xfrm>
            <a:off x="685800" y="2133600"/>
            <a:ext cx="152400" cy="43434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2" name="Google Shape;1292;p33"/>
          <p:cNvSpPr txBox="1"/>
          <p:nvPr/>
        </p:nvSpPr>
        <p:spPr>
          <a:xfrm>
            <a:off x="838200" y="2133600"/>
            <a:ext cx="8305800" cy="4402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typedef (*</a:t>
            </a:r>
            <a:r>
              <a:rPr b="1" i="0" lang="en-US" sz="2000" u="none" cap="none" strike="noStrike">
                <a:solidFill>
                  <a:srgbClr val="FF0000"/>
                </a:solidFill>
                <a:latin typeface="Courier New"/>
                <a:ea typeface="Courier New"/>
                <a:cs typeface="Courier New"/>
                <a:sym typeface="Courier New"/>
              </a:rPr>
              <a:t>PhepToan</a:t>
            </a:r>
            <a:r>
              <a:rPr b="1" i="0" lang="en-US" sz="2000" u="none" cap="none" strike="noStrike">
                <a:solidFill>
                  <a:schemeClr val="dk1"/>
                </a:solidFill>
                <a:latin typeface="Courier New"/>
                <a:ea typeface="Courier New"/>
                <a:cs typeface="Courier New"/>
                <a:sym typeface="Courier New"/>
              </a:rPr>
              <a:t>)(int, 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Courier New"/>
              <a:buNone/>
            </a:pPr>
            <a:r>
              <a:rPr b="1" i="0" lang="en-US" sz="2000" u="none" cap="none" strike="noStrike">
                <a:solidFill>
                  <a:srgbClr val="FF0000"/>
                </a:solidFill>
                <a:latin typeface="Courier New"/>
                <a:ea typeface="Courier New"/>
                <a:cs typeface="Courier New"/>
                <a:sym typeface="Courier New"/>
              </a:rPr>
              <a:t>PhepToan</a:t>
            </a:r>
            <a:r>
              <a:rPr b="1" i="0" lang="en-US" sz="2000" u="none" cap="none" strike="noStrike">
                <a:solidFill>
                  <a:schemeClr val="dk1"/>
                </a:solidFill>
                <a:latin typeface="Courier New"/>
                <a:ea typeface="Courier New"/>
                <a:cs typeface="Courier New"/>
                <a:sym typeface="Courier New"/>
              </a:rPr>
              <a:t> LayPhepToan(char code)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if (code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return &amp;Cong;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return &amp;Tru;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PhepToan pheptoan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pheptoan = LayPhepToan(‘+’);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kq2 = pheptoan(1,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1293" name="Google Shape;1293;p33"/>
          <p:cNvSpPr txBox="1"/>
          <p:nvPr/>
        </p:nvSpPr>
        <p:spPr>
          <a:xfrm>
            <a:off x="0" y="21336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4" name="Google Shape;1294;p33"/>
          <p:cNvSpPr txBox="1"/>
          <p:nvPr/>
        </p:nvSpPr>
        <p:spPr>
          <a:xfrm>
            <a:off x="0" y="24384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91"/>
                                        </p:tgtEl>
                                        <p:attrNameLst>
                                          <p:attrName>style.visibility</p:attrName>
                                        </p:attrNameLst>
                                      </p:cBhvr>
                                      <p:to>
                                        <p:strVal val="visible"/>
                                      </p:to>
                                    </p:set>
                                    <p:animEffect filter="fade" transition="in">
                                      <p:cBhvr>
                                        <p:cTn dur="500"/>
                                        <p:tgtEl>
                                          <p:spTgt spid="1291"/>
                                        </p:tgtEl>
                                      </p:cBhvr>
                                    </p:animEffect>
                                  </p:childTnLst>
                                </p:cTn>
                              </p:par>
                              <p:par>
                                <p:cTn fill="hold" nodeType="withEffect" presetClass="entr" presetID="10" presetSubtype="0">
                                  <p:stCondLst>
                                    <p:cond delay="0"/>
                                  </p:stCondLst>
                                  <p:childTnLst>
                                    <p:set>
                                      <p:cBhvr>
                                        <p:cTn dur="1" fill="hold">
                                          <p:stCondLst>
                                            <p:cond delay="0"/>
                                          </p:stCondLst>
                                        </p:cTn>
                                        <p:tgtEl>
                                          <p:spTgt spid="1292"/>
                                        </p:tgtEl>
                                        <p:attrNameLst>
                                          <p:attrName>style.visibility</p:attrName>
                                        </p:attrNameLst>
                                      </p:cBhvr>
                                      <p:to>
                                        <p:strVal val="visible"/>
                                      </p:to>
                                    </p:set>
                                    <p:animEffect filter="fade" transition="in">
                                      <p:cBhvr>
                                        <p:cTn dur="500"/>
                                        <p:tgtEl>
                                          <p:spTgt spid="12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gtEl>
                                        <p:attrNameLst>
                                          <p:attrName>style.visibility</p:attrName>
                                        </p:attrNameLst>
                                      </p:cBhvr>
                                      <p:to>
                                        <p:strVal val="visible"/>
                                      </p:to>
                                    </p:set>
                                    <p:animEffect filter="fade" transition="in">
                                      <p:cBhvr>
                                        <p:cTn dur="500"/>
                                        <p:tgtEl>
                                          <p:spTgt spid="1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93"/>
                                        </p:tgtEl>
                                      </p:cBhvr>
                                    </p:animEffect>
                                    <p:set>
                                      <p:cBhvr>
                                        <p:cTn dur="1" fill="hold">
                                          <p:stCondLst>
                                            <p:cond delay="500"/>
                                          </p:stCondLst>
                                        </p:cTn>
                                        <p:tgtEl>
                                          <p:spTgt spid="129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94"/>
                                        </p:tgtEl>
                                        <p:attrNameLst>
                                          <p:attrName>style.visibility</p:attrName>
                                        </p:attrNameLst>
                                      </p:cBhvr>
                                      <p:to>
                                        <p:strVal val="visible"/>
                                      </p:to>
                                    </p:set>
                                    <p:animEffect filter="fade" transition="in">
                                      <p:cBhvr>
                                        <p:cTn dur="500"/>
                                        <p:tgtEl>
                                          <p:spTgt spid="1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34"/>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hàm</a:t>
            </a:r>
            <a:endParaRPr/>
          </a:p>
        </p:txBody>
      </p:sp>
      <p:sp>
        <p:nvSpPr>
          <p:cNvPr id="1301" name="Google Shape;1301;p34"/>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Mảng con trỏ hàm</a:t>
            </a:r>
            <a:endParaRPr/>
          </a:p>
        </p:txBody>
      </p:sp>
      <p:sp>
        <p:nvSpPr>
          <p:cNvPr id="1302" name="Google Shape;1302;p34"/>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
        <p:nvSpPr>
          <p:cNvPr id="1303" name="Google Shape;1303;p34"/>
          <p:cNvSpPr/>
          <p:nvPr/>
        </p:nvSpPr>
        <p:spPr>
          <a:xfrm>
            <a:off x="685800" y="2133600"/>
            <a:ext cx="152400" cy="4343400"/>
          </a:xfrm>
          <a:prstGeom prst="roundRect">
            <a:avLst>
              <a:gd fmla="val 16667" name="adj"/>
            </a:avLst>
          </a:prstGeom>
          <a:gradFill>
            <a:gsLst>
              <a:gs pos="0">
                <a:srgbClr val="C7FDA6"/>
              </a:gs>
              <a:gs pos="35000">
                <a:srgbClr val="D7FDC1"/>
              </a:gs>
              <a:gs pos="100000">
                <a:srgbClr val="EFFFE6"/>
              </a:gs>
            </a:gsLst>
            <a:lin ang="16200000" scaled="0"/>
          </a:gradFill>
          <a:ln cap="flat" cmpd="sng" w="9525">
            <a:solidFill>
              <a:srgbClr val="82B84F"/>
            </a:solidFill>
            <a:prstDash val="solid"/>
            <a:miter lim="800000"/>
            <a:headEnd len="sm" w="sm" type="none"/>
            <a:tailEnd len="sm" w="sm" type="none"/>
          </a:ln>
          <a:effectLst>
            <a:outerShdw blurRad="63500" dir="5400000" dist="20000">
              <a:srgbClr val="000000">
                <a:alpha val="3725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4" name="Google Shape;1304;p34"/>
          <p:cNvSpPr txBox="1"/>
          <p:nvPr/>
        </p:nvSpPr>
        <p:spPr>
          <a:xfrm>
            <a:off x="838200" y="2133600"/>
            <a:ext cx="8305800" cy="4400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typedef (*</a:t>
            </a:r>
            <a:r>
              <a:rPr b="1" i="0" lang="en-US" sz="2000" u="none" cap="none" strike="noStrike">
                <a:solidFill>
                  <a:srgbClr val="FF0000"/>
                </a:solidFill>
                <a:latin typeface="Courier New"/>
                <a:ea typeface="Courier New"/>
                <a:cs typeface="Courier New"/>
                <a:sym typeface="Courier New"/>
              </a:rPr>
              <a:t>PhepToan</a:t>
            </a:r>
            <a:r>
              <a:rPr b="1" i="0" lang="en-US" sz="2000" u="none" cap="none" strike="noStrike">
                <a:solidFill>
                  <a:schemeClr val="dk1"/>
                </a:solidFill>
                <a:latin typeface="Courier New"/>
                <a:ea typeface="Courier New"/>
                <a:cs typeface="Courier New"/>
                <a:sym typeface="Courier New"/>
              </a:rPr>
              <a:t>)(int, 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void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int (*array1[2])(int, int);	// tường minh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t>
            </a:r>
            <a:r>
              <a:rPr b="1" i="0" lang="en-US" sz="2000" u="none" cap="none" strike="noStrike">
                <a:solidFill>
                  <a:srgbClr val="FF0000"/>
                </a:solidFill>
                <a:latin typeface="Courier New"/>
                <a:ea typeface="Courier New"/>
                <a:cs typeface="Courier New"/>
                <a:sym typeface="Courier New"/>
              </a:rPr>
              <a:t>PhepToan</a:t>
            </a:r>
            <a:r>
              <a:rPr b="1" i="0" lang="en-US" sz="2000" u="none" cap="none" strike="noStrike">
                <a:solidFill>
                  <a:schemeClr val="dk1"/>
                </a:solidFill>
                <a:latin typeface="Courier New"/>
                <a:ea typeface="Courier New"/>
                <a:cs typeface="Courier New"/>
                <a:sym typeface="Courier New"/>
              </a:rPr>
              <a:t> array2[2];		// kô tường minh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array1[0] = array2[1] = &amp;Cong;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array1[1] = array2[0] = &amp;Tru;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printf(“%d\n”, (*array1[0])(1,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printf(“%d\n”, array1[1](1,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printf(“%d\n”, array2[0](1,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	printf(“%d\n”, array2[1](1,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ourier New"/>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1305" name="Google Shape;1305;p34"/>
          <p:cNvSpPr txBox="1"/>
          <p:nvPr/>
        </p:nvSpPr>
        <p:spPr>
          <a:xfrm>
            <a:off x="0" y="30480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6" name="Google Shape;1306;p34"/>
          <p:cNvSpPr txBox="1"/>
          <p:nvPr/>
        </p:nvSpPr>
        <p:spPr>
          <a:xfrm>
            <a:off x="0" y="3352800"/>
            <a:ext cx="9128125" cy="3048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7" name="Google Shape;1307;p34"/>
          <p:cNvSpPr txBox="1"/>
          <p:nvPr/>
        </p:nvSpPr>
        <p:spPr>
          <a:xfrm>
            <a:off x="0" y="4038600"/>
            <a:ext cx="9128125" cy="6096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8" name="Google Shape;1308;p34"/>
          <p:cNvSpPr txBox="1"/>
          <p:nvPr/>
        </p:nvSpPr>
        <p:spPr>
          <a:xfrm>
            <a:off x="0" y="4953000"/>
            <a:ext cx="9128125" cy="1219200"/>
          </a:xfrm>
          <a:prstGeom prst="rect">
            <a:avLst/>
          </a:prstGeom>
          <a:solidFill>
            <a:srgbClr val="0099FF">
              <a:alpha val="1921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03"/>
                                        </p:tgtEl>
                                        <p:attrNameLst>
                                          <p:attrName>style.visibility</p:attrName>
                                        </p:attrNameLst>
                                      </p:cBhvr>
                                      <p:to>
                                        <p:strVal val="visible"/>
                                      </p:to>
                                    </p:set>
                                    <p:animEffect filter="fade" transition="in">
                                      <p:cBhvr>
                                        <p:cTn dur="500"/>
                                        <p:tgtEl>
                                          <p:spTgt spid="1303"/>
                                        </p:tgtEl>
                                      </p:cBhvr>
                                    </p:animEffect>
                                  </p:childTnLst>
                                </p:cTn>
                              </p:par>
                              <p:par>
                                <p:cTn fill="hold" nodeType="withEffect" presetClass="entr" presetID="10" presetSubtype="0">
                                  <p:stCondLst>
                                    <p:cond delay="0"/>
                                  </p:stCondLst>
                                  <p:childTnLst>
                                    <p:set>
                                      <p:cBhvr>
                                        <p:cTn dur="1" fill="hold">
                                          <p:stCondLst>
                                            <p:cond delay="0"/>
                                          </p:stCondLst>
                                        </p:cTn>
                                        <p:tgtEl>
                                          <p:spTgt spid="1304"/>
                                        </p:tgtEl>
                                        <p:attrNameLst>
                                          <p:attrName>style.visibility</p:attrName>
                                        </p:attrNameLst>
                                      </p:cBhvr>
                                      <p:to>
                                        <p:strVal val="visible"/>
                                      </p:to>
                                    </p:set>
                                    <p:animEffect filter="fade" transition="in">
                                      <p:cBhvr>
                                        <p:cTn dur="500"/>
                                        <p:tgtEl>
                                          <p:spTgt spid="1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5"/>
                                        </p:tgtEl>
                                        <p:attrNameLst>
                                          <p:attrName>style.visibility</p:attrName>
                                        </p:attrNameLst>
                                      </p:cBhvr>
                                      <p:to>
                                        <p:strVal val="visible"/>
                                      </p:to>
                                    </p:set>
                                    <p:animEffect filter="fade" transition="in">
                                      <p:cBhvr>
                                        <p:cTn dur="500"/>
                                        <p:tgtEl>
                                          <p:spTgt spid="1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05"/>
                                        </p:tgtEl>
                                      </p:cBhvr>
                                    </p:animEffect>
                                    <p:set>
                                      <p:cBhvr>
                                        <p:cTn dur="1" fill="hold">
                                          <p:stCondLst>
                                            <p:cond delay="500"/>
                                          </p:stCondLst>
                                        </p:cTn>
                                        <p:tgtEl>
                                          <p:spTgt spid="130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306"/>
                                        </p:tgtEl>
                                        <p:attrNameLst>
                                          <p:attrName>style.visibility</p:attrName>
                                        </p:attrNameLst>
                                      </p:cBhvr>
                                      <p:to>
                                        <p:strVal val="visible"/>
                                      </p:to>
                                    </p:set>
                                    <p:animEffect filter="fade" transition="in">
                                      <p:cBhvr>
                                        <p:cTn dur="500"/>
                                        <p:tgtEl>
                                          <p:spTgt spid="1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06"/>
                                        </p:tgtEl>
                                      </p:cBhvr>
                                    </p:animEffect>
                                    <p:set>
                                      <p:cBhvr>
                                        <p:cTn dur="1" fill="hold">
                                          <p:stCondLst>
                                            <p:cond delay="500"/>
                                          </p:stCondLst>
                                        </p:cTn>
                                        <p:tgtEl>
                                          <p:spTgt spid="130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307"/>
                                        </p:tgtEl>
                                        <p:attrNameLst>
                                          <p:attrName>style.visibility</p:attrName>
                                        </p:attrNameLst>
                                      </p:cBhvr>
                                      <p:to>
                                        <p:strVal val="visible"/>
                                      </p:to>
                                    </p:set>
                                    <p:animEffect filter="fade" transition="in">
                                      <p:cBhvr>
                                        <p:cTn dur="500"/>
                                        <p:tgtEl>
                                          <p:spTgt spid="1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07"/>
                                        </p:tgtEl>
                                      </p:cBhvr>
                                    </p:animEffect>
                                    <p:set>
                                      <p:cBhvr>
                                        <p:cTn dur="1" fill="hold">
                                          <p:stCondLst>
                                            <p:cond delay="500"/>
                                          </p:stCondLst>
                                        </p:cTn>
                                        <p:tgtEl>
                                          <p:spTgt spid="130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308"/>
                                        </p:tgtEl>
                                        <p:attrNameLst>
                                          <p:attrName>style.visibility</p:attrName>
                                        </p:attrNameLst>
                                      </p:cBhvr>
                                      <p:to>
                                        <p:strVal val="visible"/>
                                      </p:to>
                                    </p:set>
                                    <p:animEffect filter="fade" transition="in">
                                      <p:cBhvr>
                                        <p:cTn dur="500"/>
                                        <p:tgtEl>
                                          <p:spTgt spid="1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35"/>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Con trỏ hàm</a:t>
            </a:r>
            <a:endParaRPr/>
          </a:p>
        </p:txBody>
      </p:sp>
      <p:sp>
        <p:nvSpPr>
          <p:cNvPr id="1315" name="Google Shape;1315;p35"/>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Lưu ý</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Không được quên dấu () khi khai báo con trỏ hàm</a:t>
            </a:r>
            <a:endParaRPr/>
          </a:p>
          <a:p>
            <a:pPr indent="-228600" lvl="2" marL="1143000" marR="0" rtl="0" algn="l">
              <a:lnSpc>
                <a:spcPct val="100000"/>
              </a:lnSpc>
              <a:spcBef>
                <a:spcPts val="480"/>
              </a:spcBef>
              <a:spcAft>
                <a:spcPts val="0"/>
              </a:spcAft>
              <a:buClr>
                <a:schemeClr val="dk1"/>
              </a:buClr>
              <a:buSzPts val="2400"/>
              <a:buFont typeface="Tahoma"/>
              <a:buChar char="•"/>
            </a:pPr>
            <a:r>
              <a:rPr b="0" i="0" lang="en-US" sz="2400" u="none" cap="none" strike="noStrike">
                <a:solidFill>
                  <a:schemeClr val="dk1"/>
                </a:solidFill>
                <a:latin typeface="Tahoma"/>
                <a:ea typeface="Tahoma"/>
                <a:cs typeface="Tahoma"/>
                <a:sym typeface="Tahoma"/>
              </a:rPr>
              <a:t>int </a:t>
            </a:r>
            <a:r>
              <a:rPr b="0" i="0" lang="en-US" sz="2400" u="none" cap="none" strike="noStrike">
                <a:solidFill>
                  <a:srgbClr val="FF0000"/>
                </a:solidFill>
                <a:latin typeface="Tahoma"/>
                <a:ea typeface="Tahoma"/>
                <a:cs typeface="Tahoma"/>
                <a:sym typeface="Tahoma"/>
              </a:rPr>
              <a:t>(</a:t>
            </a:r>
            <a:r>
              <a:rPr b="0" i="0" lang="en-US" sz="2400" u="none" cap="none" strike="noStrike">
                <a:solidFill>
                  <a:schemeClr val="dk1"/>
                </a:solidFill>
                <a:latin typeface="Tahoma"/>
                <a:ea typeface="Tahoma"/>
                <a:cs typeface="Tahoma"/>
                <a:sym typeface="Tahoma"/>
              </a:rPr>
              <a:t>*PhepToan</a:t>
            </a:r>
            <a:r>
              <a:rPr b="0" i="0" lang="en-US" sz="2400" u="none" cap="none" strike="noStrike">
                <a:solidFill>
                  <a:srgbClr val="FF0000"/>
                </a:solidFill>
                <a:latin typeface="Tahoma"/>
                <a:ea typeface="Tahoma"/>
                <a:cs typeface="Tahoma"/>
                <a:sym typeface="Tahoma"/>
              </a:rPr>
              <a:t>)</a:t>
            </a:r>
            <a:r>
              <a:rPr b="0" i="0" lang="en-US" sz="2400" u="none" cap="none" strike="noStrike">
                <a:solidFill>
                  <a:schemeClr val="dk1"/>
                </a:solidFill>
                <a:latin typeface="Tahoma"/>
                <a:ea typeface="Tahoma"/>
                <a:cs typeface="Tahoma"/>
                <a:sym typeface="Tahoma"/>
              </a:rPr>
              <a:t>(int x, int y);</a:t>
            </a:r>
            <a:endParaRPr/>
          </a:p>
          <a:p>
            <a:pPr indent="-228600" lvl="2" marL="1143000" marR="0" rtl="0" algn="l">
              <a:lnSpc>
                <a:spcPct val="100000"/>
              </a:lnSpc>
              <a:spcBef>
                <a:spcPts val="480"/>
              </a:spcBef>
              <a:spcAft>
                <a:spcPts val="0"/>
              </a:spcAft>
              <a:buClr>
                <a:schemeClr val="dk1"/>
              </a:buClr>
              <a:buSzPts val="2400"/>
              <a:buFont typeface="Tahoma"/>
              <a:buChar char="•"/>
            </a:pPr>
            <a:r>
              <a:rPr b="0" i="0" lang="en-US" sz="2400" u="none" cap="none" strike="noStrike">
                <a:solidFill>
                  <a:schemeClr val="dk1"/>
                </a:solidFill>
                <a:latin typeface="Tahoma"/>
                <a:ea typeface="Tahoma"/>
                <a:cs typeface="Tahoma"/>
                <a:sym typeface="Tahoma"/>
              </a:rPr>
              <a:t>int *PhepToan(int x, int y);</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Có thể bỏ tên biến tham số trong khai báo con trỏ hàm</a:t>
            </a:r>
            <a:endParaRPr/>
          </a:p>
          <a:p>
            <a:pPr indent="-228600" lvl="2" marL="1143000" marR="0" rtl="0" algn="l">
              <a:lnSpc>
                <a:spcPct val="100000"/>
              </a:lnSpc>
              <a:spcBef>
                <a:spcPts val="480"/>
              </a:spcBef>
              <a:spcAft>
                <a:spcPts val="0"/>
              </a:spcAft>
              <a:buClr>
                <a:schemeClr val="dk1"/>
              </a:buClr>
              <a:buSzPts val="2400"/>
              <a:buFont typeface="Tahoma"/>
              <a:buChar char="•"/>
            </a:pPr>
            <a:r>
              <a:rPr b="0" i="0" lang="en-US" sz="2400" u="none" cap="none" strike="noStrike">
                <a:solidFill>
                  <a:schemeClr val="dk1"/>
                </a:solidFill>
                <a:latin typeface="Tahoma"/>
                <a:ea typeface="Tahoma"/>
                <a:cs typeface="Tahoma"/>
                <a:sym typeface="Tahoma"/>
              </a:rPr>
              <a:t>int </a:t>
            </a:r>
            <a:r>
              <a:rPr b="0" i="0" lang="en-US" sz="2400" u="none" cap="none" strike="noStrike">
                <a:solidFill>
                  <a:srgbClr val="FF0000"/>
                </a:solidFill>
                <a:latin typeface="Tahoma"/>
                <a:ea typeface="Tahoma"/>
                <a:cs typeface="Tahoma"/>
                <a:sym typeface="Tahoma"/>
              </a:rPr>
              <a:t>(</a:t>
            </a:r>
            <a:r>
              <a:rPr b="0" i="0" lang="en-US" sz="2400" u="none" cap="none" strike="noStrike">
                <a:solidFill>
                  <a:schemeClr val="dk1"/>
                </a:solidFill>
                <a:latin typeface="Tahoma"/>
                <a:ea typeface="Tahoma"/>
                <a:cs typeface="Tahoma"/>
                <a:sym typeface="Tahoma"/>
              </a:rPr>
              <a:t>*PhepToan</a:t>
            </a:r>
            <a:r>
              <a:rPr b="0" i="0" lang="en-US" sz="2400" u="none" cap="none" strike="noStrike">
                <a:solidFill>
                  <a:srgbClr val="FF0000"/>
                </a:solidFill>
                <a:latin typeface="Tahoma"/>
                <a:ea typeface="Tahoma"/>
                <a:cs typeface="Tahoma"/>
                <a:sym typeface="Tahoma"/>
              </a:rPr>
              <a:t>)</a:t>
            </a:r>
            <a:r>
              <a:rPr b="0" i="0" lang="en-US" sz="2400" u="none" cap="none" strike="noStrike">
                <a:solidFill>
                  <a:schemeClr val="dk1"/>
                </a:solidFill>
                <a:latin typeface="Tahoma"/>
                <a:ea typeface="Tahoma"/>
                <a:cs typeface="Tahoma"/>
                <a:sym typeface="Tahoma"/>
              </a:rPr>
              <a:t>(int x, int y);</a:t>
            </a:r>
            <a:endParaRPr/>
          </a:p>
          <a:p>
            <a:pPr indent="-228600" lvl="2" marL="1143000" marR="0" rtl="0" algn="l">
              <a:lnSpc>
                <a:spcPct val="100000"/>
              </a:lnSpc>
              <a:spcBef>
                <a:spcPts val="480"/>
              </a:spcBef>
              <a:spcAft>
                <a:spcPts val="0"/>
              </a:spcAft>
              <a:buClr>
                <a:schemeClr val="dk1"/>
              </a:buClr>
              <a:buSzPts val="2400"/>
              <a:buFont typeface="Tahoma"/>
              <a:buChar char="•"/>
            </a:pPr>
            <a:r>
              <a:rPr b="0" i="0" lang="en-US" sz="2400" u="none" cap="none" strike="noStrike">
                <a:solidFill>
                  <a:schemeClr val="dk1"/>
                </a:solidFill>
                <a:latin typeface="Tahoma"/>
                <a:ea typeface="Tahoma"/>
                <a:cs typeface="Tahoma"/>
                <a:sym typeface="Tahoma"/>
              </a:rPr>
              <a:t>int </a:t>
            </a:r>
            <a:r>
              <a:rPr b="0" i="0" lang="en-US" sz="2400" u="none" cap="none" strike="noStrike">
                <a:solidFill>
                  <a:srgbClr val="FF0000"/>
                </a:solidFill>
                <a:latin typeface="Tahoma"/>
                <a:ea typeface="Tahoma"/>
                <a:cs typeface="Tahoma"/>
                <a:sym typeface="Tahoma"/>
              </a:rPr>
              <a:t>(</a:t>
            </a:r>
            <a:r>
              <a:rPr b="0" i="0" lang="en-US" sz="2400" u="none" cap="none" strike="noStrike">
                <a:solidFill>
                  <a:schemeClr val="dk1"/>
                </a:solidFill>
                <a:latin typeface="Tahoma"/>
                <a:ea typeface="Tahoma"/>
                <a:cs typeface="Tahoma"/>
                <a:sym typeface="Tahoma"/>
              </a:rPr>
              <a:t>*PhepToan</a:t>
            </a:r>
            <a:r>
              <a:rPr b="0" i="0" lang="en-US" sz="2400" u="none" cap="none" strike="noStrike">
                <a:solidFill>
                  <a:srgbClr val="FF0000"/>
                </a:solidFill>
                <a:latin typeface="Tahoma"/>
                <a:ea typeface="Tahoma"/>
                <a:cs typeface="Tahoma"/>
                <a:sym typeface="Tahoma"/>
              </a:rPr>
              <a:t>)</a:t>
            </a:r>
            <a:r>
              <a:rPr b="0" i="0" lang="en-US" sz="2400" u="none" cap="none" strike="noStrike">
                <a:solidFill>
                  <a:schemeClr val="dk1"/>
                </a:solidFill>
                <a:latin typeface="Tahoma"/>
                <a:ea typeface="Tahoma"/>
                <a:cs typeface="Tahoma"/>
                <a:sym typeface="Tahoma"/>
              </a:rPr>
              <a:t>(int, int);</a:t>
            </a:r>
            <a:endParaRPr/>
          </a:p>
        </p:txBody>
      </p:sp>
      <p:sp>
        <p:nvSpPr>
          <p:cNvPr id="1316" name="Google Shape;1316;p35"/>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36"/>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323" name="Google Shape;1323;p36"/>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1:</a:t>
            </a:r>
            <a:r>
              <a:rPr b="0" i="0" lang="en-US" sz="2800" u="none">
                <a:solidFill>
                  <a:schemeClr val="dk1"/>
                </a:solidFill>
                <a:latin typeface="Tahoma"/>
                <a:ea typeface="Tahoma"/>
                <a:cs typeface="Tahoma"/>
                <a:sym typeface="Tahoma"/>
              </a:rPr>
              <a:t> Ta có thể khai báo và sử dụng biến con trỏ đến cấp thứ mấy?</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br>
              <a:rPr b="0" i="0" lang="en-US" sz="2800" u="none">
                <a:solidFill>
                  <a:schemeClr val="dk1"/>
                </a:solidFill>
                <a:latin typeface="Tahoma"/>
                <a:ea typeface="Tahoma"/>
                <a:cs typeface="Tahoma"/>
                <a:sym typeface="Tahoma"/>
              </a:rPr>
            </a:br>
            <a:br>
              <a:rPr b="0" i="0" lang="en-US" sz="2800" u="none">
                <a:solidFill>
                  <a:schemeClr val="dk1"/>
                </a:solidFill>
                <a:latin typeface="Tahoma"/>
                <a:ea typeface="Tahoma"/>
                <a:cs typeface="Tahoma"/>
                <a:sym typeface="Tahoma"/>
              </a:rPr>
            </a:br>
            <a:br>
              <a:rPr b="0" i="0" lang="en-US" sz="2800" u="none">
                <a:solidFill>
                  <a:schemeClr val="dk1"/>
                </a:solidFill>
                <a:latin typeface="Tahoma"/>
                <a:ea typeface="Tahoma"/>
                <a:cs typeface="Tahoma"/>
                <a:sym typeface="Tahoma"/>
              </a:rPr>
            </a:br>
            <a:endParaRPr b="0" i="0" sz="2800" u="non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2:</a:t>
            </a:r>
            <a:r>
              <a:rPr b="0" i="0" lang="en-US" sz="2800" u="none">
                <a:solidFill>
                  <a:schemeClr val="dk1"/>
                </a:solidFill>
                <a:latin typeface="Tahoma"/>
                <a:ea typeface="Tahoma"/>
                <a:cs typeface="Tahoma"/>
                <a:sym typeface="Tahoma"/>
              </a:rPr>
              <a:t> Có sự khác nhau giữa con trỏ đến một chuỗi và con trỏ đến một mảng ký tự không?</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endParaRPr/>
          </a:p>
        </p:txBody>
      </p:sp>
      <p:sp>
        <p:nvSpPr>
          <p:cNvPr id="1324" name="Google Shape;1324;p36"/>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37"/>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331" name="Google Shape;1331;p37"/>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3:</a:t>
            </a:r>
            <a:r>
              <a:rPr b="0" i="0" lang="en-US" sz="2800" u="none">
                <a:solidFill>
                  <a:schemeClr val="dk1"/>
                </a:solidFill>
                <a:latin typeface="Tahoma"/>
                <a:ea typeface="Tahoma"/>
                <a:cs typeface="Tahoma"/>
                <a:sym typeface="Tahoma"/>
              </a:rPr>
              <a:t> Nếu không sử dụng các kiến thức nâng cao về con trỏ, ta có thể giải quyết một số bài toán nào đó không?</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br>
              <a:rPr b="0" i="0" lang="en-US" sz="2800" u="none">
                <a:solidFill>
                  <a:srgbClr val="FF0000"/>
                </a:solidFill>
                <a:latin typeface="Tahoma"/>
                <a:ea typeface="Tahoma"/>
                <a:cs typeface="Tahoma"/>
                <a:sym typeface="Tahoma"/>
              </a:rPr>
            </a:br>
            <a:br>
              <a:rPr b="0" i="0" lang="en-US" sz="2800" u="none">
                <a:solidFill>
                  <a:srgbClr val="FF0000"/>
                </a:solidFill>
                <a:latin typeface="Tahoma"/>
                <a:ea typeface="Tahoma"/>
                <a:cs typeface="Tahoma"/>
                <a:sym typeface="Tahoma"/>
              </a:rPr>
            </a:br>
            <a:br>
              <a:rPr b="0" i="0" lang="en-US" sz="2800" u="none">
                <a:solidFill>
                  <a:srgbClr val="FF0000"/>
                </a:solidFill>
                <a:latin typeface="Tahoma"/>
                <a:ea typeface="Tahoma"/>
                <a:cs typeface="Tahoma"/>
                <a:sym typeface="Tahoma"/>
              </a:rPr>
            </a:br>
            <a:endParaRPr b="0" i="0" sz="2800" u="non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4:</a:t>
            </a:r>
            <a:r>
              <a:rPr b="0" i="0" lang="en-US" sz="2800" u="none">
                <a:solidFill>
                  <a:schemeClr val="dk1"/>
                </a:solidFill>
                <a:latin typeface="Tahoma"/>
                <a:ea typeface="Tahoma"/>
                <a:cs typeface="Tahoma"/>
                <a:sym typeface="Tahoma"/>
              </a:rPr>
              <a:t> Hãy nêu vài ứng dụng của con trỏ hàm.</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endParaRPr/>
          </a:p>
        </p:txBody>
      </p:sp>
      <p:sp>
        <p:nvSpPr>
          <p:cNvPr id="1332" name="Google Shape;1332;p37"/>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38"/>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339" name="Google Shape;1339;p38"/>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5:</a:t>
            </a:r>
            <a:r>
              <a:rPr b="0" i="0" lang="en-US" sz="2800" u="none">
                <a:solidFill>
                  <a:schemeClr val="dk1"/>
                </a:solidFill>
                <a:latin typeface="Tahoma"/>
                <a:ea typeface="Tahoma"/>
                <a:cs typeface="Tahoma"/>
                <a:sym typeface="Tahoma"/>
              </a:rPr>
              <a:t> Viết đoạn lệnh khai báo biến x kiểu float, khai báo và khởi tạo con trỏ px đến biến x và khai báo và khởi tạo con trỏ ppx đến con trỏ px.</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br>
              <a:rPr b="0" i="0" lang="en-US" sz="2800" u="none">
                <a:solidFill>
                  <a:schemeClr val="dk1"/>
                </a:solidFill>
                <a:latin typeface="Tahoma"/>
                <a:ea typeface="Tahoma"/>
                <a:cs typeface="Tahoma"/>
                <a:sym typeface="Tahoma"/>
              </a:rPr>
            </a:br>
            <a:br>
              <a:rPr b="0" i="0" lang="en-US" sz="2800" u="none">
                <a:solidFill>
                  <a:schemeClr val="dk1"/>
                </a:solidFill>
                <a:latin typeface="Tahoma"/>
                <a:ea typeface="Tahoma"/>
                <a:cs typeface="Tahoma"/>
                <a:sym typeface="Tahoma"/>
              </a:rPr>
            </a:br>
            <a:endParaRPr b="0" i="0" sz="2800" u="none">
              <a:solidFill>
                <a:srgbClr val="FF0000"/>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6:</a:t>
            </a:r>
            <a:r>
              <a:rPr b="0" i="0" lang="en-US" sz="2800" u="none">
                <a:solidFill>
                  <a:schemeClr val="dk1"/>
                </a:solidFill>
                <a:latin typeface="Tahoma"/>
                <a:ea typeface="Tahoma"/>
                <a:cs typeface="Tahoma"/>
                <a:sym typeface="Tahoma"/>
              </a:rPr>
              <a:t> Ta muốn gán 100 cho x thông qua con trỏ ppx bằng biểu thức gán “ppx = 100;” có được không?</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endParaRPr/>
          </a:p>
        </p:txBody>
      </p:sp>
      <p:sp>
        <p:nvSpPr>
          <p:cNvPr id="1340" name="Google Shape;1340;p38"/>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39"/>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347" name="Google Shape;1347;p39"/>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7:</a:t>
            </a:r>
            <a:r>
              <a:rPr b="0" i="0" lang="en-US" sz="2800" u="none">
                <a:solidFill>
                  <a:schemeClr val="dk1"/>
                </a:solidFill>
                <a:latin typeface="Tahoma"/>
                <a:ea typeface="Tahoma"/>
                <a:cs typeface="Tahoma"/>
                <a:sym typeface="Tahoma"/>
              </a:rPr>
              <a:t> Giả sử ta khai báo mảng array 3 chiều: </a:t>
            </a:r>
            <a:r>
              <a:rPr b="0" i="0" lang="en-US" sz="2800" u="none">
                <a:solidFill>
                  <a:srgbClr val="FF0000"/>
                </a:solidFill>
                <a:latin typeface="Tahoma"/>
                <a:ea typeface="Tahoma"/>
                <a:cs typeface="Tahoma"/>
                <a:sym typeface="Tahoma"/>
              </a:rPr>
              <a:t>int array[2][3][4]</a:t>
            </a:r>
            <a:r>
              <a:rPr b="0" i="0" lang="en-US" sz="2800" u="none">
                <a:solidFill>
                  <a:schemeClr val="dk1"/>
                </a:solidFill>
                <a:latin typeface="Tahoma"/>
                <a:ea typeface="Tahoma"/>
                <a:cs typeface="Tahoma"/>
                <a:sym typeface="Tahoma"/>
              </a:rPr>
              <a:t>. Cho biết cấu trúc của mảng này đối với trình biên dịch C.</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br>
              <a:rPr b="0" i="0" lang="en-US" sz="2800" u="none">
                <a:solidFill>
                  <a:schemeClr val="dk1"/>
                </a:solidFill>
                <a:latin typeface="Tahoma"/>
                <a:ea typeface="Tahoma"/>
                <a:cs typeface="Tahoma"/>
                <a:sym typeface="Tahoma"/>
              </a:rPr>
            </a:br>
            <a:br>
              <a:rPr b="0" i="0" lang="en-US" sz="2800" u="none">
                <a:solidFill>
                  <a:schemeClr val="dk1"/>
                </a:solidFill>
                <a:latin typeface="Tahoma"/>
                <a:ea typeface="Tahoma"/>
                <a:cs typeface="Tahoma"/>
                <a:sym typeface="Tahoma"/>
              </a:rPr>
            </a:br>
            <a:br>
              <a:rPr b="0" i="0" lang="en-US" sz="2800" u="none">
                <a:solidFill>
                  <a:schemeClr val="dk1"/>
                </a:solidFill>
                <a:latin typeface="Tahoma"/>
                <a:ea typeface="Tahoma"/>
                <a:cs typeface="Tahoma"/>
                <a:sym typeface="Tahoma"/>
              </a:rPr>
            </a:br>
            <a:r>
              <a:rPr b="0" i="0" lang="en-US" sz="2800" u="none">
                <a:solidFill>
                  <a:srgbClr val="0A85FF"/>
                </a:solidFill>
                <a:latin typeface="Tahoma"/>
                <a:ea typeface="Tahoma"/>
                <a:cs typeface="Tahoma"/>
                <a:sym typeface="Tahoma"/>
              </a:rPr>
              <a:t>Câu 8:</a:t>
            </a:r>
            <a:r>
              <a:rPr b="0" i="0" lang="en-US" sz="2800" u="none">
                <a:solidFill>
                  <a:schemeClr val="dk1"/>
                </a:solidFill>
                <a:latin typeface="Tahoma"/>
                <a:ea typeface="Tahoma"/>
                <a:cs typeface="Tahoma"/>
                <a:sym typeface="Tahoma"/>
              </a:rPr>
              <a:t> Cho biết array[0][0] có nghĩa là gì?</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endParaRPr/>
          </a:p>
        </p:txBody>
      </p:sp>
      <p:sp>
        <p:nvSpPr>
          <p:cNvPr id="1348" name="Google Shape;1348;p39"/>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40"/>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355" name="Google Shape;1355;p40"/>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9:</a:t>
            </a:r>
            <a:r>
              <a:rPr b="0" i="0" lang="en-US" sz="2800" u="none">
                <a:solidFill>
                  <a:schemeClr val="dk1"/>
                </a:solidFill>
                <a:latin typeface="Tahoma"/>
                <a:ea typeface="Tahoma"/>
                <a:cs typeface="Tahoma"/>
                <a:sym typeface="Tahoma"/>
              </a:rPr>
              <a:t> Xét xem biểu thức so sánh nào sau đây đúng</a:t>
            </a:r>
            <a:endParaRPr/>
          </a:p>
          <a:p>
            <a:pPr indent="-514350" lvl="1" marL="971550" marR="0" rtl="0" algn="l">
              <a:lnSpc>
                <a:spcPct val="100000"/>
              </a:lnSpc>
              <a:spcBef>
                <a:spcPts val="560"/>
              </a:spcBef>
              <a:spcAft>
                <a:spcPts val="0"/>
              </a:spcAft>
              <a:buClr>
                <a:schemeClr val="accent1"/>
              </a:buClr>
              <a:buSzPts val="2800"/>
              <a:buFont typeface="Verdana"/>
              <a:buAutoNum type="alphaLcPeriod"/>
            </a:pPr>
            <a:r>
              <a:rPr b="0" i="0" lang="en-US" sz="2800" u="none" cap="none" strike="noStrike">
                <a:solidFill>
                  <a:schemeClr val="dk1"/>
                </a:solidFill>
                <a:latin typeface="Tahoma"/>
                <a:ea typeface="Tahoma"/>
                <a:cs typeface="Tahoma"/>
                <a:sym typeface="Tahoma"/>
              </a:rPr>
              <a:t>array[0][0] == &amp;array[0][0][0];</a:t>
            </a:r>
            <a:endParaRPr/>
          </a:p>
          <a:p>
            <a:pPr indent="-514350" lvl="1" marL="971550" marR="0" rtl="0" algn="l">
              <a:lnSpc>
                <a:spcPct val="100000"/>
              </a:lnSpc>
              <a:spcBef>
                <a:spcPts val="560"/>
              </a:spcBef>
              <a:spcAft>
                <a:spcPts val="0"/>
              </a:spcAft>
              <a:buClr>
                <a:schemeClr val="accent1"/>
              </a:buClr>
              <a:buSzPts val="2800"/>
              <a:buFont typeface="Verdana"/>
              <a:buAutoNum type="alphaLcPeriod"/>
            </a:pPr>
            <a:r>
              <a:rPr b="0" i="0" lang="en-US" sz="2800" u="none" cap="none" strike="noStrike">
                <a:solidFill>
                  <a:schemeClr val="dk1"/>
                </a:solidFill>
                <a:latin typeface="Tahoma"/>
                <a:ea typeface="Tahoma"/>
                <a:cs typeface="Tahoma"/>
                <a:sym typeface="Tahoma"/>
              </a:rPr>
              <a:t>array[0][1] == array[0][0][1];</a:t>
            </a:r>
            <a:endParaRPr/>
          </a:p>
          <a:p>
            <a:pPr indent="-514350" lvl="1" marL="971550" marR="0" rtl="0" algn="l">
              <a:lnSpc>
                <a:spcPct val="100000"/>
              </a:lnSpc>
              <a:spcBef>
                <a:spcPts val="560"/>
              </a:spcBef>
              <a:spcAft>
                <a:spcPts val="0"/>
              </a:spcAft>
              <a:buClr>
                <a:schemeClr val="accent1"/>
              </a:buClr>
              <a:buSzPts val="2800"/>
              <a:buFont typeface="Verdana"/>
              <a:buAutoNum type="alphaLcPeriod"/>
            </a:pPr>
            <a:r>
              <a:rPr b="0" i="0" lang="en-US" sz="2800" u="none" cap="none" strike="noStrike">
                <a:solidFill>
                  <a:schemeClr val="dk1"/>
                </a:solidFill>
                <a:latin typeface="Tahoma"/>
                <a:ea typeface="Tahoma"/>
                <a:cs typeface="Tahoma"/>
                <a:sym typeface="Tahoma"/>
              </a:rPr>
              <a:t>array[0][1] == &amp;array[0][1][0];</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endParaRPr b="0" i="0" sz="2800" u="non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10:</a:t>
            </a:r>
            <a:r>
              <a:rPr b="0" i="0" lang="en-US" sz="2800" u="none">
                <a:solidFill>
                  <a:schemeClr val="dk1"/>
                </a:solidFill>
                <a:latin typeface="Tahoma"/>
                <a:ea typeface="Tahoma"/>
                <a:cs typeface="Tahoma"/>
                <a:sym typeface="Tahoma"/>
              </a:rPr>
              <a:t> Viết nguyên mẫu của một hàm nhận một mảng con trỏ đến kiểu char làm đối số, và giá trị trả về có kiểu void.</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endParaRPr/>
          </a:p>
        </p:txBody>
      </p:sp>
      <p:sp>
        <p:nvSpPr>
          <p:cNvPr id="1356" name="Google Shape;1356;p40"/>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41"/>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363" name="Google Shape;1363;p41"/>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11:</a:t>
            </a:r>
            <a:r>
              <a:rPr b="0" i="0" lang="en-US" sz="2800" u="none">
                <a:solidFill>
                  <a:schemeClr val="dk1"/>
                </a:solidFill>
                <a:latin typeface="Tahoma"/>
                <a:ea typeface="Tahoma"/>
                <a:cs typeface="Tahoma"/>
                <a:sym typeface="Tahoma"/>
              </a:rPr>
              <a:t> Theo cách viết của câu 10, ta có thể biết được số phần tử của mảng được truyền kô?</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12:</a:t>
            </a:r>
            <a:r>
              <a:rPr b="0" i="0" lang="en-US" sz="2800" u="none">
                <a:solidFill>
                  <a:schemeClr val="dk1"/>
                </a:solidFill>
                <a:latin typeface="Tahoma"/>
                <a:ea typeface="Tahoma"/>
                <a:cs typeface="Tahoma"/>
                <a:sym typeface="Tahoma"/>
              </a:rPr>
              <a:t> Con trỏ đến hàm là gì?</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br>
              <a:rPr b="0" i="0" lang="en-US" sz="2800" u="none">
                <a:solidFill>
                  <a:schemeClr val="dk1"/>
                </a:solidFill>
                <a:latin typeface="Tahoma"/>
                <a:ea typeface="Tahoma"/>
                <a:cs typeface="Tahoma"/>
                <a:sym typeface="Tahoma"/>
              </a:rPr>
            </a:br>
            <a:endParaRPr b="0" i="0" sz="2800" u="non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13:</a:t>
            </a:r>
            <a:r>
              <a:rPr b="0" i="0" lang="en-US" sz="2800" u="none">
                <a:solidFill>
                  <a:schemeClr val="dk1"/>
                </a:solidFill>
                <a:latin typeface="Tahoma"/>
                <a:ea typeface="Tahoma"/>
                <a:cs typeface="Tahoma"/>
                <a:sym typeface="Tahoma"/>
              </a:rPr>
              <a:t> Viết khai báo con trỏ đến một hàm mà hàm đó có giá trị trả về kiểu char, nhận đối số là một mảng con trỏ đến kiểu char.</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endParaRPr/>
          </a:p>
        </p:txBody>
      </p:sp>
      <p:sp>
        <p:nvSpPr>
          <p:cNvPr id="1364" name="Google Shape;1364;p41"/>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42"/>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371" name="Google Shape;1371;p42"/>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13:</a:t>
            </a:r>
            <a:r>
              <a:rPr b="0" i="0" lang="en-US" sz="2800" u="none">
                <a:solidFill>
                  <a:schemeClr val="dk1"/>
                </a:solidFill>
                <a:latin typeface="Tahoma"/>
                <a:ea typeface="Tahoma"/>
                <a:cs typeface="Tahoma"/>
                <a:sym typeface="Tahoma"/>
              </a:rPr>
              <a:t> Ta viết khai báo con trỏ ở câu 12 như vậy có đúng không? char *ptr(char *x[]);</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 </a:t>
            </a:r>
            <a:endParaRPr/>
          </a:p>
          <a:p>
            <a:pPr indent="-342900" lvl="0" marL="342900" marR="0" rtl="0" algn="l">
              <a:lnSpc>
                <a:spcPct val="100000"/>
              </a:lnSpc>
              <a:spcBef>
                <a:spcPts val="560"/>
              </a:spcBef>
              <a:spcAft>
                <a:spcPts val="0"/>
              </a:spcAft>
              <a:buClr>
                <a:schemeClr val="hlink"/>
              </a:buClr>
              <a:buSzPts val="2800"/>
              <a:buFont typeface="Noto Sans Symbols"/>
              <a:buNone/>
            </a:pPr>
            <a:r>
              <a:t/>
            </a:r>
            <a:endParaRPr b="0" i="0" sz="2800" u="non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None/>
            </a:pPr>
            <a:r>
              <a:t/>
            </a:r>
            <a:endParaRPr b="0" i="0" sz="2800" u="non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14:</a:t>
            </a:r>
            <a:r>
              <a:rPr b="0" i="0" lang="en-US" sz="2800" u="none">
                <a:solidFill>
                  <a:schemeClr val="dk1"/>
                </a:solidFill>
                <a:latin typeface="Tahoma"/>
                <a:ea typeface="Tahoma"/>
                <a:cs typeface="Tahoma"/>
                <a:sym typeface="Tahoma"/>
              </a:rPr>
              <a:t> Cho biết ý nghĩa của các khai báo sau:</a:t>
            </a:r>
            <a:endParaRPr/>
          </a:p>
          <a:p>
            <a:pPr indent="-514350" lvl="1" marL="971550" marR="0" rtl="0" algn="l">
              <a:lnSpc>
                <a:spcPct val="100000"/>
              </a:lnSpc>
              <a:spcBef>
                <a:spcPts val="560"/>
              </a:spcBef>
              <a:spcAft>
                <a:spcPts val="0"/>
              </a:spcAft>
              <a:buClr>
                <a:schemeClr val="accent1"/>
              </a:buClr>
              <a:buSzPts val="2800"/>
              <a:buFont typeface="Verdana"/>
              <a:buAutoNum type="alphaLcPeriod"/>
            </a:pPr>
            <a:r>
              <a:rPr b="0" i="0" lang="en-US" sz="2800" u="none" cap="none" strike="noStrike">
                <a:solidFill>
                  <a:schemeClr val="dk1"/>
                </a:solidFill>
                <a:latin typeface="Tahoma"/>
                <a:ea typeface="Tahoma"/>
                <a:cs typeface="Tahoma"/>
                <a:sym typeface="Tahoma"/>
              </a:rPr>
              <a:t>int *var1;</a:t>
            </a:r>
            <a:endParaRPr/>
          </a:p>
          <a:p>
            <a:pPr indent="-514350" lvl="1" marL="971550" marR="0" rtl="0" algn="l">
              <a:lnSpc>
                <a:spcPct val="100000"/>
              </a:lnSpc>
              <a:spcBef>
                <a:spcPts val="560"/>
              </a:spcBef>
              <a:spcAft>
                <a:spcPts val="0"/>
              </a:spcAft>
              <a:buClr>
                <a:schemeClr val="accent1"/>
              </a:buClr>
              <a:buSzPts val="2800"/>
              <a:buFont typeface="Verdana"/>
              <a:buAutoNum type="alphaLcPeriod"/>
            </a:pPr>
            <a:r>
              <a:rPr b="0" i="0" lang="en-US" sz="2800" u="none" cap="none" strike="noStrike">
                <a:solidFill>
                  <a:schemeClr val="dk1"/>
                </a:solidFill>
                <a:latin typeface="Tahoma"/>
                <a:ea typeface="Tahoma"/>
                <a:cs typeface="Tahoma"/>
                <a:sym typeface="Tahoma"/>
              </a:rPr>
              <a:t>int var2;</a:t>
            </a:r>
            <a:endParaRPr/>
          </a:p>
          <a:p>
            <a:pPr indent="-514350" lvl="1" marL="971550" marR="0" rtl="0" algn="l">
              <a:lnSpc>
                <a:spcPct val="100000"/>
              </a:lnSpc>
              <a:spcBef>
                <a:spcPts val="560"/>
              </a:spcBef>
              <a:spcAft>
                <a:spcPts val="0"/>
              </a:spcAft>
              <a:buClr>
                <a:schemeClr val="accent1"/>
              </a:buClr>
              <a:buSzPts val="2800"/>
              <a:buFont typeface="Verdana"/>
              <a:buAutoNum type="alphaLcPeriod"/>
            </a:pPr>
            <a:r>
              <a:rPr b="0" i="0" lang="en-US" sz="2800" u="none" cap="none" strike="noStrike">
                <a:solidFill>
                  <a:schemeClr val="dk1"/>
                </a:solidFill>
                <a:latin typeface="Tahoma"/>
                <a:ea typeface="Tahoma"/>
                <a:cs typeface="Tahoma"/>
                <a:sym typeface="Tahoma"/>
              </a:rPr>
              <a:t>int **var3;</a:t>
            </a:r>
            <a:endParaRPr/>
          </a:p>
        </p:txBody>
      </p:sp>
      <p:sp>
        <p:nvSpPr>
          <p:cNvPr id="1372" name="Google Shape;1372;p42"/>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43"/>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379" name="Google Shape;1379;p43"/>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15:</a:t>
            </a:r>
            <a:r>
              <a:rPr b="0" i="0" lang="en-US" sz="2800" u="none">
                <a:solidFill>
                  <a:schemeClr val="dk1"/>
                </a:solidFill>
                <a:latin typeface="Tahoma"/>
                <a:ea typeface="Tahoma"/>
                <a:cs typeface="Tahoma"/>
                <a:sym typeface="Tahoma"/>
              </a:rPr>
              <a:t> Cho biết ý nghĩa của các khai báo sau:</a:t>
            </a:r>
            <a:endParaRPr/>
          </a:p>
          <a:p>
            <a:pPr indent="-514350" lvl="1" marL="971550" marR="0" rtl="0" algn="l">
              <a:lnSpc>
                <a:spcPct val="100000"/>
              </a:lnSpc>
              <a:spcBef>
                <a:spcPts val="560"/>
              </a:spcBef>
              <a:spcAft>
                <a:spcPts val="0"/>
              </a:spcAft>
              <a:buClr>
                <a:schemeClr val="accent1"/>
              </a:buClr>
              <a:buSzPts val="2800"/>
              <a:buFont typeface="Verdana"/>
              <a:buAutoNum type="alphaLcPeriod"/>
            </a:pPr>
            <a:r>
              <a:rPr b="0" i="0" lang="en-US" sz="2800" u="none" cap="none" strike="noStrike">
                <a:solidFill>
                  <a:schemeClr val="dk1"/>
                </a:solidFill>
                <a:latin typeface="Tahoma"/>
                <a:ea typeface="Tahoma"/>
                <a:cs typeface="Tahoma"/>
                <a:sym typeface="Tahoma"/>
              </a:rPr>
              <a:t>int a[3][12];</a:t>
            </a:r>
            <a:endParaRPr/>
          </a:p>
          <a:p>
            <a:pPr indent="-514350" lvl="1" marL="971550" marR="0" rtl="0" algn="l">
              <a:lnSpc>
                <a:spcPct val="100000"/>
              </a:lnSpc>
              <a:spcBef>
                <a:spcPts val="560"/>
              </a:spcBef>
              <a:spcAft>
                <a:spcPts val="0"/>
              </a:spcAft>
              <a:buClr>
                <a:schemeClr val="accent1"/>
              </a:buClr>
              <a:buSzPts val="2800"/>
              <a:buFont typeface="Noto Sans Symbols"/>
              <a:buNone/>
            </a:pPr>
            <a:r>
              <a:rPr b="0" i="0" lang="en-US" sz="2800" u="none" cap="none" strike="noStrike">
                <a:solidFill>
                  <a:schemeClr val="dk1"/>
                </a:solidFill>
                <a:latin typeface="Tahoma"/>
                <a:ea typeface="Tahoma"/>
                <a:cs typeface="Tahoma"/>
                <a:sym typeface="Tahoma"/>
              </a:rPr>
              <a:t>🡺</a:t>
            </a:r>
            <a:br>
              <a:rPr b="0" i="0" lang="en-US" sz="2800" u="none" cap="none" strike="noStrike">
                <a:solidFill>
                  <a:schemeClr val="dk1"/>
                </a:solidFill>
                <a:latin typeface="Tahoma"/>
                <a:ea typeface="Tahoma"/>
                <a:cs typeface="Tahoma"/>
                <a:sym typeface="Tahoma"/>
              </a:rPr>
            </a:br>
            <a:endParaRPr/>
          </a:p>
          <a:p>
            <a:pPr indent="-514350" lvl="1" marL="971550" marR="0" rtl="0" algn="l">
              <a:lnSpc>
                <a:spcPct val="100000"/>
              </a:lnSpc>
              <a:spcBef>
                <a:spcPts val="560"/>
              </a:spcBef>
              <a:spcAft>
                <a:spcPts val="0"/>
              </a:spcAft>
              <a:buClr>
                <a:schemeClr val="accent1"/>
              </a:buClr>
              <a:buSzPts val="2800"/>
              <a:buFont typeface="Verdana"/>
              <a:buAutoNum type="alphaLcPeriod" startAt="2"/>
            </a:pPr>
            <a:r>
              <a:rPr b="0" i="0" lang="en-US" sz="2800" u="none" cap="none" strike="noStrike">
                <a:solidFill>
                  <a:schemeClr val="dk1"/>
                </a:solidFill>
                <a:latin typeface="Tahoma"/>
                <a:ea typeface="Tahoma"/>
                <a:cs typeface="Tahoma"/>
                <a:sym typeface="Tahoma"/>
              </a:rPr>
              <a:t>int (*b)[12];</a:t>
            </a:r>
            <a:endParaRPr/>
          </a:p>
          <a:p>
            <a:pPr indent="-514350" lvl="1" marL="971550" marR="0" rtl="0" algn="l">
              <a:lnSpc>
                <a:spcPct val="100000"/>
              </a:lnSpc>
              <a:spcBef>
                <a:spcPts val="560"/>
              </a:spcBef>
              <a:spcAft>
                <a:spcPts val="0"/>
              </a:spcAft>
              <a:buClr>
                <a:schemeClr val="accent1"/>
              </a:buClr>
              <a:buSzPts val="2800"/>
              <a:buFont typeface="Noto Sans Symbols"/>
              <a:buNone/>
            </a:pPr>
            <a:r>
              <a:rPr b="0" i="0" lang="en-US" sz="2800" u="none" cap="none" strike="noStrike">
                <a:solidFill>
                  <a:schemeClr val="dk1"/>
                </a:solidFill>
                <a:latin typeface="Tahoma"/>
                <a:ea typeface="Tahoma"/>
                <a:cs typeface="Tahoma"/>
                <a:sym typeface="Tahoma"/>
              </a:rPr>
              <a:t>🡺</a:t>
            </a:r>
            <a:br>
              <a:rPr b="0" i="0" lang="en-US" sz="2800" u="none" cap="none" strike="noStrike">
                <a:solidFill>
                  <a:schemeClr val="dk1"/>
                </a:solidFill>
                <a:latin typeface="Tahoma"/>
                <a:ea typeface="Tahoma"/>
                <a:cs typeface="Tahoma"/>
                <a:sym typeface="Tahoma"/>
              </a:rPr>
            </a:br>
            <a:endParaRPr b="0" i="0" sz="2800" u="none" cap="none" strike="noStrike">
              <a:solidFill>
                <a:schemeClr val="dk1"/>
              </a:solidFill>
              <a:latin typeface="Tahoma"/>
              <a:ea typeface="Tahoma"/>
              <a:cs typeface="Tahoma"/>
              <a:sym typeface="Tahoma"/>
            </a:endParaRPr>
          </a:p>
          <a:p>
            <a:pPr indent="-514350" lvl="1" marL="971550" marR="0" rtl="0" algn="l">
              <a:lnSpc>
                <a:spcPct val="100000"/>
              </a:lnSpc>
              <a:spcBef>
                <a:spcPts val="560"/>
              </a:spcBef>
              <a:spcAft>
                <a:spcPts val="0"/>
              </a:spcAft>
              <a:buClr>
                <a:schemeClr val="accent1"/>
              </a:buClr>
              <a:buSzPts val="2800"/>
              <a:buFont typeface="Verdana"/>
              <a:buAutoNum type="alphaLcPeriod" startAt="3"/>
            </a:pPr>
            <a:r>
              <a:rPr b="0" i="0" lang="en-US" sz="2800" u="none" cap="none" strike="noStrike">
                <a:solidFill>
                  <a:schemeClr val="dk1"/>
                </a:solidFill>
                <a:latin typeface="Tahoma"/>
                <a:ea typeface="Tahoma"/>
                <a:cs typeface="Tahoma"/>
                <a:sym typeface="Tahoma"/>
              </a:rPr>
              <a:t>int *c[12];</a:t>
            </a:r>
            <a:endParaRPr/>
          </a:p>
          <a:p>
            <a:pPr indent="-514350" lvl="1" marL="971550" marR="0" rtl="0" algn="l">
              <a:lnSpc>
                <a:spcPct val="100000"/>
              </a:lnSpc>
              <a:spcBef>
                <a:spcPts val="560"/>
              </a:spcBef>
              <a:spcAft>
                <a:spcPts val="0"/>
              </a:spcAft>
              <a:buClr>
                <a:schemeClr val="accent1"/>
              </a:buClr>
              <a:buSzPts val="2800"/>
              <a:buFont typeface="Noto Sans Symbols"/>
              <a:buNone/>
            </a:pPr>
            <a:r>
              <a:rPr b="0" i="0" lang="en-US" sz="2800" u="none" cap="none" strike="noStrike">
                <a:solidFill>
                  <a:schemeClr val="dk1"/>
                </a:solidFill>
                <a:latin typeface="Tahoma"/>
                <a:ea typeface="Tahoma"/>
                <a:cs typeface="Tahoma"/>
                <a:sym typeface="Tahoma"/>
              </a:rPr>
              <a:t>🡺</a:t>
            </a:r>
            <a:endParaRPr/>
          </a:p>
        </p:txBody>
      </p:sp>
      <p:sp>
        <p:nvSpPr>
          <p:cNvPr id="1380" name="Google Shape;1380;p43"/>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p44"/>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387" name="Google Shape;1387;p44"/>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16:</a:t>
            </a:r>
            <a:r>
              <a:rPr b="0" i="0" lang="en-US" sz="2800" u="none">
                <a:solidFill>
                  <a:schemeClr val="dk1"/>
                </a:solidFill>
                <a:latin typeface="Tahoma"/>
                <a:ea typeface="Tahoma"/>
                <a:cs typeface="Tahoma"/>
                <a:sym typeface="Tahoma"/>
              </a:rPr>
              <a:t> Cho biết ý nghĩa của các khai báo sau:</a:t>
            </a:r>
            <a:endParaRPr/>
          </a:p>
          <a:p>
            <a:pPr indent="-514350" lvl="1" marL="971550" marR="0" rtl="0" algn="l">
              <a:lnSpc>
                <a:spcPct val="100000"/>
              </a:lnSpc>
              <a:spcBef>
                <a:spcPts val="560"/>
              </a:spcBef>
              <a:spcAft>
                <a:spcPts val="0"/>
              </a:spcAft>
              <a:buClr>
                <a:schemeClr val="accent1"/>
              </a:buClr>
              <a:buSzPts val="2800"/>
              <a:buFont typeface="Verdana"/>
              <a:buAutoNum type="alphaLcPeriod"/>
            </a:pPr>
            <a:r>
              <a:rPr b="0" i="0" lang="en-US" sz="2800" u="none" cap="none" strike="noStrike">
                <a:solidFill>
                  <a:schemeClr val="dk1"/>
                </a:solidFill>
                <a:latin typeface="Tahoma"/>
                <a:ea typeface="Tahoma"/>
                <a:cs typeface="Tahoma"/>
                <a:sym typeface="Tahoma"/>
              </a:rPr>
              <a:t>char *z[10];</a:t>
            </a:r>
            <a:endParaRPr/>
          </a:p>
          <a:p>
            <a:pPr indent="-514350" lvl="1" marL="971550" marR="0" rtl="0" algn="l">
              <a:lnSpc>
                <a:spcPct val="100000"/>
              </a:lnSpc>
              <a:spcBef>
                <a:spcPts val="560"/>
              </a:spcBef>
              <a:spcAft>
                <a:spcPts val="0"/>
              </a:spcAft>
              <a:buClr>
                <a:schemeClr val="accent1"/>
              </a:buClr>
              <a:buSzPts val="2800"/>
              <a:buFont typeface="Noto Sans Symbols"/>
              <a:buNone/>
            </a:pPr>
            <a:r>
              <a:rPr b="0" i="0" lang="en-US" sz="2800" u="none" cap="none" strike="noStrike">
                <a:solidFill>
                  <a:schemeClr val="dk1"/>
                </a:solidFill>
                <a:latin typeface="Tahoma"/>
                <a:ea typeface="Tahoma"/>
                <a:cs typeface="Tahoma"/>
                <a:sym typeface="Tahoma"/>
              </a:rPr>
              <a:t>🡺</a:t>
            </a:r>
            <a:br>
              <a:rPr b="0" i="0" lang="en-US" sz="2800" u="none" cap="none" strike="noStrike">
                <a:solidFill>
                  <a:schemeClr val="dk1"/>
                </a:solidFill>
                <a:latin typeface="Tahoma"/>
                <a:ea typeface="Tahoma"/>
                <a:cs typeface="Tahoma"/>
                <a:sym typeface="Tahoma"/>
              </a:rPr>
            </a:br>
            <a:endParaRPr b="0" i="0" sz="2800" u="none" cap="none" strike="noStrike">
              <a:solidFill>
                <a:schemeClr val="dk1"/>
              </a:solidFill>
              <a:latin typeface="Tahoma"/>
              <a:ea typeface="Tahoma"/>
              <a:cs typeface="Tahoma"/>
              <a:sym typeface="Tahoma"/>
            </a:endParaRPr>
          </a:p>
          <a:p>
            <a:pPr indent="-514350" lvl="1" marL="971550" marR="0" rtl="0" algn="l">
              <a:lnSpc>
                <a:spcPct val="100000"/>
              </a:lnSpc>
              <a:spcBef>
                <a:spcPts val="560"/>
              </a:spcBef>
              <a:spcAft>
                <a:spcPts val="0"/>
              </a:spcAft>
              <a:buClr>
                <a:schemeClr val="accent1"/>
              </a:buClr>
              <a:buSzPts val="2800"/>
              <a:buFont typeface="Verdana"/>
              <a:buAutoNum type="alphaLcPeriod" startAt="2"/>
            </a:pPr>
            <a:r>
              <a:rPr b="0" i="0" lang="en-US" sz="2800" u="none" cap="none" strike="noStrike">
                <a:solidFill>
                  <a:schemeClr val="dk1"/>
                </a:solidFill>
                <a:latin typeface="Tahoma"/>
                <a:ea typeface="Tahoma"/>
                <a:cs typeface="Tahoma"/>
                <a:sym typeface="Tahoma"/>
              </a:rPr>
              <a:t>char *y(int field);</a:t>
            </a:r>
            <a:endParaRPr/>
          </a:p>
          <a:p>
            <a:pPr indent="-514350" lvl="1" marL="971550" marR="0" rtl="0" algn="l">
              <a:lnSpc>
                <a:spcPct val="100000"/>
              </a:lnSpc>
              <a:spcBef>
                <a:spcPts val="560"/>
              </a:spcBef>
              <a:spcAft>
                <a:spcPts val="0"/>
              </a:spcAft>
              <a:buClr>
                <a:schemeClr val="accent1"/>
              </a:buClr>
              <a:buSzPts val="2800"/>
              <a:buFont typeface="Noto Sans Symbols"/>
              <a:buNone/>
            </a:pPr>
            <a:r>
              <a:rPr b="0" i="0" lang="en-US" sz="2800" u="none" cap="none" strike="noStrike">
                <a:solidFill>
                  <a:schemeClr val="dk1"/>
                </a:solidFill>
                <a:latin typeface="Tahoma"/>
                <a:ea typeface="Tahoma"/>
                <a:cs typeface="Tahoma"/>
                <a:sym typeface="Tahoma"/>
              </a:rPr>
              <a:t>🡺</a:t>
            </a:r>
            <a:br>
              <a:rPr b="0" i="0" lang="en-US" sz="2800" u="none" cap="none" strike="noStrike">
                <a:solidFill>
                  <a:schemeClr val="dk1"/>
                </a:solidFill>
                <a:latin typeface="Tahoma"/>
                <a:ea typeface="Tahoma"/>
                <a:cs typeface="Tahoma"/>
                <a:sym typeface="Tahoma"/>
              </a:rPr>
            </a:br>
            <a:endParaRPr b="0" i="0" sz="2800" u="none" cap="none" strike="noStrike">
              <a:solidFill>
                <a:schemeClr val="dk1"/>
              </a:solidFill>
              <a:latin typeface="Tahoma"/>
              <a:ea typeface="Tahoma"/>
              <a:cs typeface="Tahoma"/>
              <a:sym typeface="Tahoma"/>
            </a:endParaRPr>
          </a:p>
          <a:p>
            <a:pPr indent="-514350" lvl="1" marL="971550" marR="0" rtl="0" algn="l">
              <a:lnSpc>
                <a:spcPct val="100000"/>
              </a:lnSpc>
              <a:spcBef>
                <a:spcPts val="560"/>
              </a:spcBef>
              <a:spcAft>
                <a:spcPts val="0"/>
              </a:spcAft>
              <a:buClr>
                <a:schemeClr val="accent1"/>
              </a:buClr>
              <a:buSzPts val="2800"/>
              <a:buFont typeface="Verdana"/>
              <a:buAutoNum type="alphaLcPeriod" startAt="3"/>
            </a:pPr>
            <a:r>
              <a:rPr b="0" i="0" lang="en-US" sz="2800" u="none" cap="none" strike="noStrike">
                <a:solidFill>
                  <a:schemeClr val="dk1"/>
                </a:solidFill>
                <a:latin typeface="Tahoma"/>
                <a:ea typeface="Tahoma"/>
                <a:cs typeface="Tahoma"/>
                <a:sym typeface="Tahoma"/>
              </a:rPr>
              <a:t>char (*x)(int field);</a:t>
            </a:r>
            <a:endParaRPr/>
          </a:p>
          <a:p>
            <a:pPr indent="-514350" lvl="1" marL="971550" marR="0" rtl="0" algn="l">
              <a:lnSpc>
                <a:spcPct val="100000"/>
              </a:lnSpc>
              <a:spcBef>
                <a:spcPts val="560"/>
              </a:spcBef>
              <a:spcAft>
                <a:spcPts val="0"/>
              </a:spcAft>
              <a:buClr>
                <a:schemeClr val="accent1"/>
              </a:buClr>
              <a:buSzPts val="2800"/>
              <a:buFont typeface="Noto Sans Symbols"/>
              <a:buNone/>
            </a:pPr>
            <a:r>
              <a:rPr b="0" i="0" lang="en-US" sz="2800" u="none" cap="none" strike="noStrike">
                <a:solidFill>
                  <a:schemeClr val="dk1"/>
                </a:solidFill>
                <a:latin typeface="Tahoma"/>
                <a:ea typeface="Tahoma"/>
                <a:cs typeface="Tahoma"/>
                <a:sym typeface="Tahoma"/>
              </a:rPr>
              <a:t>🡺</a:t>
            </a:r>
            <a:endParaRPr/>
          </a:p>
        </p:txBody>
      </p:sp>
      <p:sp>
        <p:nvSpPr>
          <p:cNvPr id="1388" name="Google Shape;1388;p44"/>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45"/>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395" name="Google Shape;1395;p45"/>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17:</a:t>
            </a:r>
            <a:r>
              <a:rPr b="0" i="0" lang="en-US" sz="2800" u="none">
                <a:solidFill>
                  <a:schemeClr val="dk1"/>
                </a:solidFill>
                <a:latin typeface="Tahoma"/>
                <a:ea typeface="Tahoma"/>
                <a:cs typeface="Tahoma"/>
                <a:sym typeface="Tahoma"/>
              </a:rPr>
              <a:t> Viết khai báo con trỏ func đến một hàm nhận đối số là một số nguyên và trả về giá trị kiểu float.</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endParaRPr b="0" i="0" sz="2800" u="non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18:</a:t>
            </a:r>
            <a:r>
              <a:rPr b="0" i="0" lang="en-US" sz="2800" u="none">
                <a:solidFill>
                  <a:schemeClr val="dk1"/>
                </a:solidFill>
                <a:latin typeface="Tahoma"/>
                <a:ea typeface="Tahoma"/>
                <a:cs typeface="Tahoma"/>
                <a:sym typeface="Tahoma"/>
              </a:rPr>
              <a:t> Viết khai báo một mảng con trỏ đến hàm. Các hàm nhận một chuỗi ký tự làm tham số và trả về giá trị kiểu nguyên. Ta có thể sử dụng mảng này để làm gì?</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endParaRPr/>
          </a:p>
        </p:txBody>
      </p:sp>
      <p:sp>
        <p:nvSpPr>
          <p:cNvPr id="1396" name="Google Shape;1396;p45"/>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46"/>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403" name="Google Shape;1403;p46"/>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19:</a:t>
            </a:r>
            <a:r>
              <a:rPr b="0" i="0" lang="en-US" sz="2800" u="none">
                <a:solidFill>
                  <a:schemeClr val="dk1"/>
                </a:solidFill>
                <a:latin typeface="Tahoma"/>
                <a:ea typeface="Tahoma"/>
                <a:cs typeface="Tahoma"/>
                <a:sym typeface="Tahoma"/>
              </a:rPr>
              <a:t> Viết câu lệnh khai báo một mảng 10 con trỏ đến kiểu char.</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endParaRPr b="0" i="0" sz="2800" u="none">
              <a:solidFill>
                <a:schemeClr val="dk1"/>
              </a:solidFill>
              <a:latin typeface="Tahoma"/>
              <a:ea typeface="Tahoma"/>
              <a:cs typeface="Tahoma"/>
              <a:sym typeface="Tahoma"/>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20:</a:t>
            </a:r>
            <a:r>
              <a:rPr b="0" i="0" lang="en-US" sz="2800" u="none">
                <a:solidFill>
                  <a:schemeClr val="dk1"/>
                </a:solidFill>
                <a:latin typeface="Tahoma"/>
                <a:ea typeface="Tahoma"/>
                <a:cs typeface="Tahoma"/>
                <a:sym typeface="Tahoma"/>
              </a:rPr>
              <a:t> Tìm lỗi sai trong đoạn lệnh sau</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int x[3][12];</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int *ptr[12];</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ptr = x;</a:t>
            </a:r>
            <a:endParaRPr/>
          </a:p>
          <a:p>
            <a:pPr indent="-342900" lvl="0" marL="342900" marR="0" rtl="0" algn="l">
              <a:lnSpc>
                <a:spcPct val="100000"/>
              </a:lnSpc>
              <a:spcBef>
                <a:spcPts val="560"/>
              </a:spcBef>
              <a:spcAft>
                <a:spcPts val="0"/>
              </a:spcAft>
              <a:buClr>
                <a:schemeClr val="hlink"/>
              </a:buClr>
              <a:buSzPts val="2800"/>
              <a:buFont typeface="Noto Sans Symbols"/>
              <a:buNone/>
            </a:pPr>
            <a:r>
              <a:rPr b="0" i="0" lang="en-US" sz="2800" u="none">
                <a:solidFill>
                  <a:schemeClr val="dk1"/>
                </a:solidFill>
                <a:latin typeface="Tahoma"/>
                <a:ea typeface="Tahoma"/>
                <a:cs typeface="Tahoma"/>
                <a:sym typeface="Tahoma"/>
              </a:rPr>
              <a:t>🡺</a:t>
            </a:r>
            <a:endParaRPr/>
          </a:p>
        </p:txBody>
      </p:sp>
      <p:sp>
        <p:nvSpPr>
          <p:cNvPr id="1404" name="Google Shape;1404;p46"/>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47"/>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411" name="Google Shape;1411;p47"/>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21:</a:t>
            </a:r>
            <a:r>
              <a:rPr b="0" i="0" lang="en-US" sz="2800" u="none">
                <a:solidFill>
                  <a:schemeClr val="dk1"/>
                </a:solidFill>
                <a:latin typeface="Tahoma"/>
                <a:ea typeface="Tahoma"/>
                <a:cs typeface="Tahoma"/>
                <a:sym typeface="Tahoma"/>
              </a:rPr>
              <a:t> Viết chương trình khai báo mảng hai chiều có 12x12 phần tử kiểu char. Gán ký tự ‘X’ cho mọi phần tử của mảng này. Sử dụng con trỏ đến mảng để in giá trị các phần tử mảng lên màn hình ở dạng lưới.</a:t>
            </a:r>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22:</a:t>
            </a:r>
            <a:r>
              <a:rPr b="0" i="0" lang="en-US" sz="2800" u="none">
                <a:solidFill>
                  <a:schemeClr val="dk1"/>
                </a:solidFill>
                <a:latin typeface="Tahoma"/>
                <a:ea typeface="Tahoma"/>
                <a:cs typeface="Tahoma"/>
                <a:sym typeface="Tahoma"/>
              </a:rPr>
              <a:t> Viết chương trình khai báo mảng 10 con trỏ đến kiểu float, nhận 10 số thực từ bàn phím, sắp xếp lại và in ra màn hình dãy số đã sắp xếp.</a:t>
            </a:r>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23:</a:t>
            </a:r>
            <a:r>
              <a:rPr b="0" i="0" lang="en-US" sz="2800" u="none">
                <a:solidFill>
                  <a:schemeClr val="dk1"/>
                </a:solidFill>
                <a:latin typeface="Tahoma"/>
                <a:ea typeface="Tahoma"/>
                <a:cs typeface="Tahoma"/>
                <a:sym typeface="Tahoma"/>
              </a:rPr>
              <a:t> Sửa lại bài tập 22 để người sử dụng có thể lựa chọn cách sắp xếp theo thứ tự tăng hay giảm dần.</a:t>
            </a:r>
            <a:endParaRPr/>
          </a:p>
        </p:txBody>
      </p:sp>
      <p:sp>
        <p:nvSpPr>
          <p:cNvPr id="1412" name="Google Shape;1412;p47"/>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7" name="Shape 1417"/>
        <p:cNvGrpSpPr/>
        <p:nvPr/>
      </p:nvGrpSpPr>
      <p:grpSpPr>
        <a:xfrm>
          <a:off x="0" y="0"/>
          <a:ext cx="0" cy="0"/>
          <a:chOff x="0" y="0"/>
          <a:chExt cx="0" cy="0"/>
        </a:xfrm>
      </p:grpSpPr>
      <p:sp>
        <p:nvSpPr>
          <p:cNvPr id="1418" name="Google Shape;1418;p48"/>
          <p:cNvSpPr txBox="1"/>
          <p:nvPr>
            <p:ph type="title"/>
          </p:nvPr>
        </p:nvSpPr>
        <p:spPr>
          <a:xfrm>
            <a:off x="1143000" y="381000"/>
            <a:ext cx="6705600" cy="5635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Verdana"/>
              <a:buNone/>
            </a:pPr>
            <a:r>
              <a:rPr b="0" i="0" lang="en-US" sz="3200" u="none">
                <a:solidFill>
                  <a:schemeClr val="lt1"/>
                </a:solidFill>
                <a:latin typeface="Verdana"/>
                <a:ea typeface="Verdana"/>
                <a:cs typeface="Verdana"/>
                <a:sym typeface="Verdana"/>
              </a:rPr>
              <a:t>Bài tập</a:t>
            </a:r>
            <a:endParaRPr/>
          </a:p>
        </p:txBody>
      </p:sp>
      <p:sp>
        <p:nvSpPr>
          <p:cNvPr id="1419" name="Google Shape;1419;p48"/>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24:</a:t>
            </a:r>
            <a:r>
              <a:rPr b="0" i="0" lang="en-US" sz="2800" u="none">
                <a:solidFill>
                  <a:schemeClr val="dk1"/>
                </a:solidFill>
                <a:latin typeface="Tahoma"/>
                <a:ea typeface="Tahoma"/>
                <a:cs typeface="Tahoma"/>
                <a:sym typeface="Tahoma"/>
              </a:rPr>
              <a:t> Chương trình cho phép người dùng nhập các dòng văn bản từ bàn phím đến khi nhập một dòng trống. Chương trình sẽ sắp xếp các dòng theo thứ tự alphabet rồi hiển thị chúng ra màn hình.</a:t>
            </a:r>
            <a:endParaRPr/>
          </a:p>
          <a:p>
            <a:pPr indent="-342900" lvl="0" marL="342900" marR="0" rtl="0" algn="l">
              <a:lnSpc>
                <a:spcPct val="100000"/>
              </a:lnSpc>
              <a:spcBef>
                <a:spcPts val="560"/>
              </a:spcBef>
              <a:spcAft>
                <a:spcPts val="0"/>
              </a:spcAft>
              <a:buClr>
                <a:schemeClr val="hlink"/>
              </a:buClr>
              <a:buSzPts val="2800"/>
              <a:buFont typeface="Noto Sans Symbols"/>
              <a:buChar char="❖"/>
            </a:pPr>
            <a:r>
              <a:rPr b="0" i="0" lang="en-US" sz="2800" u="none">
                <a:solidFill>
                  <a:srgbClr val="0A85FF"/>
                </a:solidFill>
                <a:latin typeface="Tahoma"/>
                <a:ea typeface="Tahoma"/>
                <a:cs typeface="Tahoma"/>
                <a:sym typeface="Tahoma"/>
              </a:rPr>
              <a:t>Câu 25:</a:t>
            </a:r>
            <a:r>
              <a:rPr b="0" i="0" lang="en-US" sz="2800" u="none">
                <a:solidFill>
                  <a:schemeClr val="dk1"/>
                </a:solidFill>
                <a:latin typeface="Tahoma"/>
                <a:ea typeface="Tahoma"/>
                <a:cs typeface="Tahoma"/>
                <a:sym typeface="Tahoma"/>
              </a:rPr>
              <a:t> Sử dụng con trỏ hàm để viết các hàm sắp xếp sau</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Tăng dần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Giảm dần</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Dương giảm rồi âm tăng, cuối cùng là số 0</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1"/>
                </a:solidFill>
                <a:latin typeface="Tahoma"/>
                <a:ea typeface="Tahoma"/>
                <a:cs typeface="Tahoma"/>
                <a:sym typeface="Tahoma"/>
              </a:rPr>
              <a:t>…</a:t>
            </a:r>
            <a:endParaRPr/>
          </a:p>
          <a:p>
            <a:pPr indent="-165100" lvl="0" marL="342900" marR="0" rtl="0" algn="l">
              <a:lnSpc>
                <a:spcPct val="100000"/>
              </a:lnSpc>
              <a:spcBef>
                <a:spcPts val="560"/>
              </a:spcBef>
              <a:spcAft>
                <a:spcPts val="0"/>
              </a:spcAft>
              <a:buClr>
                <a:schemeClr val="hlink"/>
              </a:buClr>
              <a:buSzPts val="2800"/>
              <a:buFont typeface="Noto Sans Symbols"/>
              <a:buNone/>
            </a:pPr>
            <a:r>
              <a:t/>
            </a:r>
            <a:endParaRPr b="0" i="0" sz="2800" u="none" cap="none" strike="noStrike">
              <a:solidFill>
                <a:schemeClr val="dk1"/>
              </a:solidFill>
              <a:latin typeface="Tahoma"/>
              <a:ea typeface="Tahoma"/>
              <a:cs typeface="Tahoma"/>
              <a:sym typeface="Tahoma"/>
            </a:endParaRPr>
          </a:p>
        </p:txBody>
      </p:sp>
      <p:sp>
        <p:nvSpPr>
          <p:cNvPr id="1420" name="Google Shape;1420;p48"/>
          <p:cNvSpPr txBox="1"/>
          <p:nvPr/>
        </p:nvSpPr>
        <p:spPr>
          <a:xfrm>
            <a:off x="5181600" y="6477000"/>
            <a:ext cx="2895600" cy="23336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100"/>
              <a:buFont typeface="Verdana"/>
              <a:buNone/>
            </a:pPr>
            <a:r>
              <a:rPr b="0" i="0" lang="en-US" sz="1100" u="none" cap="none" strike="noStrike">
                <a:solidFill>
                  <a:schemeClr val="dk1"/>
                </a:solidFill>
                <a:latin typeface="Verdana"/>
                <a:ea typeface="Verdana"/>
                <a:cs typeface="Verdana"/>
                <a:sym typeface="Verdana"/>
              </a:rPr>
              <a:t>Dữ liệu kiểu con trỏ (nâng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0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8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3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7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11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9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12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4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1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6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2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5_Designed by VCBB">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2007-09-05T08:24:33Z</dcterms:created>
  <dc:creator>DANG BINH PHUONG</dc:creator>
</cp:coreProperties>
</file>