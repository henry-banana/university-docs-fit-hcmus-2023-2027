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61086485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61086485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1086485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61086485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61086485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61086485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61086485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61086485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d472a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6bd472a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1086485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61086485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1086485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61086485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61086485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61086485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61086485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61086485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61086485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61086485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61086485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61086485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61086485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61086485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61086485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61086485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61086485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61086485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61086485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61086485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61086485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61086485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61086485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61086485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bd472a1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6bd472a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-20250" y="-2160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Evaluation</a:t>
            </a:r>
            <a:endParaRPr sz="4400"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Computational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 of Evaluation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Correctness: Does the algorithm return the correct results?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Efficiency: Does the algorithm run fast and use resources reasonably?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Robustness: Can it handle edge cases and invalid data?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Scalability: Does the solution perform well with large data or complex systems?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Usability / Practicality: Is the solution easy to use and deploy in real-world scenarios?</a:t>
            </a:r>
            <a:endParaRPr/>
          </a:p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Principles of Evaluation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88950" y="77812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/>
              <a:t>Principle of Measurement</a:t>
            </a:r>
            <a:endParaRPr b="1" sz="2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Use metrics to assess results (e.g., runtime, memory usage, accuracy, error rate).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/>
              <a:t>Principle of Comparison</a:t>
            </a:r>
            <a:endParaRPr b="1" sz="2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Compare results with benchmarks, problem requirements, or other solutions (e.g., GTO baseline, best practice, previous version).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" sz="2200"/>
              <a:t>Principle of Feedback</a:t>
            </a:r>
            <a:endParaRPr b="1" sz="2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Use evaluation results to improve algorithms, representations, or decomposition.</a:t>
            </a:r>
            <a:endParaRPr sz="2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Create a loop: Evaluate → Refine → Implement → Simulate.</a:t>
            </a:r>
            <a:endParaRPr sz="2200"/>
          </a:p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Evaluation Methods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105900" y="82742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Test Cases / Unit Testing</a:t>
            </a:r>
            <a:endParaRPr b="1"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Test individual functions, modules, or components.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Include both edge cases and typical cases.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Benchmarking / Performance Testing</a:t>
            </a:r>
            <a:endParaRPr b="1"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Measure runtime, memory, throughput.</a:t>
            </a:r>
            <a:endParaRPr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Compare with other algorithms or previous versions.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Simulation &amp; Stress Testing</a:t>
            </a:r>
            <a:endParaRPr b="1"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Run tests with large datasets, abnormal data, or real-world scenarios.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Visualization &amp; Result Analysis</a:t>
            </a:r>
            <a:endParaRPr b="1"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Use charts, heatmaps, or graphs to analyze trends, errors, and sensitivity.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User / Stakeholder Feedback</a:t>
            </a:r>
            <a:endParaRPr b="1" sz="1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real systems, collect user opinions on results, usability, and effectiveness.</a:t>
            </a:r>
            <a:endParaRPr sz="1800"/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</a:t>
            </a:r>
            <a:r>
              <a:rPr lang="en"/>
              <a:t>Tools Supporting Evaluation</a:t>
            </a:r>
            <a:endParaRPr/>
          </a:p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952400"/>
            <a:ext cx="6496050" cy="2524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Potential issues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Confusing Asymptotic Complexity vs Real-World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Judging only by Big-O and ignoring constant factors, cache effects, or implementation overhead.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An O(n log n) algorithm with huge constants can be slower than a “slower” O(n²) one on real data.</a:t>
            </a:r>
            <a:endParaRPr/>
          </a:p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2. Measuring Only Runtime, Ignoring Memory and Other Resources</a:t>
            </a:r>
            <a:endParaRPr sz="2300"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Solution A is 20% faster but uses 10× more RAM → fails when scaled.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Forgetting I/O cost, network latency, GPU utilization, or power consumption.</a:t>
            </a:r>
            <a:endParaRPr/>
          </a:p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Testing on Non-Representative or Biased Data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Only random inputs → misses worst-case patterns (already sorted, duplicates, adversarial inputs).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Real-world data often has clusters, seasonality, or locality that benchmarks ignore.</a:t>
            </a:r>
            <a:endParaRPr/>
          </a:p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Sacrificing Correctness for Speed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Accepting heuristic/approximate solutions (99% correct) when 100% correctness is required (finance, medical, safety-critical systems).</a:t>
            </a:r>
            <a:endParaRPr/>
          </a:p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Poor Statistical Validation of Benchmarks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Running benchmarks only 1–3 times → results fluctuate due to OS scheduling, GC, etc.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Failing to report confidence intervals or perform proper statistical tests.</a:t>
            </a:r>
            <a:endParaRPr/>
          </a:p>
        </p:txBody>
      </p:sp>
      <p:sp>
        <p:nvSpPr>
          <p:cNvPr id="128" name="Google Shape;12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6. Optimizing a Single Metric (Overfitting to One Goal)</a:t>
            </a:r>
            <a:endParaRPr sz="2900"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Minimizing latency while destroying throughput, or maximizing accuracy while ignoring precision/recall on imbalanced classes.</a:t>
            </a:r>
            <a:endParaRPr/>
          </a:p>
        </p:txBody>
      </p:sp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Ignoring Scalability and Operational Costs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Works great on one machine but cannot be parallelized or distributed.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Forgetting cloud/GPU/hour costs, maintenance, or deployment complexity.</a:t>
            </a:r>
            <a:endParaRPr/>
          </a:p>
        </p:txBody>
      </p:sp>
      <p:sp>
        <p:nvSpPr>
          <p:cNvPr id="142" name="Google Shape;14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Subjective or Unquantified Qualitative Claims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“This code is cleaner/maintainable” without measuring cyclomatic complexity, bug rates, or onboarding time for new developers.</a:t>
            </a:r>
            <a:endParaRPr/>
          </a:p>
        </p:txBody>
      </p:sp>
      <p:sp>
        <p:nvSpPr>
          <p:cNvPr id="149" name="Google Shape;1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Confirmation Bias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already like one approach → selectively collect evidence that supports it and ignore counterexamples.</a:t>
            </a:r>
            <a:endParaRPr/>
          </a:p>
        </p:txBody>
      </p:sp>
      <p:sp>
        <p:nvSpPr>
          <p:cNvPr id="156" name="Google Shape;15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One-Time Evaluation Without Re-Evaluation</a:t>
            </a:r>
            <a:endParaRPr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evolves, libraries improve, data distributions change → a solution that was best in 2023 can become the worst in 2025.</a:t>
            </a:r>
            <a:endParaRPr/>
          </a:p>
        </p:txBody>
      </p:sp>
      <p:sp>
        <p:nvSpPr>
          <p:cNvPr id="163" name="Google Shape;16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 Failing to Evaluate Multi-Dimensional Trade-offs</a:t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Almost no solution is best at everything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Speed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Memory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Accuracy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Simplicity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Cost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Forgetting Pareto analysis or weighted scoring.</a:t>
            </a:r>
            <a:endParaRPr/>
          </a:p>
        </p:txBody>
      </p:sp>
      <p:sp>
        <p:nvSpPr>
          <p:cNvPr id="170" name="Google Shape;17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 Ignoring End Users and Real-World Context</a:t>
            </a:r>
            <a:endParaRPr/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Fastest algorithm but terrible UX, or shortest path ignoring traffic lights/one-way streets → useless in practice.</a:t>
            </a:r>
            <a:endParaRPr/>
          </a:p>
        </p:txBody>
      </p:sp>
      <p:sp>
        <p:nvSpPr>
          <p:cNvPr id="177" name="Google Shape;17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257300" y="184250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Checklist</a:t>
            </a:r>
            <a:endParaRPr/>
          </a:p>
        </p:txBody>
      </p:sp>
      <p:sp>
        <p:nvSpPr>
          <p:cNvPr id="183" name="Google Shape;183;p3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Is the solution 100% correct on all valid inputs? (correctness first)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Tested on real-world data + worst-case inputs?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Benchmarks repeated ≥10–30 times with confidence intervals?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Measured time, memory, I/O, cost, and scalability?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Trade-offs aligned with actual business/domain requirements?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Plan to re-evaluate periodically as environment changes?</a:t>
            </a:r>
            <a:endParaRPr/>
          </a:p>
        </p:txBody>
      </p:sp>
      <p:sp>
        <p:nvSpPr>
          <p:cNvPr id="184" name="Google Shape;18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