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27f1eea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027f1eea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027f1ee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027f1ee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27f1eea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027f1eea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027f1ee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027f1ee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27f1ee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27f1ee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27f1ee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27f1ee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27f1ee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27f1ee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27f1ee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27f1ee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"""n_queens.py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Backtracking solver for the N-Queens problem.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Default N = 8. The solver can return all solutions or just 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solution is represented as a list `cols` of length N where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cols[row] = column index (0-based) of the queen in that row.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 typing import List, Generator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def solve_n_queens(n: int = 8) -&gt; List[List[int]]: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Return all distinct solutions for N-Queens as lists of column positions.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Example for N=4 one solution: [1, 3, 0, 2] meaning: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row0-&gt;col1, row1-&gt;col3, row2-&gt;col0, row3-&gt;col2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solutions: List[List[int]] = []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cols = set()        # occupied columns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diag1 = set()       # occupied major diagonals (r - 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diag2 = set()       # occupied minor diagonals (r + 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board = [-1] * n    # board[row] = col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def backtrack(row: int):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if row == 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# Found a valid placement — append a copy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solutions.append(board.copy())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return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for c in range(n):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if (c in cols) or ((row - c) in diag1) or ((row + c) in diag2):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    continue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# place queen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board[row] =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cols.add(c); diag1.add(row - c); diag2.add(row + 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backtrack(row + 1)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# remove queen (backtrack)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cols.remove(c); diag1.remove(row - c); diag2.remove(row + c)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board[row] = -1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backtrack(0)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return solutions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def format_board(cols: List[int]) -&gt; str: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Convert a solution (cols list) into a multi-line string board with 'Q' and '.'.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n = len(cols)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lines = []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for r in range(n):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row_chars = ['.'] * 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c = cols[r]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row_chars[c] = 'Q'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lines.append(' '.join(row_chars))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return '\n'.join(lines)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def print_solutions(solutions: List[List[int]], limit: int = None):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Pretty-print solutions. If limit is provided, print at most `limit` solutions.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"""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total = len(solutions)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print(f"Total solutions: {total}\n")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count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for sol in solutions: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count +=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print(f"Solution #{count}: (cols = {sol})")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print(format_board(sol))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if limit is not None and count &gt;= limit: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  break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__name__ == "__main__":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N = 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sols = solve_n_queens(N)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# Print all (for N=8 there are 92). To avoid huge output, we print first 5 then summary.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print_solutions(sols, limit=5)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if len(sols) &gt; 5: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print(f"... (printed 5 of {len(sols)} solutions)")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# If you want just one solution: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if sols: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one = sols[0]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print("\nOne example solution (board format):")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print(format_board(one))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d028a7b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d028a7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027f1eea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027f1eea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https://chatgpt.com/s/t_690c2da0c2ec8191ba0a086bed03dbf3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027f1eea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027f1eea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0d028a7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0d028a7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8628eb6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18628eb6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e81b0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e81b0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0d028a7b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0d028a7b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d028a7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0d028a7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0d028a7b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0d028a7b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0d028a7b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0d028a7b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0d028a7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0d028a7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0d028a7b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0d028a7b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8628eb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18628eb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18628eb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18628eb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18628eb6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18628eb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18628eb6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18628eb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8628eb6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18628eb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18628eb6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18628eb6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18628eb6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18628eb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18628eb6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18628eb6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s.google.com/optimization/cp/queens?hl=vi" TargetMode="External"/><Relationship Id="rId4" Type="http://schemas.openxmlformats.org/officeDocument/2006/relationships/hyperlink" Target="https://github.com/NassarX/nqueens-optimization" TargetMode="External"/><Relationship Id="rId5" Type="http://schemas.openxmlformats.org/officeDocument/2006/relationships/hyperlink" Target="https://www.spoj.com/problems/NQUEEN/" TargetMode="External"/><Relationship Id="rId6" Type="http://schemas.openxmlformats.org/officeDocument/2006/relationships/hyperlink" Target="https://en.wikipedia.org/wiki/Eight_queens_puzzle" TargetMode="External"/><Relationship Id="rId7" Type="http://schemas.openxmlformats.org/officeDocument/2006/relationships/hyperlink" Target="https://leetcode.com/problems/n-queens/description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Case study: 8-Queen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8-Queen problem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300"/>
              <a:t>Place 8 queens on an 8 × 8 chessboard such that no two queens attack each other. A queen can attack another queen if they are placed in the same row, the same column, or on the same diagonal.</a:t>
            </a:r>
            <a:endParaRPr sz="2300"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413" y="2399700"/>
            <a:ext cx="22955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analysis</a:t>
            </a:r>
            <a:endParaRPr/>
          </a:p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artoon robot thinking about a game&#10;&#10;AI-generated content may be incorrect.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650" y="1739977"/>
            <a:ext cx="2241800" cy="2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918825" y="914000"/>
            <a:ext cx="61548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8 queens so they do not attack each other =&gt; </a:t>
            </a:r>
            <a:r>
              <a:rPr b="1" lang="en">
                <a:solidFill>
                  <a:srgbClr val="FF0000"/>
                </a:solidFill>
              </a:rPr>
              <a:t>ill-defined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Well-defined</a:t>
            </a:r>
            <a:endParaRPr b="1">
              <a:solidFill>
                <a:srgbClr val="38761D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Input: Empty 8×8 chessboard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Output: Valid configurations with 8 queens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Constraints: No two queens share the same row, column, or diagonal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Decomposition: split into subtasks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Determine where to place the first queen (row 1)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For each subsequent row, find a safe column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Detect conflicts with already placed queens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If no valid column exists, backtrack to the previous row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Repeat until all 8 queens are placed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141300" y="2641425"/>
            <a:ext cx="8932200" cy="25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Each row has exactly one queen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Columns must be unique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Diagonal attacks: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Main diagonal → row − column = constant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Anti-diagonal → row + column = constant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eight queens puzzle in Python | Solarian Programmer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408" y="993062"/>
            <a:ext cx="2944971" cy="294497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Focus on what matters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Represent board as 1D array: positions[1..8]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positions[i] = j → queen in row i, column j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Ignore empty cells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Only enforce column &amp; diagonal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design - Naive approach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Backtracking approach: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Start at row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Try each column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safe → place queen, move to next row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blocked → backtrack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Repeat until 8 queens placed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 code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141300" y="914000"/>
            <a:ext cx="45861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function solve(row):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if row &gt; 8: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printSolution()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return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for col in 1..8: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if isSafe(row, col):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positions[row] = col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solve(row + 1)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positions[row] = 0  </a:t>
            </a:r>
            <a:r>
              <a:rPr lang="en" sz="2000">
                <a:solidFill>
                  <a:srgbClr val="38761D"/>
                </a:solidFill>
              </a:rPr>
              <a:t># backtrack</a:t>
            </a:r>
            <a:endParaRPr sz="2000">
              <a:solidFill>
                <a:srgbClr val="38761D"/>
              </a:solidFill>
            </a:endParaRPr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511800" y="827425"/>
            <a:ext cx="45861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</a:t>
            </a:r>
            <a:r>
              <a:rPr lang="en" sz="2000"/>
              <a:t>unction isSafe(row, col, positions):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for i in range(1, row):  </a:t>
            </a:r>
            <a:r>
              <a:rPr lang="en" sz="2000">
                <a:solidFill>
                  <a:srgbClr val="38761D"/>
                </a:solidFill>
              </a:rPr>
              <a:t># check row</a:t>
            </a:r>
            <a:endParaRPr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if positions[i] = col: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return False  </a:t>
            </a:r>
            <a:r>
              <a:rPr lang="en" sz="2000">
                <a:solidFill>
                  <a:srgbClr val="38761D"/>
                </a:solidFill>
              </a:rPr>
              <a:t># same column</a:t>
            </a:r>
            <a:endParaRPr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If |positions[i] - col| = |i - row|: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return False  </a:t>
            </a:r>
            <a:r>
              <a:rPr lang="en" sz="2000">
                <a:solidFill>
                  <a:srgbClr val="38761D"/>
                </a:solidFill>
              </a:rPr>
              <a:t># both diagonals</a:t>
            </a:r>
            <a:endParaRPr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8761D"/>
                </a:solidFill>
              </a:rPr>
              <a:t>        # if positions[i] - i == col - row:</a:t>
            </a:r>
            <a:endParaRPr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8761D"/>
                </a:solidFill>
              </a:rPr>
              <a:t>        # if positions[i] + i == col + row</a:t>
            </a:r>
            <a:endParaRPr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return True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Simulation: Mental Execution / Dry Run / Algorithm Testing</a:t>
            </a:r>
            <a:endParaRPr sz="2600"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Purpose: logic checking before implementation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Tools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Flowchart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Sample run with small values</a:t>
            </a:r>
            <a:endParaRPr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133436" cy="40962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output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1371600" cy="1924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Optimizations: Bitmasks, heuristics for larger 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reading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" sz="24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Bài toán về N-queens  |  OR-Tools  |  Google for Developers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" sz="24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https://github.com/NassarX/nqueens-optimization</a:t>
            </a: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" sz="24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https://www.spoj.com/problems/NQUEEN/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" sz="24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https://en.wikipedia.org/wiki/Eight_queens_puzzle</a:t>
            </a: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" sz="24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N-Queens - LeetCode</a:t>
            </a:r>
            <a:endParaRPr sz="3900"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the problem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</a:t>
            </a:r>
            <a:r>
              <a:rPr b="1" lang="en">
                <a:solidFill>
                  <a:srgbClr val="0000FF"/>
                </a:solidFill>
              </a:rPr>
              <a:t>onstraint-based backtracking</a:t>
            </a:r>
            <a:endParaRPr b="1"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FF00FF"/>
                </a:solidFill>
              </a:rPr>
              <a:t>Place items </a:t>
            </a:r>
            <a:r>
              <a:rPr lang="en"/>
              <a:t>(pieces, numbers, colors, etc.) one by one so that each placement satisfies </a:t>
            </a:r>
            <a:r>
              <a:rPr b="1" lang="en">
                <a:solidFill>
                  <a:srgbClr val="9900FF"/>
                </a:solidFill>
              </a:rPr>
              <a:t>local constraints</a:t>
            </a:r>
            <a:r>
              <a:rPr lang="en"/>
              <a:t>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If a </a:t>
            </a:r>
            <a:r>
              <a:rPr b="1" lang="en">
                <a:solidFill>
                  <a:srgbClr val="FF0000"/>
                </a:solidFill>
              </a:rPr>
              <a:t>conflict </a:t>
            </a:r>
            <a:r>
              <a:rPr lang="en"/>
              <a:t>occurs → </a:t>
            </a:r>
            <a:r>
              <a:rPr b="1" lang="en">
                <a:solidFill>
                  <a:srgbClr val="38761D"/>
                </a:solidFill>
              </a:rPr>
              <a:t>backtrack </a:t>
            </a:r>
            <a:r>
              <a:rPr lang="en"/>
              <a:t>and </a:t>
            </a:r>
            <a:r>
              <a:rPr b="1" lang="en">
                <a:solidFill>
                  <a:srgbClr val="FF9900"/>
                </a:solidFill>
              </a:rPr>
              <a:t>try another option</a:t>
            </a:r>
            <a:endParaRPr/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975" y="2939950"/>
            <a:ext cx="6800850" cy="1981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Constraint-Based Backtracking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>
                <a:solidFill>
                  <a:srgbClr val="0000FF"/>
                </a:solidFill>
              </a:rPr>
              <a:t>Completeness</a:t>
            </a:r>
            <a:r>
              <a:rPr lang="en" sz="2400"/>
              <a:t>: If a solution exists, it is guaranteed to be found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>
                <a:solidFill>
                  <a:srgbClr val="0000FF"/>
                </a:solidFill>
              </a:rPr>
              <a:t>Handling Complex Constraints</a:t>
            </a:r>
            <a:r>
              <a:rPr lang="en" sz="2400"/>
              <a:t>: highly effective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 sz="2400">
                <a:solidFill>
                  <a:srgbClr val="0000FF"/>
                </a:solidFill>
              </a:rPr>
              <a:t>Search Space Pruning</a:t>
            </a:r>
            <a:r>
              <a:rPr lang="en" sz="2400"/>
              <a:t>: Forward Checking / Constraint Propagation helps rapidly eliminate entire branches of infeasible searches, significantly reducing the processing time compared to a brute-force approach</a:t>
            </a:r>
            <a:endParaRPr sz="2400"/>
          </a:p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 Group 1-8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Demonstrate how you use computational thinking in solving the following similar problems</a:t>
            </a:r>
            <a:endParaRPr/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 (1)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1. N-Rooks Problem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Place N rooks on an N×N chessboard so that no two rooks attack each other.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Constraint: no two rooks share the same row or column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2. N-Knights Problem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Place N knights so that none of them attack each other.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Constraint: knights cannot be within an L-shaped move of each other (2 by 1).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 (2)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3. N-Bishops Problem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Place N bishops on the board so that no two attack each other.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Constraint: avoid placing bishops on the same diagonals only.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4. Sudoku Solver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Fill a 9×9 grid with digits 1–9 so each row, column, and 3×3 box contains all digits.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 classic constraint satisfaction problem solved by backtracking + validation.</a:t>
            </a:r>
            <a:endParaRPr sz="2500"/>
          </a:p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 (3)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5. M-Coloring Problem (Graph Coloring)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Given a graph G and M colors, assign colors to vertices so that adjacent vertices differ.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Each vertex → choose a color → validate before moving on.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Applications: scheduling, resource allocation.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6. Hamiltonian Path / Cycle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Find a path visiting each vertex exactly once (or returning to the start).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Similar recursive structure: try next vertex, backtrack if no move is valid.</a:t>
            </a:r>
            <a:endParaRPr sz="2300"/>
          </a:p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 (4)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 Knight’s Tour Problem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a knight on a chessboard so it visits every square exactly once.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Equivalent to finding a Hamiltonian path in a 64-vertex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8. Magic Square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an N×N grid with numbers 1..N² so that all rows, columns, and diagonals have the same sum.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Solvable via permutations + constraint pruning.</a:t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 (5)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9. Latin Square / KenKen / Kakuro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Variations of Sudoku with arithmetic or regional constraints.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10. 8-Puzzle / Sliding Puzzle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pure backtracking (usually solved with A*), but still a state-space search with constraints.</a:t>
            </a:r>
            <a:endParaRPr/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into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travel system</a:t>
            </a:r>
            <a:endParaRPr/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Personalized Itinerary Planning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Constraints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total duration of the trip must not exceed the allowed number of days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Travel time and visit duration at each location must fall within the venue's operating hours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schedule must avoid undesirable time slots (e.g., rush hour)</a:t>
            </a:r>
            <a:endParaRPr/>
          </a:p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Constraints</a:t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total estimated cost (flights, accommodation, tickets, meals) must not exceed the set budget.</a:t>
            </a:r>
            <a:endParaRPr/>
          </a:p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Preference/Priority Constraints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itinerary must include destinations with specific interest tags (e.g., history, food, nature)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itinerary must exclude unwanted locations (e.g., already visited, low rating)</a:t>
            </a:r>
            <a:endParaRPr/>
          </a:p>
        </p:txBody>
      </p:sp>
      <p:sp>
        <p:nvSpPr>
          <p:cNvPr id="242" name="Google Shape;24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Logical/Geographical Constraints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order of destinations must ensure feasibility of travel (e.g., point A must precede point B if they are in distant cities)</a:t>
            </a:r>
            <a:endParaRPr/>
          </a:p>
        </p:txBody>
      </p:sp>
      <p:sp>
        <p:nvSpPr>
          <p:cNvPr id="249" name="Google Shape;2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Optimal Sequencing and Routing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constraints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algorithm searches for an ordered sequence of destinations (a path) that minimizes the total cost (time, distance, money) while simultaneously satisfying all temporal, geographical, and logical constraints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It uses constraint propagation techniques combined with backtracking to quickly rule out invalid permutations of destinations (e.g., a path that requires 12 hours of travel when the user only has 8 hours available)</a:t>
            </a:r>
            <a:endParaRPr/>
          </a:p>
        </p:txBody>
      </p:sp>
      <p:sp>
        <p:nvSpPr>
          <p:cNvPr id="261" name="Google Shape;26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