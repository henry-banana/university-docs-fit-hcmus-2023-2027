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611a0294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611a029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611a0294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611a0294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611a02943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611a0294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611a02943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611a02943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611a02943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611a02943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11a0294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611a0294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83dbef99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83dbef99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d472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6bd472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611a029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611a029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611a0294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611a029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611a0294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611a0294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611a0294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611a0294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11a0294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611a0294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611a0294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611a0294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11a0294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611a0294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611a0294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611a0294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611a0294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611a0294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611a0294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611a0294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611a0294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611a0294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bd472a1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6bd472a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Reflection</a:t>
            </a:r>
            <a:endParaRPr sz="4400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thinking back and evaluating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of reflection</a:t>
            </a:r>
            <a:endParaRPr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Identify strengths and weaknesses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Derive lessons and improve solutions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Develop long-term computational thinking skills</a:t>
            </a:r>
            <a:endParaRPr/>
          </a:p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Reflection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105900" y="7818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Self-assessment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Review the entire problem-solving process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Evaluate effectiveness, efficiency, correctness, and creativity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Feedback Integration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Use evaluation results to improve solutions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Reflection supports a continuous learning loop: Reflect → Refine → Reimplement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Meta-cognition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Awareness of how you think, analyze, and solve problems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Helps extract general strategies, reusable patterns, and best practices</a:t>
            </a:r>
            <a:endParaRPr/>
          </a:p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(1)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141300" y="8274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Review / Retrospective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Compare the solution with the original requirements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Examine key decisions, algorithm choices, and representations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Error Analysis / Debugging Reflection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Review errors, bugs, or failures in algorithms, decomposition, or simulations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Identify root causes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Performance &amp; Efficiency Reflection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Compare runtime, memory usage, and algorithm complexity against optimal solutions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"/>
              <a:t>Consider trade-offs between accuracy and efficiency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(2)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</a:t>
            </a:r>
            <a:r>
              <a:rPr lang="en"/>
              <a:t>Strategy Reflection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Examine approaches: decomposition, abstraction, representation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Ask: Is there a better way?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Identify patterns that can be reused in other 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Documentation &amp; Journaling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Record lessons learned, flows, decisions, and encountered challenges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Build a “knowledge base” for future reference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00" y="1395400"/>
            <a:ext cx="6781800" cy="2352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/>
              <a:t>Common Issues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1. Skipping Reflection Entirely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Finish the problem → submit/close the laptop → never look back.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No lessons learned, same mistakes repeated forever.</a:t>
            </a:r>
            <a:endParaRPr/>
          </a:p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Superficial Reflection (“It works, done”)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Never analyzing why one solution was better/worse, or realizing you over-engineered or under-engineered the problem.</a:t>
            </a:r>
            <a:endParaRPr/>
          </a:p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3. Focusing Only on Correctness, Ignoring the Process</a:t>
            </a:r>
            <a:endParaRPr sz="2900"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“Got Accepted 100/100” → satisfied, but blind to the fact that your O(n²) solution barely passed while an O(n) or O(n log n) existed</a:t>
            </a:r>
            <a:endParaRPr/>
          </a:p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Not Keeping a Learning Log / Journal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3–6 months you forget what mistakes you made and what tricks you discovered → zero long-term improvement.</a:t>
            </a:r>
            <a:endParaRPr/>
          </a:p>
        </p:txBody>
      </p:sp>
      <p:sp>
        <p:nvSpPr>
          <p:cNvPr id="133" name="Google Shape;13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Confirmation Bias in Reflection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remembering what you did right and excusing or ignoring big mistakes (“the problem was tricky”, “I was running out of time”).</a:t>
            </a:r>
            <a:endParaRPr/>
          </a:p>
        </p:txBody>
      </p:sp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Never Comparing with Others’ Solutions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Skipping editorials and top coders’ code → no idea where you stand or what elegant ideas you missed.</a:t>
            </a:r>
            <a:endParaRPr/>
          </a:p>
        </p:txBody>
      </p:sp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Vague, Non-Quantitative Reflection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“My code felt a bit slow” instead of “My code was 15× slower because I used string concatenation in a loop”.</a:t>
            </a:r>
            <a:endParaRPr/>
          </a:p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Failing to Answer the Core Reflection Questions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If I could redo it, what would I change?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What was my dumbest mistake?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Which pattern/abstraction did I miss?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Was there a much simpler way?</a:t>
            </a:r>
            <a:endParaRPr/>
          </a:p>
        </p:txBody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Reflecting Only Once, Immediately After Finishing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Reviewing again after a day or a week (when your mind is “cold”) usually reveals many more issues.</a:t>
            </a:r>
            <a:endParaRPr/>
          </a:p>
        </p:txBody>
      </p:sp>
      <p:sp>
        <p:nvSpPr>
          <p:cNvPr id="168" name="Google Shape;16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Reflection Without Concrete Action Items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“next time I’ll be more careful” but never creating checklists or deliberately practicing weak areas (e.g., always write brute-force first, always test n=0, n=1).</a:t>
            </a:r>
            <a:endParaRPr/>
          </a:p>
        </p:txBody>
      </p:sp>
      <p:sp>
        <p:nvSpPr>
          <p:cNvPr id="175" name="Google Shape;17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11. Confusing Reflection with Negative Self-Criticism</a:t>
            </a:r>
            <a:endParaRPr sz="2900"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Beating yourself up (“I’m so stupid”) → demotivation instead of constructive, positive lessons.</a:t>
            </a:r>
            <a:endParaRPr/>
          </a:p>
        </p:txBody>
      </p:sp>
      <p:sp>
        <p:nvSpPr>
          <p:cNvPr id="182" name="Google Shape;18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 “Nice Guy” Reflection in Team Settings</a:t>
            </a:r>
            <a:endParaRPr/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reviews where everyone only praises each other and nobody points out real problems → the whole team stagnates.</a:t>
            </a:r>
            <a:endParaRPr/>
          </a:p>
        </p:txBody>
      </p:sp>
      <p:sp>
        <p:nvSpPr>
          <p:cNvPr id="189" name="Google Shape;18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298350" y="184250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Checklist</a:t>
            </a:r>
            <a:endParaRPr/>
          </a:p>
        </p:txBody>
      </p:sp>
      <p:sp>
        <p:nvSpPr>
          <p:cNvPr id="195" name="Google Shape;195;p34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How much time did I spend on each stage (decomposition, design, coding, debugging)?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What was my most serious mistake?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If I redo it, what would I change in strategy/abstraction/implementation?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Did I miss a simpler or more elegant solution?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What specific takeaway do I have? (e.g., “always use long long in C++”, “always draw the segment tree before coding”)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Which skill will I deliberately practice next week based on this?</a:t>
            </a:r>
            <a:endParaRPr/>
          </a:p>
        </p:txBody>
      </p:sp>
      <p:sp>
        <p:nvSpPr>
          <p:cNvPr id="196" name="Google Shape;19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