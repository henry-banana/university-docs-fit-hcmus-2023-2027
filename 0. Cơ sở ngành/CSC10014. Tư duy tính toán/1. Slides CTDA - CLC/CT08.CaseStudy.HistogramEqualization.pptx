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e92813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e92813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e92813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e92813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1e92813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1e92813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1e92813f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1e92813f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1e92813f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1e92813f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1e92813f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1e92813f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e92813f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1e92813f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e92813f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e92813f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e92813f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e92813f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e92813f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1e92813f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e92813f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1e92813f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e92813f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e92813f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e92813f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1e92813f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e92813f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1e92813f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e92813f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e92813f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e92813f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e92813f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Histogram Equalization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Histogram Equalization Problem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>
                <a:solidFill>
                  <a:srgbClr val="0000FF"/>
                </a:solidFill>
              </a:rPr>
              <a:t>Enhance the contrast of an image using histogram equalization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Why?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Images in foggy or poorly lit environments look dull or low-contrast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Histogram equalization stretches pixel intensities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Makes details more visible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 vs High contrast</a:t>
            </a:r>
            <a:endParaRPr/>
          </a:p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750" y="888325"/>
            <a:ext cx="4915441" cy="409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analysis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ill-defined: Make this image clearer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Well-defined: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Input: a grayscale image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Output: enhanced grayscale image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Goal: redistribute intensities to span 0–255 more evenly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Read grayscale 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Compute histogram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Normalize histogram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Compute cumulative distribution function (CDF)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Map old pixel values to new 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Generate and display equalized image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1413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Low-contrast images → peaked histograms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Good contrast → spread-out histograms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CDF stretches histogram into balanced form</a:t>
            </a:r>
            <a:endParaRPr/>
          </a:p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7425" y="2326675"/>
            <a:ext cx="4515150" cy="2730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Image: 2D array of integers (0–255)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Histogram: 1D array of pixel frequencies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CDF: remap pixel values</a:t>
            </a:r>
            <a:endParaRPr/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design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histogram_equalization(image):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hist = compute_histogram(image)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cdf = compute_cumulative(hist)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cdf_normalized = scale_cdf(cdf, 0–255)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new_image = map_pixels(image, cdf_normalized)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return new_image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new_pixel = floor((CDF[pixel] - CDF_min) / (N - CDF_min) × 255)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/ Implementation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+ OpenCV example: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cv2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img = cv2.imread('image.jpg', 0)  # grayscale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equalized = cv2.equalizeHist(img)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cv2.imshow('Equalized', equalized)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/ Improvement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on low-contrast images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Evaluate: visibility of details, histogram flatness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Improve: histogram equalization, generative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Histogram Equalization is a powerful CT example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Involves data collection, transformation, mapping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Simple computation greatly improves perception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in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travel system</a:t>
            </a:r>
            <a:endParaRPr/>
          </a:p>
        </p:txBody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375" y="1046375"/>
            <a:ext cx="7153275" cy="2486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 Enhance Travel Photos for Display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Apply HE to user-uploaded or system images before showing them in the app.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Improves clarity and aesthetics of low-light or overexposed travel images.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</a:t>
            </a:r>
            <a:r>
              <a:rPr lang="en"/>
              <a:t>xample: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 tourist uploads a dark photo of a night market.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HE improves brightness and contrast → photo looks clearer and more attractive in their travel diary or recommendation feed.</a:t>
            </a:r>
            <a:endParaRPr/>
          </a:p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 Improve Image-Based Landmark Recognition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If your Smart Travel System includes automatic place recognition (e.g., detecting Eiffel Tower or Ha Long Bay from photos):	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Apply Adaptive Histogram Equalization (CLAHE) before feature extraction (e.g., SIFT, ORB, CNN).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Increases feature detectability under varied lighting conditions.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Result: More consistent feature matching between images taken at different times of day or weather conditions</a:t>
            </a:r>
            <a:endParaRPr/>
          </a:p>
        </p:txBody>
      </p:sp>
      <p:sp>
        <p:nvSpPr>
          <p:cNvPr id="158" name="Google Shape;15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03. Enhance Visual Data for Recommendation Models</a:t>
            </a:r>
            <a:endParaRPr sz="2900"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using image embeddings (e.g., CLIP, ResNet features) for destination or hotel recommendation: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 images with histogram equalization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produces consistent input lighting/contrast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better embedding quality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more reliable similarity scores</a:t>
            </a:r>
            <a:endParaRPr/>
          </a:p>
        </p:txBody>
      </p:sp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04. Improve Scene Understanding in Smart Cameras or AR</a:t>
            </a:r>
            <a:endParaRPr sz="2600"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travel system integrates AR navigation or smart camera recognition: Use HE to normalize lighting before object detection or segmentation.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Detecting road signs or scenic viewpoints under sunlight glare or fog.</a:t>
            </a:r>
            <a:endParaRPr/>
          </a:p>
        </p:txBody>
      </p:sp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 Quality Scoring or Filtering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your app filters “best-looking” photos to display in a travel feed: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 can help standardize image brightness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easier to compute perceptual quality metrics (like sharpness, contrast, or aesthetic scores).</a:t>
            </a:r>
            <a:endParaRPr/>
          </a:p>
        </p:txBody>
      </p:sp>
      <p:sp>
        <p:nvSpPr>
          <p:cNvPr id="179" name="Google Shape;17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