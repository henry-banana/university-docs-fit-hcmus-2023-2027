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9ab18fd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9ab18fd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9ab18fd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9ab18fd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ab18fd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ab18fd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ab18fd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ab18fd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ab18fd3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9ab18fd3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ab18fd3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9ab18fd3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ab18fd3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ab18fd3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ab18fd3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ab18fd3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ab18fd3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ab18fd3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ab18fd3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ab18fd3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9ab18fd3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9ab18fd3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ab18fd3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ab18fd3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ab18fd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9ab18fd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DAG (Directed Acyclic Graph)</a:t>
            </a:r>
            <a:r>
              <a:rPr lang="en">
                <a:solidFill>
                  <a:schemeClr val="dk1"/>
                </a:solidFill>
              </a:rPr>
              <a:t> là </a:t>
            </a:r>
            <a:r>
              <a:rPr b="1" lang="en">
                <a:solidFill>
                  <a:schemeClr val="dk1"/>
                </a:solidFill>
              </a:rPr>
              <a:t>đồ thị có hướng và không chứa chu trình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ab18fd3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ab18fd3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9ab18fd3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9ab18fd3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9ab18fd3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9ab18fd3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9ab18fd3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9ab18fd3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ab18fd3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ab18fd3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9ab18fd3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9ab18fd3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9ab18fd3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9ab18fd3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9ab18fd3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9ab18fd3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ab18fd3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9ab18fd3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9ab18fd3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9ab18fd3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9ab18fd3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9ab18fd3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9ab18fd3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9ab18fd3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9ab18fd3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9ab18fd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ab18fd3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ab18fd3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9ab18fd3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9ab18fd3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9ab18fd3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9ab18fd3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9ab18fd3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9ab18fd3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9ab18fd3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9ab18fd3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9ab18fd30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9ab18fd30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ab18fd30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ab18fd3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3f0b7b4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3f0b7b4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3" name="Google Shape;4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Problem representation</a:t>
            </a:r>
            <a:endParaRPr sz="4400"/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105650" y="2150850"/>
            <a:ext cx="6932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abstract structured model of a problem</a:t>
            </a:r>
            <a:endParaRPr/>
          </a:p>
        </p:txBody>
      </p:sp>
      <p:sp>
        <p:nvSpPr>
          <p:cNvPr id="65" name="Google Shape;65;p15"/>
          <p:cNvSpPr txBox="1"/>
          <p:nvPr>
            <p:ph idx="429496729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eal-world problem transformation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nto a suitable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</a:rPr>
              <a:t>model</a:t>
            </a:r>
            <a:r>
              <a:rPr lang="en"/>
              <a:t> / </a:t>
            </a:r>
            <a:r>
              <a:rPr b="1" lang="en">
                <a:solidFill>
                  <a:srgbClr val="FF0000"/>
                </a:solidFill>
              </a:rPr>
              <a:t>notation</a:t>
            </a:r>
            <a:r>
              <a:rPr lang="en"/>
              <a:t> / </a:t>
            </a:r>
            <a:r>
              <a:rPr b="1" lang="en">
                <a:solidFill>
                  <a:srgbClr val="FF9900"/>
                </a:solidFill>
              </a:rPr>
              <a:t>structure</a:t>
            </a:r>
            <a:r>
              <a:rPr lang="en"/>
              <a:t> /</a:t>
            </a:r>
            <a:r>
              <a:rPr b="1" lang="en">
                <a:solidFill>
                  <a:srgbClr val="38761D"/>
                </a:solidFill>
              </a:rPr>
              <a:t>data representation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can be processed by humans or computers using algorithms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answer the question: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“How will we represent the </a:t>
            </a:r>
            <a:r>
              <a:rPr b="1" lang="en">
                <a:solidFill>
                  <a:srgbClr val="0000FF"/>
                </a:solidFill>
              </a:rPr>
              <a:t>data </a:t>
            </a:r>
            <a:r>
              <a:rPr lang="en"/>
              <a:t>and the </a:t>
            </a:r>
            <a:r>
              <a:rPr b="1" lang="en">
                <a:solidFill>
                  <a:srgbClr val="9900FF"/>
                </a:solidFill>
              </a:rPr>
              <a:t>relationships </a:t>
            </a:r>
            <a:r>
              <a:rPr lang="en"/>
              <a:t>between its components?”</a:t>
            </a:r>
            <a:endParaRPr/>
          </a:p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Data Representation: appropriate data structures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41300" y="914000"/>
            <a:ext cx="40827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vector / list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dictionary / hash map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tree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graph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 table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matrix</a:t>
            </a:r>
            <a:endParaRPr/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668625" y="914000"/>
            <a:ext cx="40827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 example: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GPS map → Grap</a:t>
            </a:r>
            <a:r>
              <a:rPr lang="en"/>
              <a:t>h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Class schedule → Tabl</a:t>
            </a:r>
            <a:r>
              <a:rPr lang="en"/>
              <a:t>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Social relationships → Network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Structural Representation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components are connected?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class diagrams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ERD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hierarchical trees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state models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state transition tables</a:t>
            </a:r>
            <a:endParaRPr/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Process Representation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ow data flows or changes over time?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flowchart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activity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sequence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state machine</a:t>
            </a:r>
            <a:endParaRPr/>
          </a:p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Mathematical Representation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the problem using mathematics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formulas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optimization models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statistics</a:t>
            </a:r>
            <a:endParaRPr/>
          </a:p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Logical Representation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Forms include: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IF–THEN rules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logical expressions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predicate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in rule-based AI and business rule processing.</a:t>
            </a:r>
            <a:endParaRPr/>
          </a:p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Representation important?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Representation determines: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how </a:t>
            </a:r>
            <a:r>
              <a:rPr b="1" lang="en">
                <a:solidFill>
                  <a:srgbClr val="FF0000"/>
                </a:solidFill>
              </a:rPr>
              <a:t>understandable </a:t>
            </a:r>
            <a:r>
              <a:rPr lang="en"/>
              <a:t>the algorithm is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the </a:t>
            </a:r>
            <a:r>
              <a:rPr b="1" lang="en">
                <a:solidFill>
                  <a:srgbClr val="0000FF"/>
                </a:solidFill>
              </a:rPr>
              <a:t>complexity </a:t>
            </a:r>
            <a:r>
              <a:rPr lang="en"/>
              <a:t>of the solution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processing </a:t>
            </a:r>
            <a:r>
              <a:rPr b="1" lang="en">
                <a:solidFill>
                  <a:srgbClr val="38761D"/>
                </a:solidFill>
              </a:rPr>
              <a:t>efficiency</a:t>
            </a:r>
            <a:endParaRPr b="1">
              <a:solidFill>
                <a:srgbClr val="38761D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the ability to </a:t>
            </a:r>
            <a:r>
              <a:rPr b="1" lang="en">
                <a:solidFill>
                  <a:srgbClr val="9900FF"/>
                </a:solidFill>
              </a:rPr>
              <a:t>simulate </a:t>
            </a:r>
            <a:r>
              <a:rPr lang="en"/>
              <a:t>and </a:t>
            </a:r>
            <a:r>
              <a:rPr b="1" lang="en">
                <a:solidFill>
                  <a:srgbClr val="FF00FF"/>
                </a:solidFill>
              </a:rPr>
              <a:t>generalize</a:t>
            </a:r>
            <a:endParaRPr b="1">
              <a:solidFill>
                <a:srgbClr val="FF00FF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how programming is later structured (class design, API design, database schema)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wrong representation → wrong or overly complex algorithms</a:t>
            </a:r>
            <a:endParaRPr/>
          </a:p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does Representation occur in CT?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Problem Analysis </a:t>
            </a:r>
            <a:endParaRPr b="1">
              <a:solidFill>
                <a:srgbClr val="FF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Decomposition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Pattern recognition &amp; abstraction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Algorithm Design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>
                <a:solidFill>
                  <a:srgbClr val="9900FF"/>
                </a:solidFill>
              </a:rPr>
              <a:t>Representation </a:t>
            </a:r>
            <a:r>
              <a:rPr lang="en"/>
              <a:t>/ Implementation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Simulation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Evaluation &amp; Reflection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is the act of formalizing the problem.</a:t>
            </a:r>
            <a:endParaRPr/>
          </a:p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xamples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Find the shortest path between two locations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Real world → graph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Node: intersection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Edge: road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Weight: distance or travel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after this representation → algorithms like Dijkstra/A* can be applied.</a:t>
            </a:r>
            <a:endParaRPr/>
          </a:p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Student management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 → table/record (ID, name, age, scores)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Relationships → ERD (Student — Enrollment — Course)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Processes → flowchart (course registration process)</a:t>
            </a:r>
            <a:endParaRPr/>
          </a:p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Scheduling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time → intervals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tasks → task list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constraints → DAG (Directed acyclic graph)</a:t>
            </a:r>
            <a:endParaRPr/>
          </a:p>
        </p:txBody>
      </p:sp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principles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1. Principle of Abstraction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Keep </a:t>
            </a:r>
            <a:r>
              <a:rPr lang="en"/>
              <a:t>only the </a:t>
            </a:r>
            <a:r>
              <a:rPr lang="en">
                <a:solidFill>
                  <a:srgbClr val="FF0000"/>
                </a:solidFill>
              </a:rPr>
              <a:t>important </a:t>
            </a:r>
            <a:r>
              <a:rPr lang="en"/>
              <a:t>elements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Remove </a:t>
            </a:r>
            <a:r>
              <a:rPr b="1" lang="en">
                <a:solidFill>
                  <a:srgbClr val="0000FF"/>
                </a:solidFill>
              </a:rPr>
              <a:t>irrelevant </a:t>
            </a:r>
            <a:r>
              <a:rPr lang="en"/>
              <a:t>details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Produce a manipulable and algorithm-friendly model</a:t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Principle of Structured Modeling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problem should be represented with a clear structure: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relationships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easy to understand, simulate, and implement.</a:t>
            </a:r>
            <a:endParaRPr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Principle of Multiple Representations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problem can have many representations: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tables, lists, graphs, trees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flowcharts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mathematical formulas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one leads to an efficient solution.</a:t>
            </a:r>
            <a:endParaRPr/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of representation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Data representation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Choose the right data structure: lists, sets, maps, trees, graphs, matrices.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Used in search, sorting, optimization, networking, scheduling.</a:t>
            </a:r>
            <a:endParaRPr/>
          </a:p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Structural representation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ERD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UML class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Tree/graph models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State machine / state table</a:t>
            </a:r>
            <a:endParaRPr/>
          </a:p>
        </p:txBody>
      </p:sp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Process Representation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Flowchart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Activity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Sequence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Pipeline diagram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State transition diagram</a:t>
            </a:r>
            <a:endParaRPr/>
          </a:p>
        </p:txBody>
      </p:sp>
      <p:sp>
        <p:nvSpPr>
          <p:cNvPr id="207" name="Google Shape;20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Mathematical Representation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functions, formulas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systems of equations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optimization models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probability/statistics</a:t>
            </a:r>
            <a:endParaRPr/>
          </a:p>
        </p:txBody>
      </p:sp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Logical Representation</a:t>
            </a:r>
            <a:endParaRPr/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IF–THEN rules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Boolean expressions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predicate logic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decision trees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rule-based systems</a:t>
            </a:r>
            <a:endParaRPr/>
          </a:p>
        </p:txBody>
      </p:sp>
      <p:sp>
        <p:nvSpPr>
          <p:cNvPr id="221" name="Google Shape;22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Visualization-based Representation</a:t>
            </a:r>
            <a:endParaRPr/>
          </a:p>
        </p:txBody>
      </p:sp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</a:t>
            </a:r>
            <a:r>
              <a:rPr lang="en"/>
              <a:t>harts, heatmaps, graph visualizations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</a:t>
            </a:r>
            <a:r>
              <a:rPr lang="en"/>
              <a:t>sed for data reasoning and modeling</a:t>
            </a:r>
            <a:endParaRPr/>
          </a:p>
        </p:txBody>
      </p:sp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173525" y="2207600"/>
            <a:ext cx="4045200" cy="7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34" name="Google Shape;234;p40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is the step of converting a real-world problem into a structured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Principles</a:t>
            </a:r>
            <a:r>
              <a:rPr lang="en"/>
              <a:t>: abstraction – structure – multiple representations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Methods</a:t>
            </a:r>
            <a:r>
              <a:rPr lang="en"/>
              <a:t>: data – structure – process – math – logic –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Tools</a:t>
            </a:r>
            <a:r>
              <a:rPr lang="en"/>
              <a:t>: UML, ERD, flowcharts, Python, MATLAB, visualization tools</a:t>
            </a:r>
            <a:endParaRPr/>
          </a:p>
        </p:txBody>
      </p:sp>
      <p:sp>
        <p:nvSpPr>
          <p:cNvPr id="235" name="Google Shape;23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41" name="Google Shape;241;p4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Tourist Route Recommendation</a:t>
            </a:r>
            <a:endParaRPr/>
          </a:p>
        </p:txBody>
      </p:sp>
      <p:sp>
        <p:nvSpPr>
          <p:cNvPr id="242" name="Google Shape;24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Analysis</a:t>
            </a:r>
            <a:endParaRPr/>
          </a:p>
        </p:txBody>
      </p:sp>
      <p:sp>
        <p:nvSpPr>
          <p:cNvPr id="248" name="Google Shape;248;p42"/>
          <p:cNvSpPr txBox="1"/>
          <p:nvPr>
            <p:ph idx="1" type="body"/>
          </p:nvPr>
        </p:nvSpPr>
        <p:spPr>
          <a:xfrm>
            <a:off x="1413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Context: A tourist wants to travel from A → B with minimal travel time.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Input: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city map (roads, intersections)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estimated travel time per segment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blockages or traffic jams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Output: optimal route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Constraints: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no restricted roads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total time &lt; X minutes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support multiple vehicle types</a:t>
            </a:r>
            <a:endParaRPr sz="1800"/>
          </a:p>
        </p:txBody>
      </p:sp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Representation</a:t>
            </a:r>
            <a:endParaRPr/>
          </a:p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Graph: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Node: intersection, tourist attraction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Edge: connecting road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Weight: travel time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Blocked roads → flagged in the graph</a:t>
            </a:r>
            <a:endParaRPr/>
          </a:p>
        </p:txBody>
      </p:sp>
      <p:sp>
        <p:nvSpPr>
          <p:cNvPr id="256" name="Google Shape;25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Representation</a:t>
            </a:r>
            <a:endParaRPr/>
          </a:p>
        </p:txBody>
      </p:sp>
      <p:sp>
        <p:nvSpPr>
          <p:cNvPr id="262" name="Google Shape;262;p4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</a:t>
            </a:r>
            <a:r>
              <a:rPr lang="en"/>
              <a:t>djacency list / adjacency matri</a:t>
            </a:r>
            <a:r>
              <a:rPr lang="en"/>
              <a:t>x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Node properties: ID, name, GPS coordinate, type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Edge properties: distance, estimated time, road type, status</a:t>
            </a:r>
            <a:endParaRPr/>
          </a:p>
        </p:txBody>
      </p:sp>
      <p:sp>
        <p:nvSpPr>
          <p:cNvPr id="263" name="Google Shape;26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Representation</a:t>
            </a:r>
            <a:endParaRPr/>
          </a:p>
        </p:txBody>
      </p:sp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Input start &amp; destination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Update road conditions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Choose algorithm (Dijkstra/A*)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Compute optimal route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Return result</a:t>
            </a:r>
            <a:endParaRPr/>
          </a:p>
        </p:txBody>
      </p:sp>
      <p:sp>
        <p:nvSpPr>
          <p:cNvPr id="270" name="Google Shape;27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/ Logical Representation</a:t>
            </a:r>
            <a:endParaRPr/>
          </a:p>
        </p:txBody>
      </p:sp>
      <p:sp>
        <p:nvSpPr>
          <p:cNvPr id="276" name="Google Shape;276;p4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Algorithm: Dijkstra or A*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Objective: minimize total travel time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Constraint: edge.status == open</a:t>
            </a:r>
            <a:endParaRPr/>
          </a:p>
        </p:txBody>
      </p:sp>
      <p:sp>
        <p:nvSpPr>
          <p:cNvPr id="277" name="Google Shape;27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sp>
        <p:nvSpPr>
          <p:cNvPr id="283" name="Google Shape;283;p4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Map overlay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Optimal route highlighted in blue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Blocked roads shown in red</a:t>
            </a:r>
            <a:endParaRPr/>
          </a:p>
        </p:txBody>
      </p:sp>
      <p:sp>
        <p:nvSpPr>
          <p:cNvPr id="284" name="Google Shape;28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for algorithm design</a:t>
            </a:r>
            <a:endParaRPr/>
          </a:p>
        </p:txBody>
      </p:sp>
      <p:sp>
        <p:nvSpPr>
          <p:cNvPr id="290" name="Google Shape;290;p4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the problem is represented, the algorithm becomes: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Input: graph G(V,E), start, end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Process: apply Dijkstra/A*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Output: optimal path</a:t>
            </a:r>
            <a:endParaRPr/>
          </a:p>
        </p:txBody>
      </p:sp>
      <p:sp>
        <p:nvSpPr>
          <p:cNvPr id="291" name="Google Shape;29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297" name="Google Shape;29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8" name="Google Shape;2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34800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