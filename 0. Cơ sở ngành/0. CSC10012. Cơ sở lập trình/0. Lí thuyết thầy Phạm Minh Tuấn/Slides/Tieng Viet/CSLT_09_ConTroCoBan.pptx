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9.xml"/>
  <Override ContentType="application/vnd.openxmlformats-officedocument.presentationml.slideMaster+xml" PartName="/ppt/slideMasters/slideMaster11.xml"/>
  <Override ContentType="application/vnd.openxmlformats-officedocument.presentationml.slideMaster+xml" PartName="/ppt/slideMasters/slideMaster13.xml"/>
  <Override ContentType="application/vnd.openxmlformats-officedocument.presentationml.slideMaster+xml" PartName="/ppt/slideMasters/slideMaster10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7.xml"/>
  <Override ContentType="application/vnd.openxmlformats-officedocument.presentationml.slideMaster+xml" PartName="/ppt/slideMasters/slideMaster5.xml"/>
  <Override ContentType="application/vnd.openxmlformats-officedocument.presentationml.slideMaster+xml" PartName="/ppt/slideMasters/slideMaster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14.xml"/>
  <Override ContentType="application/vnd.openxmlformats-officedocument.presentationml.slideMaster+xml" PartName="/ppt/slideMasters/slideMaster12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6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14.xml"/>
  <Override ContentType="application/vnd.openxmlformats-officedocument.theme+xml" PartName="/ppt/theme/theme6.xml"/>
  <Override ContentType="application/vnd.openxmlformats-officedocument.theme+xml" PartName="/ppt/theme/theme3.xml"/>
  <Override ContentType="application/vnd.openxmlformats-officedocument.theme+xml" PartName="/ppt/theme/theme11.xml"/>
  <Override ContentType="application/vnd.openxmlformats-officedocument.theme+xml" PartName="/ppt/theme/theme5.xml"/>
  <Override ContentType="application/vnd.openxmlformats-officedocument.theme+xml" PartName="/ppt/theme/theme15.xml"/>
  <Override ContentType="application/vnd.openxmlformats-officedocument.theme+xml" PartName="/ppt/theme/theme9.xml"/>
  <Override ContentType="application/vnd.openxmlformats-officedocument.theme+xml" PartName="/ppt/theme/theme13.xml"/>
  <Override ContentType="application/vnd.openxmlformats-officedocument.theme+xml" PartName="/ppt/theme/theme7.xml"/>
  <Override ContentType="application/vnd.openxmlformats-officedocument.theme+xml" PartName="/ppt/theme/theme2.xml"/>
  <Override ContentType="application/vnd.openxmlformats-officedocument.theme+xml" PartName="/ppt/theme/theme4.xml"/>
  <Override ContentType="application/vnd.openxmlformats-officedocument.theme+xml" PartName="/ppt/theme/theme8.xml"/>
  <Override ContentType="application/vnd.openxmlformats-officedocument.theme+xml" PartName="/ppt/theme/theme10.xml"/>
  <Override ContentType="application/vnd.openxmlformats-officedocument.theme+xml" PartName="/ppt/theme/theme1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50" r:id="rId5"/>
    <p:sldMasterId id="2147483652" r:id="rId6"/>
    <p:sldMasterId id="2147483654" r:id="rId7"/>
    <p:sldMasterId id="2147483655" r:id="rId8"/>
    <p:sldMasterId id="2147483657" r:id="rId9"/>
    <p:sldMasterId id="2147483659" r:id="rId10"/>
    <p:sldMasterId id="2147483661" r:id="rId11"/>
    <p:sldMasterId id="2147483663" r:id="rId12"/>
    <p:sldMasterId id="2147483665" r:id="rId13"/>
    <p:sldMasterId id="2147483667" r:id="rId14"/>
    <p:sldMasterId id="2147483669" r:id="rId15"/>
    <p:sldMasterId id="2147483671" r:id="rId16"/>
    <p:sldMasterId id="2147483673" r:id="rId17"/>
  </p:sldMasterIdLst>
  <p:notesMasterIdLst>
    <p:notesMasterId r:id="rId18"/>
  </p:notesMasterIdLst>
  <p:sldIdLst>
    <p:sldId id="256" r:id="rId19"/>
    <p:sldId id="257" r:id="rId20"/>
    <p:sldId id="258" r:id="rId21"/>
    <p:sldId id="259" r:id="rId22"/>
    <p:sldId id="260" r:id="rId23"/>
    <p:sldId id="261" r:id="rId24"/>
    <p:sldId id="262" r:id="rId25"/>
    <p:sldId id="263" r:id="rId26"/>
    <p:sldId id="264" r:id="rId27"/>
    <p:sldId id="265" r:id="rId28"/>
    <p:sldId id="266" r:id="rId29"/>
    <p:sldId id="267" r:id="rId30"/>
    <p:sldId id="268" r:id="rId31"/>
    <p:sldId id="269" r:id="rId32"/>
    <p:sldId id="270" r:id="rId33"/>
    <p:sldId id="271" r:id="rId34"/>
    <p:sldId id="272" r:id="rId35"/>
    <p:sldId id="273" r:id="rId36"/>
    <p:sldId id="274" r:id="rId37"/>
    <p:sldId id="275" r:id="rId38"/>
    <p:sldId id="276" r:id="rId39"/>
    <p:sldId id="277" r:id="rId40"/>
    <p:sldId id="278" r:id="rId41"/>
    <p:sldId id="279" r:id="rId42"/>
    <p:sldId id="280" r:id="rId43"/>
    <p:sldId id="281" r:id="rId44"/>
    <p:sldId id="282" r:id="rId45"/>
    <p:sldId id="283" r:id="rId46"/>
    <p:sldId id="284" r:id="rId47"/>
    <p:sldId id="285" r:id="rId48"/>
    <p:sldId id="286" r:id="rId49"/>
    <p:sldId id="287" r:id="rId50"/>
    <p:sldId id="288" r:id="rId51"/>
    <p:sldId id="289" r:id="rId52"/>
    <p:sldId id="290" r:id="rId53"/>
    <p:sldId id="291" r:id="rId54"/>
    <p:sldId id="292" r:id="rId55"/>
    <p:sldId id="293" r:id="rId56"/>
    <p:sldId id="294" r:id="rId57"/>
    <p:sldId id="295" r:id="rId58"/>
  </p:sldIdLst>
  <p:sldSz cy="6858000" cx="9144000"/>
  <p:notesSz cx="6858000" cy="9144000"/>
  <p:embeddedFontLst>
    <p:embeddedFont>
      <p:font typeface="Corbel"/>
      <p:regular r:id="rId59"/>
      <p:bold r:id="rId60"/>
      <p:italic r:id="rId61"/>
      <p:boldItalic r:id="rId62"/>
    </p:embeddedFont>
    <p:embeddedFont>
      <p:font typeface="Tahoma"/>
      <p:regular r:id="rId63"/>
      <p:bold r:id="rId6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notesGuideLst>
    </p:ext>
    <p:ext uri="GoogleSlidesCustomDataVersion2">
      <go:slidesCustomData xmlns:go="http://customooxmlschemas.google.com/" r:id="rId65" roundtripDataSignature="AMtx7mh0i2CxtV+ReuGHyTO3GIAZxsthe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22.xml"/><Relationship Id="rId42" Type="http://schemas.openxmlformats.org/officeDocument/2006/relationships/slide" Target="slides/slide24.xml"/><Relationship Id="rId41" Type="http://schemas.openxmlformats.org/officeDocument/2006/relationships/slide" Target="slides/slide23.xml"/><Relationship Id="rId44" Type="http://schemas.openxmlformats.org/officeDocument/2006/relationships/slide" Target="slides/slide26.xml"/><Relationship Id="rId43" Type="http://schemas.openxmlformats.org/officeDocument/2006/relationships/slide" Target="slides/slide25.xml"/><Relationship Id="rId46" Type="http://schemas.openxmlformats.org/officeDocument/2006/relationships/slide" Target="slides/slide28.xml"/><Relationship Id="rId45" Type="http://schemas.openxmlformats.org/officeDocument/2006/relationships/slide" Target="slides/slide2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48" Type="http://schemas.openxmlformats.org/officeDocument/2006/relationships/slide" Target="slides/slide30.xml"/><Relationship Id="rId47" Type="http://schemas.openxmlformats.org/officeDocument/2006/relationships/slide" Target="slides/slide29.xml"/><Relationship Id="rId49" Type="http://schemas.openxmlformats.org/officeDocument/2006/relationships/slide" Target="slides/slide3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Relationship Id="rId31" Type="http://schemas.openxmlformats.org/officeDocument/2006/relationships/slide" Target="slides/slide13.xml"/><Relationship Id="rId30" Type="http://schemas.openxmlformats.org/officeDocument/2006/relationships/slide" Target="slides/slide12.xml"/><Relationship Id="rId33" Type="http://schemas.openxmlformats.org/officeDocument/2006/relationships/slide" Target="slides/slide15.xml"/><Relationship Id="rId32" Type="http://schemas.openxmlformats.org/officeDocument/2006/relationships/slide" Target="slides/slide14.xml"/><Relationship Id="rId35" Type="http://schemas.openxmlformats.org/officeDocument/2006/relationships/slide" Target="slides/slide17.xml"/><Relationship Id="rId34" Type="http://schemas.openxmlformats.org/officeDocument/2006/relationships/slide" Target="slides/slide16.xml"/><Relationship Id="rId37" Type="http://schemas.openxmlformats.org/officeDocument/2006/relationships/slide" Target="slides/slide19.xml"/><Relationship Id="rId36" Type="http://schemas.openxmlformats.org/officeDocument/2006/relationships/slide" Target="slides/slide18.xml"/><Relationship Id="rId39" Type="http://schemas.openxmlformats.org/officeDocument/2006/relationships/slide" Target="slides/slide21.xml"/><Relationship Id="rId38" Type="http://schemas.openxmlformats.org/officeDocument/2006/relationships/slide" Target="slides/slide20.xml"/><Relationship Id="rId62" Type="http://schemas.openxmlformats.org/officeDocument/2006/relationships/font" Target="fonts/Corbel-boldItalic.fntdata"/><Relationship Id="rId61" Type="http://schemas.openxmlformats.org/officeDocument/2006/relationships/font" Target="fonts/Corbel-italic.fntdata"/><Relationship Id="rId20" Type="http://schemas.openxmlformats.org/officeDocument/2006/relationships/slide" Target="slides/slide2.xml"/><Relationship Id="rId64" Type="http://schemas.openxmlformats.org/officeDocument/2006/relationships/font" Target="fonts/Tahoma-bold.fntdata"/><Relationship Id="rId63" Type="http://schemas.openxmlformats.org/officeDocument/2006/relationships/font" Target="fonts/Tahoma-regular.fntdata"/><Relationship Id="rId22" Type="http://schemas.openxmlformats.org/officeDocument/2006/relationships/slide" Target="slides/slide4.xml"/><Relationship Id="rId21" Type="http://schemas.openxmlformats.org/officeDocument/2006/relationships/slide" Target="slides/slide3.xml"/><Relationship Id="rId65" Type="http://customschemas.google.com/relationships/presentationmetadata" Target="metadata"/><Relationship Id="rId24" Type="http://schemas.openxmlformats.org/officeDocument/2006/relationships/slide" Target="slides/slide6.xml"/><Relationship Id="rId23" Type="http://schemas.openxmlformats.org/officeDocument/2006/relationships/slide" Target="slides/slide5.xml"/><Relationship Id="rId60" Type="http://schemas.openxmlformats.org/officeDocument/2006/relationships/font" Target="fonts/Corbel-bold.fntdata"/><Relationship Id="rId26" Type="http://schemas.openxmlformats.org/officeDocument/2006/relationships/slide" Target="slides/slide8.xml"/><Relationship Id="rId25" Type="http://schemas.openxmlformats.org/officeDocument/2006/relationships/slide" Target="slides/slide7.xml"/><Relationship Id="rId28" Type="http://schemas.openxmlformats.org/officeDocument/2006/relationships/slide" Target="slides/slide10.xml"/><Relationship Id="rId27" Type="http://schemas.openxmlformats.org/officeDocument/2006/relationships/slide" Target="slides/slide9.xml"/><Relationship Id="rId29" Type="http://schemas.openxmlformats.org/officeDocument/2006/relationships/slide" Target="slides/slide11.xml"/><Relationship Id="rId51" Type="http://schemas.openxmlformats.org/officeDocument/2006/relationships/slide" Target="slides/slide33.xml"/><Relationship Id="rId50" Type="http://schemas.openxmlformats.org/officeDocument/2006/relationships/slide" Target="slides/slide32.xml"/><Relationship Id="rId53" Type="http://schemas.openxmlformats.org/officeDocument/2006/relationships/slide" Target="slides/slide35.xml"/><Relationship Id="rId52" Type="http://schemas.openxmlformats.org/officeDocument/2006/relationships/slide" Target="slides/slide34.xml"/><Relationship Id="rId11" Type="http://schemas.openxmlformats.org/officeDocument/2006/relationships/slideMaster" Target="slideMasters/slideMaster8.xml"/><Relationship Id="rId55" Type="http://schemas.openxmlformats.org/officeDocument/2006/relationships/slide" Target="slides/slide37.xml"/><Relationship Id="rId10" Type="http://schemas.openxmlformats.org/officeDocument/2006/relationships/slideMaster" Target="slideMasters/slideMaster7.xml"/><Relationship Id="rId54" Type="http://schemas.openxmlformats.org/officeDocument/2006/relationships/slide" Target="slides/slide36.xml"/><Relationship Id="rId13" Type="http://schemas.openxmlformats.org/officeDocument/2006/relationships/slideMaster" Target="slideMasters/slideMaster10.xml"/><Relationship Id="rId57" Type="http://schemas.openxmlformats.org/officeDocument/2006/relationships/slide" Target="slides/slide39.xml"/><Relationship Id="rId12" Type="http://schemas.openxmlformats.org/officeDocument/2006/relationships/slideMaster" Target="slideMasters/slideMaster9.xml"/><Relationship Id="rId56" Type="http://schemas.openxmlformats.org/officeDocument/2006/relationships/slide" Target="slides/slide38.xml"/><Relationship Id="rId15" Type="http://schemas.openxmlformats.org/officeDocument/2006/relationships/slideMaster" Target="slideMasters/slideMaster12.xml"/><Relationship Id="rId59" Type="http://schemas.openxmlformats.org/officeDocument/2006/relationships/font" Target="fonts/Corbel-regular.fntdata"/><Relationship Id="rId14" Type="http://schemas.openxmlformats.org/officeDocument/2006/relationships/slideMaster" Target="slideMasters/slideMaster11.xml"/><Relationship Id="rId58" Type="http://schemas.openxmlformats.org/officeDocument/2006/relationships/slide" Target="slides/slide40.xml"/><Relationship Id="rId17" Type="http://schemas.openxmlformats.org/officeDocument/2006/relationships/slideMaster" Target="slideMasters/slideMaster14.xml"/><Relationship Id="rId16" Type="http://schemas.openxmlformats.org/officeDocument/2006/relationships/slideMaster" Target="slideMasters/slideMaster13.xml"/><Relationship Id="rId19" Type="http://schemas.openxmlformats.org/officeDocument/2006/relationships/slide" Target="slides/slide1.xml"/><Relationship Id="rId18" Type="http://schemas.openxmlformats.org/officeDocument/2006/relationships/notesMaster" Target="notesMasters/notesMaster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6" name="Google Shape;31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4" name="Google Shape;32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2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1" name="Google Shape;35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3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9" name="Google Shape;35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4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4" name="Google Shape;40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5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5" name="Google Shape;45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6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7" name="Google Shape;46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7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1" name="Google Shape;48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8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7" name="Google Shape;49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9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2" name="Google Shape;51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10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73" name="Google Shape;57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11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3" name="Google Shape;58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12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5" name="Google Shape;59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13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94" name="Google Shape;69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14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06" name="Google Shape;70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15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13" name="Google Shape;81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4" name="Google Shape;814;p16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5" name="Google Shape;82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6" name="Google Shape;826;p17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88" name="Google Shape;888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9" name="Google Shape;889;p18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98" name="Google Shape;898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9" name="Google Shape;899;p19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55" name="Google Shape;955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6" name="Google Shape;956;p20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5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1026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27" name="Google Shape;1027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8" name="Google Shape;1028;p21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6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Google Shape;1077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78" name="Google Shape;1078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9" name="Google Shape;1079;p22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7" name="Shape 1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" name="Google Shape;1128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29" name="Google Shape;1129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0" name="Google Shape;1130;p23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7" name="Shape 1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8" name="Google Shape;1178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79" name="Google Shape;1179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0" name="Google Shape;1180;p24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5" name="Shape 1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6" name="Google Shape;1186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87" name="Google Shape;1187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8" name="Google Shape;1188;p25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1" name="Shape 1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2" name="Google Shape;1242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43" name="Google Shape;1243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4" name="Google Shape;1244;p26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0" name="Shape 1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1" name="Google Shape;1261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62" name="Google Shape;1262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3" name="Google Shape;1263;p27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9" name="Shape 1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" name="Google Shape;1280;p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81" name="Google Shape;1281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2" name="Google Shape;1282;p28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3" name="Shape 1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4" name="Google Shape;1334;p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35" name="Google Shape;1335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6" name="Google Shape;1336;p29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6" name="Shape 1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7" name="Google Shape;1347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48" name="Google Shape;1348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9" name="Google Shape;1349;p30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4" name="Shape 1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5" name="Google Shape;1355;p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56" name="Google Shape;1356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7" name="Google Shape;1357;p31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0" name="Shape 1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1" name="Google Shape;1371;p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72" name="Google Shape;1372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3" name="Google Shape;1373;p32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8" name="Shape 1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9" name="Google Shape;1379;p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80" name="Google Shape;1380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1" name="Google Shape;1381;p33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8" name="Shape 1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9" name="Google Shape;1389;p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90" name="Google Shape;1390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1" name="Google Shape;1391;p34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6" name="Shape 1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7" name="Google Shape;1397;p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98" name="Google Shape;1398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9" name="Google Shape;1399;p35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4" name="Shape 1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5" name="Google Shape;1405;p3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06" name="Google Shape;1406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7" name="Google Shape;1407;p36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2" name="Shape 1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" name="Google Shape;1413;p3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14" name="Google Shape;1414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5" name="Google Shape;1415;p37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0" name="Shape 1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1" name="Google Shape;1421;p3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22" name="Google Shape;1422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3" name="Google Shape;1423;p38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8" name="Shape 1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9" name="Google Shape;1429;p3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30" name="Google Shape;1430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1" name="Google Shape;1431;p39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6" name="Shape 1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7" name="Google Shape;1437;p4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38" name="Google Shape;1438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9" name="Google Shape;1439;p40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2"/>
          <p:cNvSpPr txBox="1"/>
          <p:nvPr>
            <p:ph type="ctrTitle"/>
          </p:nvPr>
        </p:nvSpPr>
        <p:spPr>
          <a:xfrm>
            <a:off x="1143000" y="1115568"/>
            <a:ext cx="67056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1" sz="3600"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2"/>
          <p:cNvSpPr txBox="1"/>
          <p:nvPr>
            <p:ph idx="1" type="subTitle"/>
          </p:nvPr>
        </p:nvSpPr>
        <p:spPr>
          <a:xfrm>
            <a:off x="3505200" y="2971800"/>
            <a:ext cx="4343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400"/>
              </a:spcBef>
              <a:spcAft>
                <a:spcPts val="0"/>
              </a:spcAft>
              <a:buSzPts val="2000"/>
              <a:buFont typeface="Noto Sans Symbols"/>
              <a:buNone/>
              <a:defRPr sz="2000">
                <a:solidFill>
                  <a:schemeClr val="lt1"/>
                </a:solidFill>
              </a:defRPr>
            </a:lvl1pPr>
            <a:lvl2pPr lvl="1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lvl="5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lvl="6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lvl="7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lvl="8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30" name="Google Shape;30;p42"/>
          <p:cNvSpPr txBox="1"/>
          <p:nvPr>
            <p:ph idx="10" type="dt"/>
          </p:nvPr>
        </p:nvSpPr>
        <p:spPr>
          <a:xfrm>
            <a:off x="3352800" y="6553200"/>
            <a:ext cx="21336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2"/>
          <p:cNvSpPr txBox="1"/>
          <p:nvPr>
            <p:ph idx="11" type="ftr"/>
          </p:nvPr>
        </p:nvSpPr>
        <p:spPr>
          <a:xfrm>
            <a:off x="304800" y="6477000"/>
            <a:ext cx="259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4"/>
          <p:cNvSpPr txBox="1"/>
          <p:nvPr>
            <p:ph type="title"/>
          </p:nvPr>
        </p:nvSpPr>
        <p:spPr>
          <a:xfrm>
            <a:off x="1143000" y="381000"/>
            <a:ext cx="67056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4"/>
          <p:cNvSpPr txBox="1"/>
          <p:nvPr>
            <p:ph idx="10" type="dt"/>
          </p:nvPr>
        </p:nvSpPr>
        <p:spPr>
          <a:xfrm>
            <a:off x="457200" y="6519862"/>
            <a:ext cx="213360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4"/>
          <p:cNvSpPr txBox="1"/>
          <p:nvPr>
            <p:ph idx="11" type="ftr"/>
          </p:nvPr>
        </p:nvSpPr>
        <p:spPr>
          <a:xfrm>
            <a:off x="5181600" y="6477000"/>
            <a:ext cx="2895600" cy="233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6"/>
          <p:cNvSpPr txBox="1"/>
          <p:nvPr>
            <p:ph type="title"/>
          </p:nvPr>
        </p:nvSpPr>
        <p:spPr>
          <a:xfrm>
            <a:off x="1143000" y="381000"/>
            <a:ext cx="67056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6"/>
          <p:cNvSpPr txBox="1"/>
          <p:nvPr>
            <p:ph idx="1" type="body"/>
          </p:nvPr>
        </p:nvSpPr>
        <p:spPr>
          <a:xfrm>
            <a:off x="457200" y="1524000"/>
            <a:ext cx="82296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SzPts val="2800"/>
              <a:buChar char="❖"/>
              <a:defRPr b="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73" name="Google Shape;73;p46"/>
          <p:cNvSpPr txBox="1"/>
          <p:nvPr>
            <p:ph idx="10" type="dt"/>
          </p:nvPr>
        </p:nvSpPr>
        <p:spPr>
          <a:xfrm>
            <a:off x="457200" y="6519862"/>
            <a:ext cx="213360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46"/>
          <p:cNvSpPr txBox="1"/>
          <p:nvPr>
            <p:ph idx="11" type="ftr"/>
          </p:nvPr>
        </p:nvSpPr>
        <p:spPr>
          <a:xfrm>
            <a:off x="5181600" y="6477000"/>
            <a:ext cx="2895600" cy="233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9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49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1600"/>
              <a:buFont typeface="Tahoma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9pPr>
          </a:lstStyle>
          <a:p/>
        </p:txBody>
      </p:sp>
      <p:sp>
        <p:nvSpPr>
          <p:cNvPr id="111" name="Google Shape;111;p49"/>
          <p:cNvSpPr txBox="1"/>
          <p:nvPr>
            <p:ph idx="10" type="dt"/>
          </p:nvPr>
        </p:nvSpPr>
        <p:spPr>
          <a:xfrm>
            <a:off x="457200" y="6519862"/>
            <a:ext cx="213360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49"/>
          <p:cNvSpPr txBox="1"/>
          <p:nvPr>
            <p:ph idx="11" type="ftr"/>
          </p:nvPr>
        </p:nvSpPr>
        <p:spPr>
          <a:xfrm>
            <a:off x="5181600" y="6477000"/>
            <a:ext cx="2895600" cy="233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1"/>
          <p:cNvSpPr txBox="1"/>
          <p:nvPr>
            <p:ph type="title"/>
          </p:nvPr>
        </p:nvSpPr>
        <p:spPr>
          <a:xfrm>
            <a:off x="1143000" y="381000"/>
            <a:ext cx="67056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51"/>
          <p:cNvSpPr txBox="1"/>
          <p:nvPr>
            <p:ph idx="1" type="body"/>
          </p:nvPr>
        </p:nvSpPr>
        <p:spPr>
          <a:xfrm>
            <a:off x="457200" y="1076325"/>
            <a:ext cx="4038600" cy="5248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SzPts val="2800"/>
              <a:buChar char="❖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SzPts val="2400"/>
              <a:buChar char="▪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SzPts val="2000"/>
              <a:buFont typeface="Tahoma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/>
        </p:txBody>
      </p:sp>
      <p:sp>
        <p:nvSpPr>
          <p:cNvPr id="133" name="Google Shape;133;p51"/>
          <p:cNvSpPr txBox="1"/>
          <p:nvPr>
            <p:ph idx="2" type="body"/>
          </p:nvPr>
        </p:nvSpPr>
        <p:spPr>
          <a:xfrm>
            <a:off x="4648200" y="1076325"/>
            <a:ext cx="4038600" cy="5248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SzPts val="2800"/>
              <a:buChar char="❖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SzPts val="2400"/>
              <a:buChar char="▪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SzPts val="2000"/>
              <a:buFont typeface="Tahoma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/>
        </p:txBody>
      </p:sp>
      <p:sp>
        <p:nvSpPr>
          <p:cNvPr id="134" name="Google Shape;134;p51"/>
          <p:cNvSpPr txBox="1"/>
          <p:nvPr>
            <p:ph idx="10" type="dt"/>
          </p:nvPr>
        </p:nvSpPr>
        <p:spPr>
          <a:xfrm>
            <a:off x="457200" y="6519862"/>
            <a:ext cx="213360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51"/>
          <p:cNvSpPr txBox="1"/>
          <p:nvPr>
            <p:ph idx="11" type="ftr"/>
          </p:nvPr>
        </p:nvSpPr>
        <p:spPr>
          <a:xfrm>
            <a:off x="5181600" y="6477000"/>
            <a:ext cx="2895600" cy="233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3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Font typeface="Tahoma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ahoma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ahoma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155" name="Google Shape;155;p53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SzPts val="2400"/>
              <a:buChar char="❖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Font typeface="Tahoma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ahoma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ahoma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/>
        </p:txBody>
      </p:sp>
      <p:sp>
        <p:nvSpPr>
          <p:cNvPr id="156" name="Google Shape;156;p53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Font typeface="Tahoma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ahoma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ahoma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157" name="Google Shape;157;p53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SzPts val="2400"/>
              <a:buChar char="❖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Font typeface="Tahoma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ahoma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ahoma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/>
        </p:txBody>
      </p:sp>
      <p:sp>
        <p:nvSpPr>
          <p:cNvPr id="158" name="Google Shape;158;p53"/>
          <p:cNvSpPr txBox="1"/>
          <p:nvPr>
            <p:ph type="title"/>
          </p:nvPr>
        </p:nvSpPr>
        <p:spPr>
          <a:xfrm>
            <a:off x="1143000" y="381000"/>
            <a:ext cx="6705600" cy="563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53"/>
          <p:cNvSpPr txBox="1"/>
          <p:nvPr>
            <p:ph idx="10" type="dt"/>
          </p:nvPr>
        </p:nvSpPr>
        <p:spPr>
          <a:xfrm>
            <a:off x="457200" y="6519862"/>
            <a:ext cx="213360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53"/>
          <p:cNvSpPr txBox="1"/>
          <p:nvPr>
            <p:ph idx="11" type="ftr"/>
          </p:nvPr>
        </p:nvSpPr>
        <p:spPr>
          <a:xfrm>
            <a:off x="5181600" y="6477000"/>
            <a:ext cx="2895600" cy="233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55"/>
          <p:cNvSpPr txBox="1"/>
          <p:nvPr>
            <p:ph idx="10" type="dt"/>
          </p:nvPr>
        </p:nvSpPr>
        <p:spPr>
          <a:xfrm>
            <a:off x="457200" y="6519862"/>
            <a:ext cx="213360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" name="Google Shape;180;p55"/>
          <p:cNvSpPr txBox="1"/>
          <p:nvPr>
            <p:ph idx="11" type="ftr"/>
          </p:nvPr>
        </p:nvSpPr>
        <p:spPr>
          <a:xfrm>
            <a:off x="5181600" y="6477000"/>
            <a:ext cx="2895600" cy="233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5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0" name="Google Shape;200;p5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SzPts val="3200"/>
              <a:buChar char="❖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SzPts val="2800"/>
              <a:buChar char="▪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SzPts val="2400"/>
              <a:buFont typeface="Tahoma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9pPr>
          </a:lstStyle>
          <a:p/>
        </p:txBody>
      </p:sp>
      <p:sp>
        <p:nvSpPr>
          <p:cNvPr id="201" name="Google Shape;201;p5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1000"/>
              <a:buFont typeface="Tahoma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ahoma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ahoma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/>
        </p:txBody>
      </p:sp>
      <p:sp>
        <p:nvSpPr>
          <p:cNvPr id="202" name="Google Shape;202;p57"/>
          <p:cNvSpPr txBox="1"/>
          <p:nvPr>
            <p:ph idx="10" type="dt"/>
          </p:nvPr>
        </p:nvSpPr>
        <p:spPr>
          <a:xfrm>
            <a:off x="457200" y="6519862"/>
            <a:ext cx="213360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57"/>
          <p:cNvSpPr txBox="1"/>
          <p:nvPr>
            <p:ph idx="11" type="ftr"/>
          </p:nvPr>
        </p:nvSpPr>
        <p:spPr>
          <a:xfrm>
            <a:off x="5181600" y="6477000"/>
            <a:ext cx="2895600" cy="233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5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p5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224" name="Google Shape;224;p5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1000"/>
              <a:buFont typeface="Tahoma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ahoma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ahoma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/>
        </p:txBody>
      </p:sp>
      <p:sp>
        <p:nvSpPr>
          <p:cNvPr id="225" name="Google Shape;225;p59"/>
          <p:cNvSpPr txBox="1"/>
          <p:nvPr>
            <p:ph idx="10" type="dt"/>
          </p:nvPr>
        </p:nvSpPr>
        <p:spPr>
          <a:xfrm>
            <a:off x="457200" y="6519862"/>
            <a:ext cx="213360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59"/>
          <p:cNvSpPr txBox="1"/>
          <p:nvPr>
            <p:ph idx="11" type="ftr"/>
          </p:nvPr>
        </p:nvSpPr>
        <p:spPr>
          <a:xfrm>
            <a:off x="5181600" y="6477000"/>
            <a:ext cx="2895600" cy="233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61"/>
          <p:cNvSpPr txBox="1"/>
          <p:nvPr>
            <p:ph type="title"/>
          </p:nvPr>
        </p:nvSpPr>
        <p:spPr>
          <a:xfrm>
            <a:off x="1143000" y="381000"/>
            <a:ext cx="67056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6" name="Google Shape;246;p61"/>
          <p:cNvSpPr txBox="1"/>
          <p:nvPr>
            <p:ph idx="1" type="body"/>
          </p:nvPr>
        </p:nvSpPr>
        <p:spPr>
          <a:xfrm rot="5400000">
            <a:off x="1947863" y="-414337"/>
            <a:ext cx="5248275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❖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247" name="Google Shape;247;p61"/>
          <p:cNvSpPr txBox="1"/>
          <p:nvPr>
            <p:ph idx="10" type="dt"/>
          </p:nvPr>
        </p:nvSpPr>
        <p:spPr>
          <a:xfrm>
            <a:off x="457200" y="6519862"/>
            <a:ext cx="213360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8" name="Google Shape;248;p61"/>
          <p:cNvSpPr txBox="1"/>
          <p:nvPr>
            <p:ph idx="11" type="ftr"/>
          </p:nvPr>
        </p:nvSpPr>
        <p:spPr>
          <a:xfrm>
            <a:off x="5181600" y="6477000"/>
            <a:ext cx="2895600" cy="233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63"/>
          <p:cNvSpPr txBox="1"/>
          <p:nvPr>
            <p:ph type="title"/>
          </p:nvPr>
        </p:nvSpPr>
        <p:spPr>
          <a:xfrm rot="5400000">
            <a:off x="4686300" y="2324100"/>
            <a:ext cx="59436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8" name="Google Shape;268;p63"/>
          <p:cNvSpPr txBox="1"/>
          <p:nvPr>
            <p:ph idx="1" type="body"/>
          </p:nvPr>
        </p:nvSpPr>
        <p:spPr>
          <a:xfrm rot="5400000">
            <a:off x="495300" y="342900"/>
            <a:ext cx="59436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❖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269" name="Google Shape;269;p63"/>
          <p:cNvSpPr txBox="1"/>
          <p:nvPr>
            <p:ph idx="10" type="dt"/>
          </p:nvPr>
        </p:nvSpPr>
        <p:spPr>
          <a:xfrm>
            <a:off x="457200" y="6519862"/>
            <a:ext cx="213360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0" name="Google Shape;270;p63"/>
          <p:cNvSpPr txBox="1"/>
          <p:nvPr>
            <p:ph idx="11" type="ftr"/>
          </p:nvPr>
        </p:nvSpPr>
        <p:spPr>
          <a:xfrm>
            <a:off x="5181600" y="6477000"/>
            <a:ext cx="2895600" cy="233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able" type="tbl">
  <p:cSld name="TABLE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65"/>
          <p:cNvSpPr txBox="1"/>
          <p:nvPr>
            <p:ph type="title"/>
          </p:nvPr>
        </p:nvSpPr>
        <p:spPr>
          <a:xfrm>
            <a:off x="1143000" y="381000"/>
            <a:ext cx="6705600" cy="563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0" name="Google Shape;290;p65"/>
          <p:cNvSpPr txBox="1"/>
          <p:nvPr>
            <p:ph idx="10" type="dt"/>
          </p:nvPr>
        </p:nvSpPr>
        <p:spPr>
          <a:xfrm>
            <a:off x="457200" y="6519862"/>
            <a:ext cx="213360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1" name="Google Shape;291;p65"/>
          <p:cNvSpPr txBox="1"/>
          <p:nvPr>
            <p:ph idx="11" type="ftr"/>
          </p:nvPr>
        </p:nvSpPr>
        <p:spPr>
          <a:xfrm>
            <a:off x="5181600" y="6477000"/>
            <a:ext cx="2895600" cy="233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hart" type="chart">
  <p:cSld name="CHART"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67"/>
          <p:cNvSpPr txBox="1"/>
          <p:nvPr>
            <p:ph type="title"/>
          </p:nvPr>
        </p:nvSpPr>
        <p:spPr>
          <a:xfrm>
            <a:off x="1143000" y="381000"/>
            <a:ext cx="6705600" cy="563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1" name="Google Shape;311;p67"/>
          <p:cNvSpPr/>
          <p:nvPr>
            <p:ph idx="2" type="chart"/>
          </p:nvPr>
        </p:nvSpPr>
        <p:spPr>
          <a:xfrm>
            <a:off x="457200" y="1076325"/>
            <a:ext cx="8229600" cy="5248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Noto Sans Symbols"/>
              <a:buChar char="❖"/>
              <a:defRPr b="1" i="0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Char char="•"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Char char="–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Char char="»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2" name="Google Shape;312;p67"/>
          <p:cNvSpPr txBox="1"/>
          <p:nvPr>
            <p:ph idx="10" type="dt"/>
          </p:nvPr>
        </p:nvSpPr>
        <p:spPr>
          <a:xfrm>
            <a:off x="457200" y="6519862"/>
            <a:ext cx="213360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3" name="Google Shape;313;p67"/>
          <p:cNvSpPr txBox="1"/>
          <p:nvPr>
            <p:ph idx="11" type="ftr"/>
          </p:nvPr>
        </p:nvSpPr>
        <p:spPr>
          <a:xfrm>
            <a:off x="5181600" y="6477000"/>
            <a:ext cx="2895600" cy="233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3.jpg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.xml"/><Relationship Id="rId5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6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theme" Target="../theme/theme7.xml"/></Relationships>
</file>

<file path=ppt/slideMasters/_rels/slideMaster4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slideMasters/_rels/slideMaster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theme" Target="../theme/theme11.xml"/></Relationships>
</file>

<file path=ppt/slideMasters/_rels/slideMaster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theme" Target="../theme/theme8.xml"/></Relationships>
</file>

<file path=ppt/slideMasters/_rels/slideMaster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theme" Target="../theme/theme3.xml"/></Relationships>
</file>

<file path=ppt/slideMasters/_rels/slideMaster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theme" Target="../theme/theme5.xml"/></Relationships>
</file>

<file path=ppt/slideMasters/_rels/slideMaster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theme" Target="../theme/theme13.xml"/></Relationships>
</file>

<file path=ppt/slideMasters/_rels/slideMaster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theme" Target="../theme/theme4.xml"/></Relationships>
</file>

<file path=ppt/slideMasters/_rels/slideMaster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theme" Target="../theme/theme14.xml"/></Relationships>
</file>

<file path=ppt/slideMasters/_rels/slideMaster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theme" Target="../theme/theme9.xml"/></Relationships>
</file>

<file path=ppt/slideMasters/_rels/slideMaster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15.xml"/></Relationships>
</file>

<file path=ppt/slideMasters/_rels/slideMaster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theme" Target="../theme/theme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1"/>
          <p:cNvSpPr txBox="1"/>
          <p:nvPr/>
        </p:nvSpPr>
        <p:spPr>
          <a:xfrm>
            <a:off x="8004175" y="0"/>
            <a:ext cx="1139825" cy="6858000"/>
          </a:xfrm>
          <a:prstGeom prst="rect">
            <a:avLst/>
          </a:prstGeom>
          <a:solidFill>
            <a:schemeClr val="lt2">
              <a:alpha val="39607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41"/>
          <p:cNvSpPr txBox="1"/>
          <p:nvPr/>
        </p:nvSpPr>
        <p:spPr>
          <a:xfrm>
            <a:off x="0" y="4638675"/>
            <a:ext cx="9144000" cy="2219325"/>
          </a:xfrm>
          <a:prstGeom prst="rect">
            <a:avLst/>
          </a:prstGeom>
          <a:solidFill>
            <a:schemeClr val="folHlink">
              <a:alpha val="30588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41"/>
          <p:cNvSpPr txBox="1"/>
          <p:nvPr/>
        </p:nvSpPr>
        <p:spPr>
          <a:xfrm>
            <a:off x="0" y="2149475"/>
            <a:ext cx="9144000" cy="2498725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41"/>
          <p:cNvSpPr/>
          <p:nvPr/>
        </p:nvSpPr>
        <p:spPr>
          <a:xfrm>
            <a:off x="-9525" y="2138362"/>
            <a:ext cx="8015287" cy="2271712"/>
          </a:xfrm>
          <a:custGeom>
            <a:rect b="b" l="l" r="r" t="t"/>
            <a:pathLst>
              <a:path extrusionOk="0" h="1471" w="5049">
                <a:moveTo>
                  <a:pt x="0" y="0"/>
                </a:moveTo>
                <a:lnTo>
                  <a:pt x="5049" y="2"/>
                </a:lnTo>
                <a:lnTo>
                  <a:pt x="5048" y="1458"/>
                </a:lnTo>
                <a:lnTo>
                  <a:pt x="0" y="1471"/>
                </a:lnTo>
                <a:lnTo>
                  <a:pt x="0" y="0"/>
                </a:lnTo>
                <a:close/>
              </a:path>
            </a:pathLst>
          </a:custGeom>
          <a:solidFill>
            <a:schemeClr val="folHlink">
              <a:alpha val="72549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41"/>
          <p:cNvSpPr/>
          <p:nvPr/>
        </p:nvSpPr>
        <p:spPr>
          <a:xfrm>
            <a:off x="7696200" y="5943600"/>
            <a:ext cx="609600" cy="533400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41"/>
          <p:cNvSpPr/>
          <p:nvPr/>
        </p:nvSpPr>
        <p:spPr>
          <a:xfrm>
            <a:off x="8229600" y="5638800"/>
            <a:ext cx="609600" cy="533400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41"/>
          <p:cNvSpPr/>
          <p:nvPr/>
        </p:nvSpPr>
        <p:spPr>
          <a:xfrm>
            <a:off x="8220075" y="6229350"/>
            <a:ext cx="609600" cy="533400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41"/>
          <p:cNvSpPr txBox="1"/>
          <p:nvPr/>
        </p:nvSpPr>
        <p:spPr>
          <a:xfrm>
            <a:off x="1143000" y="228600"/>
            <a:ext cx="6705600" cy="882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ahoma"/>
              <a:buNone/>
            </a:pPr>
            <a:r>
              <a:rPr b="0" i="0" lang="en-US" sz="16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Bộ môn Công nghệ phần mềm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ahoma"/>
              <a:buNone/>
            </a:pPr>
            <a:r>
              <a:rPr b="0" i="0" lang="en-US" sz="16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Khoa Công nghệ thông tin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ahoma"/>
              <a:buNone/>
            </a:pPr>
            <a:r>
              <a:rPr b="0" i="0" lang="en-US" sz="16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Trường Đại học Khoa học Tự nhiên</a:t>
            </a:r>
            <a:endParaRPr/>
          </a:p>
        </p:txBody>
      </p:sp>
      <p:sp>
        <p:nvSpPr>
          <p:cNvPr descr="gdd01" id="18" name="Google Shape;18;p41"/>
          <p:cNvSpPr/>
          <p:nvPr/>
        </p:nvSpPr>
        <p:spPr>
          <a:xfrm>
            <a:off x="190500" y="3162300"/>
            <a:ext cx="1752600" cy="1600200"/>
          </a:xfrm>
          <a:prstGeom prst="hexagon">
            <a:avLst>
              <a:gd fmla="val 25000" name="adj"/>
              <a:gd fmla="val 115470" name="vf"/>
            </a:avLst>
          </a:prstGeom>
          <a:blipFill rotWithShape="1">
            <a:blip r:embed="rId1">
              <a:alphaModFix/>
            </a:blip>
            <a:stretch>
              <a:fillRect b="0" l="0" r="0" t="0"/>
            </a:stretch>
          </a:blipFill>
          <a:ln cap="flat" cmpd="sng" w="285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1437749" dist="125080">
              <a:schemeClr val="lt2">
                <a:alpha val="31764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dd04" id="19" name="Google Shape;19;p41"/>
          <p:cNvSpPr/>
          <p:nvPr/>
        </p:nvSpPr>
        <p:spPr>
          <a:xfrm>
            <a:off x="1638300" y="2324100"/>
            <a:ext cx="1828800" cy="1600200"/>
          </a:xfrm>
          <a:prstGeom prst="hexagon">
            <a:avLst>
              <a:gd fmla="val 25000" name="adj"/>
              <a:gd fmla="val 115470" name="vf"/>
            </a:avLst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 cap="flat" cmpd="sng" w="285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1437749" dist="125080">
              <a:schemeClr val="lt2">
                <a:alpha val="31764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dd03" id="20" name="Google Shape;20;p41"/>
          <p:cNvSpPr/>
          <p:nvPr/>
        </p:nvSpPr>
        <p:spPr>
          <a:xfrm>
            <a:off x="1600200" y="4038600"/>
            <a:ext cx="1828800" cy="1600200"/>
          </a:xfrm>
          <a:prstGeom prst="hexagon">
            <a:avLst>
              <a:gd fmla="val 25000" name="adj"/>
              <a:gd fmla="val 115470" name="vf"/>
            </a:avLst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 cap="flat" cmpd="sng" w="285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1437749" dist="125080">
              <a:schemeClr val="lt2">
                <a:alpha val="31764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41"/>
          <p:cNvSpPr txBox="1"/>
          <p:nvPr/>
        </p:nvSpPr>
        <p:spPr>
          <a:xfrm>
            <a:off x="8305800" y="6324600"/>
            <a:ext cx="4572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rbel"/>
              <a:buNone/>
            </a:pPr>
            <a:fld id="{00000000-1234-1234-1234-123412341234}" type="slidenum">
              <a:rPr b="0" i="0" lang="en-US" sz="18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‹#›</a:t>
            </a:fld>
            <a:endParaRPr/>
          </a:p>
        </p:txBody>
      </p:sp>
      <p:sp>
        <p:nvSpPr>
          <p:cNvPr id="22" name="Google Shape;22;p41"/>
          <p:cNvSpPr txBox="1"/>
          <p:nvPr/>
        </p:nvSpPr>
        <p:spPr>
          <a:xfrm>
            <a:off x="3505200" y="1600200"/>
            <a:ext cx="43434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ahoma"/>
              <a:buNone/>
            </a:pPr>
            <a:r>
              <a:rPr b="0" i="0" lang="en-US" sz="16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ThS. Đặng Bình Phương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</a:pPr>
            <a:r>
              <a:rPr b="0" i="0" lang="en-US" sz="1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dbphuong@fit.hcmus.edu.vn</a:t>
            </a:r>
            <a:endParaRPr/>
          </a:p>
        </p:txBody>
      </p:sp>
      <p:sp>
        <p:nvSpPr>
          <p:cNvPr id="23" name="Google Shape;23;p41"/>
          <p:cNvSpPr txBox="1"/>
          <p:nvPr>
            <p:ph idx="1" type="body"/>
          </p:nvPr>
        </p:nvSpPr>
        <p:spPr>
          <a:xfrm>
            <a:off x="457200" y="1076325"/>
            <a:ext cx="8229600" cy="5248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Noto Sans Symbols"/>
              <a:buChar char="❖"/>
              <a:defRPr b="1" i="0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Char char="•"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Char char="–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Char char="»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" name="Google Shape;24;p41"/>
          <p:cNvSpPr txBox="1"/>
          <p:nvPr>
            <p:ph type="title"/>
          </p:nvPr>
        </p:nvSpPr>
        <p:spPr>
          <a:xfrm>
            <a:off x="1143000" y="381000"/>
            <a:ext cx="67056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25" name="Google Shape;25;p41"/>
          <p:cNvSpPr txBox="1"/>
          <p:nvPr>
            <p:ph idx="10" type="dt"/>
          </p:nvPr>
        </p:nvSpPr>
        <p:spPr>
          <a:xfrm>
            <a:off x="3352800" y="6553200"/>
            <a:ext cx="21336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" name="Google Shape;26;p41"/>
          <p:cNvSpPr txBox="1"/>
          <p:nvPr>
            <p:ph idx="11" type="ftr"/>
          </p:nvPr>
        </p:nvSpPr>
        <p:spPr>
          <a:xfrm>
            <a:off x="304800" y="6477000"/>
            <a:ext cx="259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3"/>
          <p:cNvSpPr/>
          <p:nvPr/>
        </p:nvSpPr>
        <p:spPr>
          <a:xfrm>
            <a:off x="-9525" y="344487"/>
            <a:ext cx="8194675" cy="633412"/>
          </a:xfrm>
          <a:custGeom>
            <a:rect b="b" l="l" r="r" t="t"/>
            <a:pathLst>
              <a:path extrusionOk="0" h="1471" w="5049">
                <a:moveTo>
                  <a:pt x="0" y="0"/>
                </a:moveTo>
                <a:lnTo>
                  <a:pt x="5049" y="2"/>
                </a:lnTo>
                <a:lnTo>
                  <a:pt x="5048" y="1458"/>
                </a:lnTo>
                <a:lnTo>
                  <a:pt x="0" y="1471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4" name="Google Shape;34;p43"/>
          <p:cNvGrpSpPr/>
          <p:nvPr/>
        </p:nvGrpSpPr>
        <p:grpSpPr>
          <a:xfrm>
            <a:off x="8153400" y="0"/>
            <a:ext cx="990600" cy="6858000"/>
            <a:chOff x="5040" y="0"/>
            <a:chExt cx="720" cy="4320"/>
          </a:xfrm>
        </p:grpSpPr>
        <p:sp>
          <p:nvSpPr>
            <p:cNvPr id="35" name="Google Shape;35;p43"/>
            <p:cNvSpPr txBox="1"/>
            <p:nvPr/>
          </p:nvSpPr>
          <p:spPr>
            <a:xfrm>
              <a:off x="5042" y="0"/>
              <a:ext cx="718" cy="4320"/>
            </a:xfrm>
            <a:prstGeom prst="rect">
              <a:avLst/>
            </a:prstGeom>
            <a:solidFill>
              <a:schemeClr val="folHlink">
                <a:alpha val="39607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p43"/>
            <p:cNvSpPr txBox="1"/>
            <p:nvPr/>
          </p:nvSpPr>
          <p:spPr>
            <a:xfrm>
              <a:off x="5040" y="219"/>
              <a:ext cx="720" cy="393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7" name="Google Shape;37;p43"/>
          <p:cNvSpPr/>
          <p:nvPr/>
        </p:nvSpPr>
        <p:spPr>
          <a:xfrm>
            <a:off x="7696200" y="5943600"/>
            <a:ext cx="609600" cy="533400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5086C2">
              <a:alpha val="3450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43"/>
          <p:cNvSpPr/>
          <p:nvPr/>
        </p:nvSpPr>
        <p:spPr>
          <a:xfrm>
            <a:off x="8229600" y="5638800"/>
            <a:ext cx="609600" cy="533400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5086C2">
              <a:alpha val="3450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43"/>
          <p:cNvSpPr/>
          <p:nvPr/>
        </p:nvSpPr>
        <p:spPr>
          <a:xfrm>
            <a:off x="8220075" y="6229350"/>
            <a:ext cx="609600" cy="533400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5086C2">
              <a:alpha val="3450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43"/>
          <p:cNvSpPr/>
          <p:nvPr/>
        </p:nvSpPr>
        <p:spPr>
          <a:xfrm>
            <a:off x="169862" y="436562"/>
            <a:ext cx="473075" cy="419100"/>
          </a:xfrm>
          <a:prstGeom prst="hexagon">
            <a:avLst>
              <a:gd fmla="val 5738" name="adj"/>
              <a:gd fmla="val 115470" name="vf"/>
            </a:avLst>
          </a:prstGeom>
          <a:solidFill>
            <a:srgbClr val="5CADFF"/>
          </a:solidFill>
          <a:ln cap="flat" cmpd="sng" w="285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1593903" dist="56796">
              <a:srgbClr val="666633">
                <a:alpha val="4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r>
              <a:rPr b="1" i="0" lang="en-US" sz="1600" u="non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VC</a:t>
            </a:r>
            <a:endParaRPr/>
          </a:p>
        </p:txBody>
      </p:sp>
      <p:sp>
        <p:nvSpPr>
          <p:cNvPr id="41" name="Google Shape;41;p43"/>
          <p:cNvSpPr/>
          <p:nvPr/>
        </p:nvSpPr>
        <p:spPr>
          <a:xfrm>
            <a:off x="517525" y="228600"/>
            <a:ext cx="473075" cy="419100"/>
          </a:xfrm>
          <a:prstGeom prst="hexagon">
            <a:avLst>
              <a:gd fmla="val 5738" name="adj"/>
              <a:gd fmla="val 115470" name="vf"/>
            </a:avLst>
          </a:prstGeom>
          <a:solidFill>
            <a:srgbClr val="FFC000"/>
          </a:solidFill>
          <a:ln cap="flat" cmpd="sng" w="285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1593903" dist="56796">
              <a:srgbClr val="666633">
                <a:alpha val="4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&amp;</a:t>
            </a:r>
            <a:endParaRPr/>
          </a:p>
        </p:txBody>
      </p:sp>
      <p:sp>
        <p:nvSpPr>
          <p:cNvPr id="42" name="Google Shape;42;p43"/>
          <p:cNvSpPr/>
          <p:nvPr/>
        </p:nvSpPr>
        <p:spPr>
          <a:xfrm>
            <a:off x="517525" y="647700"/>
            <a:ext cx="473075" cy="419100"/>
          </a:xfrm>
          <a:prstGeom prst="hexagon">
            <a:avLst>
              <a:gd fmla="val 5738" name="adj"/>
              <a:gd fmla="val 115470" name="vf"/>
            </a:avLst>
          </a:prstGeom>
          <a:solidFill>
            <a:srgbClr val="FF99FF"/>
          </a:solidFill>
          <a:ln cap="flat" cmpd="sng" w="285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1593903" dist="56796">
              <a:srgbClr val="666633">
                <a:alpha val="4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BB</a:t>
            </a:r>
            <a:endParaRPr/>
          </a:p>
        </p:txBody>
      </p:sp>
      <p:sp>
        <p:nvSpPr>
          <p:cNvPr id="43" name="Google Shape;43;p43"/>
          <p:cNvSpPr txBox="1"/>
          <p:nvPr/>
        </p:nvSpPr>
        <p:spPr>
          <a:xfrm>
            <a:off x="8305800" y="6324600"/>
            <a:ext cx="4572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rbel"/>
              <a:buNone/>
            </a:pPr>
            <a:fld id="{00000000-1234-1234-1234-123412341234}" type="slidenum">
              <a:rPr b="0" i="0" lang="en-US" sz="18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‹#›</a:t>
            </a:fld>
            <a:endParaRPr/>
          </a:p>
        </p:txBody>
      </p:sp>
      <p:sp>
        <p:nvSpPr>
          <p:cNvPr id="44" name="Google Shape;44;p43"/>
          <p:cNvSpPr txBox="1"/>
          <p:nvPr/>
        </p:nvSpPr>
        <p:spPr>
          <a:xfrm>
            <a:off x="8305800" y="6324600"/>
            <a:ext cx="4572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rbel"/>
              <a:buNone/>
            </a:pPr>
            <a:fld id="{00000000-1234-1234-1234-123412341234}" type="slidenum">
              <a:rPr b="0" i="0" lang="en-US" sz="18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‹#›</a:t>
            </a:fld>
            <a:endParaRPr/>
          </a:p>
        </p:txBody>
      </p:sp>
      <p:sp>
        <p:nvSpPr>
          <p:cNvPr id="45" name="Google Shape;45;p43"/>
          <p:cNvSpPr txBox="1"/>
          <p:nvPr>
            <p:ph idx="1" type="body"/>
          </p:nvPr>
        </p:nvSpPr>
        <p:spPr>
          <a:xfrm>
            <a:off x="457200" y="1076325"/>
            <a:ext cx="8229600" cy="5248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Noto Sans Symbols"/>
              <a:buChar char="❖"/>
              <a:defRPr b="1" i="0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Char char="•"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Char char="–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Char char="»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6" name="Google Shape;46;p43"/>
          <p:cNvSpPr txBox="1"/>
          <p:nvPr>
            <p:ph type="title"/>
          </p:nvPr>
        </p:nvSpPr>
        <p:spPr>
          <a:xfrm>
            <a:off x="1143000" y="381000"/>
            <a:ext cx="67056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47" name="Google Shape;47;p43"/>
          <p:cNvSpPr txBox="1"/>
          <p:nvPr>
            <p:ph idx="10" type="dt"/>
          </p:nvPr>
        </p:nvSpPr>
        <p:spPr>
          <a:xfrm>
            <a:off x="457200" y="6519862"/>
            <a:ext cx="213360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8" name="Google Shape;48;p43"/>
          <p:cNvSpPr txBox="1"/>
          <p:nvPr>
            <p:ph idx="11" type="ftr"/>
          </p:nvPr>
        </p:nvSpPr>
        <p:spPr>
          <a:xfrm>
            <a:off x="5181600" y="6477000"/>
            <a:ext cx="2895600" cy="233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5"/>
          <p:cNvSpPr/>
          <p:nvPr/>
        </p:nvSpPr>
        <p:spPr>
          <a:xfrm>
            <a:off x="-9525" y="344487"/>
            <a:ext cx="8194675" cy="633412"/>
          </a:xfrm>
          <a:custGeom>
            <a:rect b="b" l="l" r="r" t="t"/>
            <a:pathLst>
              <a:path extrusionOk="0" h="1471" w="5049">
                <a:moveTo>
                  <a:pt x="0" y="0"/>
                </a:moveTo>
                <a:lnTo>
                  <a:pt x="5049" y="2"/>
                </a:lnTo>
                <a:lnTo>
                  <a:pt x="5048" y="1458"/>
                </a:lnTo>
                <a:lnTo>
                  <a:pt x="0" y="1471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5" name="Google Shape;55;p45"/>
          <p:cNvGrpSpPr/>
          <p:nvPr/>
        </p:nvGrpSpPr>
        <p:grpSpPr>
          <a:xfrm>
            <a:off x="8153400" y="0"/>
            <a:ext cx="990600" cy="6858000"/>
            <a:chOff x="5040" y="0"/>
            <a:chExt cx="720" cy="4320"/>
          </a:xfrm>
        </p:grpSpPr>
        <p:sp>
          <p:nvSpPr>
            <p:cNvPr id="56" name="Google Shape;56;p45"/>
            <p:cNvSpPr txBox="1"/>
            <p:nvPr/>
          </p:nvSpPr>
          <p:spPr>
            <a:xfrm>
              <a:off x="5042" y="0"/>
              <a:ext cx="718" cy="4320"/>
            </a:xfrm>
            <a:prstGeom prst="rect">
              <a:avLst/>
            </a:prstGeom>
            <a:solidFill>
              <a:schemeClr val="folHlink">
                <a:alpha val="39607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" name="Google Shape;57;p45"/>
            <p:cNvSpPr txBox="1"/>
            <p:nvPr/>
          </p:nvSpPr>
          <p:spPr>
            <a:xfrm>
              <a:off x="5040" y="219"/>
              <a:ext cx="720" cy="393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8" name="Google Shape;58;p45"/>
          <p:cNvSpPr/>
          <p:nvPr/>
        </p:nvSpPr>
        <p:spPr>
          <a:xfrm>
            <a:off x="7696200" y="5943600"/>
            <a:ext cx="609600" cy="533400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5086C2">
              <a:alpha val="3450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45"/>
          <p:cNvSpPr/>
          <p:nvPr/>
        </p:nvSpPr>
        <p:spPr>
          <a:xfrm>
            <a:off x="8229600" y="5638800"/>
            <a:ext cx="609600" cy="533400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5086C2">
              <a:alpha val="3450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45"/>
          <p:cNvSpPr/>
          <p:nvPr/>
        </p:nvSpPr>
        <p:spPr>
          <a:xfrm>
            <a:off x="8220075" y="6229350"/>
            <a:ext cx="609600" cy="533400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5086C2">
              <a:alpha val="3450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45"/>
          <p:cNvSpPr/>
          <p:nvPr/>
        </p:nvSpPr>
        <p:spPr>
          <a:xfrm>
            <a:off x="169862" y="436562"/>
            <a:ext cx="473075" cy="419100"/>
          </a:xfrm>
          <a:prstGeom prst="hexagon">
            <a:avLst>
              <a:gd fmla="val 5738" name="adj"/>
              <a:gd fmla="val 115470" name="vf"/>
            </a:avLst>
          </a:prstGeom>
          <a:solidFill>
            <a:srgbClr val="5CADFF"/>
          </a:solidFill>
          <a:ln cap="flat" cmpd="sng" w="285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1593903" dist="56796">
              <a:srgbClr val="666633">
                <a:alpha val="4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r>
              <a:rPr b="1" i="0" lang="en-US" sz="1600" u="non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VC</a:t>
            </a:r>
            <a:endParaRPr/>
          </a:p>
        </p:txBody>
      </p:sp>
      <p:sp>
        <p:nvSpPr>
          <p:cNvPr id="62" name="Google Shape;62;p45"/>
          <p:cNvSpPr/>
          <p:nvPr/>
        </p:nvSpPr>
        <p:spPr>
          <a:xfrm>
            <a:off x="517525" y="228600"/>
            <a:ext cx="473075" cy="419100"/>
          </a:xfrm>
          <a:prstGeom prst="hexagon">
            <a:avLst>
              <a:gd fmla="val 5738" name="adj"/>
              <a:gd fmla="val 115470" name="vf"/>
            </a:avLst>
          </a:prstGeom>
          <a:solidFill>
            <a:srgbClr val="FFC000"/>
          </a:solidFill>
          <a:ln cap="flat" cmpd="sng" w="285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1593903" dist="56796">
              <a:srgbClr val="666633">
                <a:alpha val="4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&amp;</a:t>
            </a:r>
            <a:endParaRPr/>
          </a:p>
        </p:txBody>
      </p:sp>
      <p:sp>
        <p:nvSpPr>
          <p:cNvPr id="63" name="Google Shape;63;p45"/>
          <p:cNvSpPr/>
          <p:nvPr/>
        </p:nvSpPr>
        <p:spPr>
          <a:xfrm>
            <a:off x="517525" y="647700"/>
            <a:ext cx="473075" cy="419100"/>
          </a:xfrm>
          <a:prstGeom prst="hexagon">
            <a:avLst>
              <a:gd fmla="val 5738" name="adj"/>
              <a:gd fmla="val 115470" name="vf"/>
            </a:avLst>
          </a:prstGeom>
          <a:solidFill>
            <a:srgbClr val="FF99FF"/>
          </a:solidFill>
          <a:ln cap="flat" cmpd="sng" w="285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1593903" dist="56796">
              <a:srgbClr val="666633">
                <a:alpha val="4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BB</a:t>
            </a:r>
            <a:endParaRPr/>
          </a:p>
        </p:txBody>
      </p:sp>
      <p:sp>
        <p:nvSpPr>
          <p:cNvPr id="64" name="Google Shape;64;p45"/>
          <p:cNvSpPr txBox="1"/>
          <p:nvPr/>
        </p:nvSpPr>
        <p:spPr>
          <a:xfrm>
            <a:off x="8305800" y="6324600"/>
            <a:ext cx="4572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rbel"/>
              <a:buNone/>
            </a:pPr>
            <a:fld id="{00000000-1234-1234-1234-123412341234}" type="slidenum">
              <a:rPr b="0" i="0" lang="en-US" sz="18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‹#›</a:t>
            </a:fld>
            <a:endParaRPr/>
          </a:p>
        </p:txBody>
      </p:sp>
      <p:sp>
        <p:nvSpPr>
          <p:cNvPr id="65" name="Google Shape;65;p45"/>
          <p:cNvSpPr txBox="1"/>
          <p:nvPr/>
        </p:nvSpPr>
        <p:spPr>
          <a:xfrm>
            <a:off x="8305800" y="6324600"/>
            <a:ext cx="4572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rbel"/>
              <a:buNone/>
            </a:pPr>
            <a:fld id="{00000000-1234-1234-1234-123412341234}" type="slidenum">
              <a:rPr b="0" i="0" lang="en-US" sz="18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‹#›</a:t>
            </a:fld>
            <a:endParaRPr/>
          </a:p>
        </p:txBody>
      </p:sp>
      <p:sp>
        <p:nvSpPr>
          <p:cNvPr id="66" name="Google Shape;66;p45"/>
          <p:cNvSpPr txBox="1"/>
          <p:nvPr>
            <p:ph idx="1" type="body"/>
          </p:nvPr>
        </p:nvSpPr>
        <p:spPr>
          <a:xfrm>
            <a:off x="457200" y="1076325"/>
            <a:ext cx="8229600" cy="5248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Noto Sans Symbols"/>
              <a:buChar char="❖"/>
              <a:defRPr b="1" i="0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Char char="•"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Char char="–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Char char="»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7" name="Google Shape;67;p45"/>
          <p:cNvSpPr txBox="1"/>
          <p:nvPr>
            <p:ph type="title"/>
          </p:nvPr>
        </p:nvSpPr>
        <p:spPr>
          <a:xfrm>
            <a:off x="1143000" y="381000"/>
            <a:ext cx="67056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68" name="Google Shape;68;p45"/>
          <p:cNvSpPr txBox="1"/>
          <p:nvPr>
            <p:ph idx="10" type="dt"/>
          </p:nvPr>
        </p:nvSpPr>
        <p:spPr>
          <a:xfrm>
            <a:off x="457200" y="6519862"/>
            <a:ext cx="213360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9" name="Google Shape;69;p45"/>
          <p:cNvSpPr txBox="1"/>
          <p:nvPr>
            <p:ph idx="11" type="ftr"/>
          </p:nvPr>
        </p:nvSpPr>
        <p:spPr>
          <a:xfrm>
            <a:off x="5181600" y="6477000"/>
            <a:ext cx="2895600" cy="233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3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7"/>
          <p:cNvSpPr/>
          <p:nvPr/>
        </p:nvSpPr>
        <p:spPr>
          <a:xfrm>
            <a:off x="-9525" y="344487"/>
            <a:ext cx="8194675" cy="633412"/>
          </a:xfrm>
          <a:custGeom>
            <a:rect b="b" l="l" r="r" t="t"/>
            <a:pathLst>
              <a:path extrusionOk="0" h="1471" w="5049">
                <a:moveTo>
                  <a:pt x="0" y="0"/>
                </a:moveTo>
                <a:lnTo>
                  <a:pt x="5049" y="2"/>
                </a:lnTo>
                <a:lnTo>
                  <a:pt x="5048" y="1458"/>
                </a:lnTo>
                <a:lnTo>
                  <a:pt x="0" y="1471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7" name="Google Shape;77;p47"/>
          <p:cNvGrpSpPr/>
          <p:nvPr/>
        </p:nvGrpSpPr>
        <p:grpSpPr>
          <a:xfrm>
            <a:off x="8153400" y="0"/>
            <a:ext cx="990600" cy="6858000"/>
            <a:chOff x="5040" y="0"/>
            <a:chExt cx="720" cy="4320"/>
          </a:xfrm>
        </p:grpSpPr>
        <p:sp>
          <p:nvSpPr>
            <p:cNvPr id="78" name="Google Shape;78;p47"/>
            <p:cNvSpPr txBox="1"/>
            <p:nvPr/>
          </p:nvSpPr>
          <p:spPr>
            <a:xfrm>
              <a:off x="5042" y="0"/>
              <a:ext cx="718" cy="4320"/>
            </a:xfrm>
            <a:prstGeom prst="rect">
              <a:avLst/>
            </a:prstGeom>
            <a:solidFill>
              <a:schemeClr val="folHlink">
                <a:alpha val="39607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47"/>
            <p:cNvSpPr txBox="1"/>
            <p:nvPr/>
          </p:nvSpPr>
          <p:spPr>
            <a:xfrm>
              <a:off x="5040" y="219"/>
              <a:ext cx="720" cy="393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0" name="Google Shape;80;p47"/>
          <p:cNvSpPr/>
          <p:nvPr/>
        </p:nvSpPr>
        <p:spPr>
          <a:xfrm>
            <a:off x="7696200" y="5943600"/>
            <a:ext cx="609600" cy="533400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5086C2">
              <a:alpha val="3450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47"/>
          <p:cNvSpPr/>
          <p:nvPr/>
        </p:nvSpPr>
        <p:spPr>
          <a:xfrm>
            <a:off x="8229600" y="5638800"/>
            <a:ext cx="609600" cy="533400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5086C2">
              <a:alpha val="3450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47"/>
          <p:cNvSpPr/>
          <p:nvPr/>
        </p:nvSpPr>
        <p:spPr>
          <a:xfrm>
            <a:off x="8220075" y="6229350"/>
            <a:ext cx="609600" cy="533400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5086C2">
              <a:alpha val="3450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47"/>
          <p:cNvSpPr txBox="1"/>
          <p:nvPr>
            <p:ph idx="1" type="body"/>
          </p:nvPr>
        </p:nvSpPr>
        <p:spPr>
          <a:xfrm>
            <a:off x="457200" y="1076325"/>
            <a:ext cx="8229600" cy="5248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Noto Sans Symbols"/>
              <a:buChar char="❖"/>
              <a:defRPr b="1" i="0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Char char="•"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Char char="–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Char char="»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4" name="Google Shape;84;p47"/>
          <p:cNvSpPr txBox="1"/>
          <p:nvPr>
            <p:ph idx="10" type="dt"/>
          </p:nvPr>
        </p:nvSpPr>
        <p:spPr>
          <a:xfrm>
            <a:off x="457200" y="6519862"/>
            <a:ext cx="213360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5" name="Google Shape;85;p47"/>
          <p:cNvSpPr txBox="1"/>
          <p:nvPr>
            <p:ph idx="11" type="ftr"/>
          </p:nvPr>
        </p:nvSpPr>
        <p:spPr>
          <a:xfrm>
            <a:off x="5181600" y="6477000"/>
            <a:ext cx="2895600" cy="233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6" name="Google Shape;86;p47"/>
          <p:cNvSpPr/>
          <p:nvPr/>
        </p:nvSpPr>
        <p:spPr>
          <a:xfrm>
            <a:off x="169862" y="436562"/>
            <a:ext cx="473075" cy="419100"/>
          </a:xfrm>
          <a:prstGeom prst="hexagon">
            <a:avLst>
              <a:gd fmla="val 5738" name="adj"/>
              <a:gd fmla="val 115470" name="vf"/>
            </a:avLst>
          </a:prstGeom>
          <a:solidFill>
            <a:srgbClr val="5CADFF"/>
          </a:solidFill>
          <a:ln cap="flat" cmpd="sng" w="285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1593903" dist="56796">
              <a:srgbClr val="666633">
                <a:alpha val="4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r>
              <a:rPr b="1" i="0" lang="en-US" sz="1600" u="non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VC</a:t>
            </a:r>
            <a:endParaRPr/>
          </a:p>
        </p:txBody>
      </p:sp>
      <p:sp>
        <p:nvSpPr>
          <p:cNvPr id="87" name="Google Shape;87;p47"/>
          <p:cNvSpPr/>
          <p:nvPr/>
        </p:nvSpPr>
        <p:spPr>
          <a:xfrm>
            <a:off x="517525" y="228600"/>
            <a:ext cx="473075" cy="419100"/>
          </a:xfrm>
          <a:prstGeom prst="hexagon">
            <a:avLst>
              <a:gd fmla="val 5738" name="adj"/>
              <a:gd fmla="val 115470" name="vf"/>
            </a:avLst>
          </a:prstGeom>
          <a:solidFill>
            <a:srgbClr val="FFC000"/>
          </a:solidFill>
          <a:ln cap="flat" cmpd="sng" w="285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1593903" dist="56796">
              <a:srgbClr val="666633">
                <a:alpha val="4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&amp;</a:t>
            </a:r>
            <a:endParaRPr/>
          </a:p>
        </p:txBody>
      </p:sp>
      <p:sp>
        <p:nvSpPr>
          <p:cNvPr id="88" name="Google Shape;88;p47"/>
          <p:cNvSpPr/>
          <p:nvPr/>
        </p:nvSpPr>
        <p:spPr>
          <a:xfrm>
            <a:off x="517525" y="647700"/>
            <a:ext cx="473075" cy="419100"/>
          </a:xfrm>
          <a:prstGeom prst="hexagon">
            <a:avLst>
              <a:gd fmla="val 5738" name="adj"/>
              <a:gd fmla="val 115470" name="vf"/>
            </a:avLst>
          </a:prstGeom>
          <a:solidFill>
            <a:srgbClr val="FF99FF"/>
          </a:solidFill>
          <a:ln cap="flat" cmpd="sng" w="285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1593903" dist="56796">
              <a:srgbClr val="666633">
                <a:alpha val="4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BB</a:t>
            </a:r>
            <a:endParaRPr/>
          </a:p>
        </p:txBody>
      </p:sp>
      <p:sp>
        <p:nvSpPr>
          <p:cNvPr id="89" name="Google Shape;89;p47"/>
          <p:cNvSpPr txBox="1"/>
          <p:nvPr>
            <p:ph type="title"/>
          </p:nvPr>
        </p:nvSpPr>
        <p:spPr>
          <a:xfrm>
            <a:off x="1143000" y="381000"/>
            <a:ext cx="67056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90" name="Google Shape;90;p47"/>
          <p:cNvSpPr txBox="1"/>
          <p:nvPr/>
        </p:nvSpPr>
        <p:spPr>
          <a:xfrm>
            <a:off x="8305800" y="6324600"/>
            <a:ext cx="4572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rbel"/>
              <a:buNone/>
            </a:pPr>
            <a:fld id="{00000000-1234-1234-1234-123412341234}" type="slidenum">
              <a:rPr b="0" i="0" lang="en-US" sz="18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/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8"/>
          <p:cNvSpPr/>
          <p:nvPr/>
        </p:nvSpPr>
        <p:spPr>
          <a:xfrm>
            <a:off x="-9525" y="344487"/>
            <a:ext cx="8194675" cy="633412"/>
          </a:xfrm>
          <a:custGeom>
            <a:rect b="b" l="l" r="r" t="t"/>
            <a:pathLst>
              <a:path extrusionOk="0" h="1471" w="5049">
                <a:moveTo>
                  <a:pt x="0" y="0"/>
                </a:moveTo>
                <a:lnTo>
                  <a:pt x="5049" y="2"/>
                </a:lnTo>
                <a:lnTo>
                  <a:pt x="5048" y="1458"/>
                </a:lnTo>
                <a:lnTo>
                  <a:pt x="0" y="1471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3" name="Google Shape;93;p48"/>
          <p:cNvGrpSpPr/>
          <p:nvPr/>
        </p:nvGrpSpPr>
        <p:grpSpPr>
          <a:xfrm>
            <a:off x="8153400" y="0"/>
            <a:ext cx="990600" cy="6858000"/>
            <a:chOff x="5040" y="0"/>
            <a:chExt cx="720" cy="4320"/>
          </a:xfrm>
        </p:grpSpPr>
        <p:sp>
          <p:nvSpPr>
            <p:cNvPr id="94" name="Google Shape;94;p48"/>
            <p:cNvSpPr txBox="1"/>
            <p:nvPr/>
          </p:nvSpPr>
          <p:spPr>
            <a:xfrm>
              <a:off x="5042" y="0"/>
              <a:ext cx="718" cy="4320"/>
            </a:xfrm>
            <a:prstGeom prst="rect">
              <a:avLst/>
            </a:prstGeom>
            <a:solidFill>
              <a:schemeClr val="folHlink">
                <a:alpha val="39607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48"/>
            <p:cNvSpPr txBox="1"/>
            <p:nvPr/>
          </p:nvSpPr>
          <p:spPr>
            <a:xfrm>
              <a:off x="5040" y="219"/>
              <a:ext cx="720" cy="393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6" name="Google Shape;96;p48"/>
          <p:cNvSpPr/>
          <p:nvPr/>
        </p:nvSpPr>
        <p:spPr>
          <a:xfrm>
            <a:off x="7696200" y="5943600"/>
            <a:ext cx="609600" cy="533400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5086C2">
              <a:alpha val="3450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48"/>
          <p:cNvSpPr/>
          <p:nvPr/>
        </p:nvSpPr>
        <p:spPr>
          <a:xfrm>
            <a:off x="8229600" y="5638800"/>
            <a:ext cx="609600" cy="533400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5086C2">
              <a:alpha val="3450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48"/>
          <p:cNvSpPr/>
          <p:nvPr/>
        </p:nvSpPr>
        <p:spPr>
          <a:xfrm>
            <a:off x="8220075" y="6229350"/>
            <a:ext cx="609600" cy="533400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5086C2">
              <a:alpha val="3450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48"/>
          <p:cNvSpPr/>
          <p:nvPr/>
        </p:nvSpPr>
        <p:spPr>
          <a:xfrm>
            <a:off x="169862" y="436562"/>
            <a:ext cx="473075" cy="419100"/>
          </a:xfrm>
          <a:prstGeom prst="hexagon">
            <a:avLst>
              <a:gd fmla="val 5738" name="adj"/>
              <a:gd fmla="val 115470" name="vf"/>
            </a:avLst>
          </a:prstGeom>
          <a:solidFill>
            <a:srgbClr val="5CADFF"/>
          </a:solidFill>
          <a:ln cap="flat" cmpd="sng" w="285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1593903" dist="56796">
              <a:srgbClr val="666633">
                <a:alpha val="4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r>
              <a:rPr b="1" i="0" lang="en-US" sz="1600" u="non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VC</a:t>
            </a:r>
            <a:endParaRPr/>
          </a:p>
        </p:txBody>
      </p:sp>
      <p:sp>
        <p:nvSpPr>
          <p:cNvPr id="100" name="Google Shape;100;p48"/>
          <p:cNvSpPr/>
          <p:nvPr/>
        </p:nvSpPr>
        <p:spPr>
          <a:xfrm>
            <a:off x="517525" y="228600"/>
            <a:ext cx="473075" cy="419100"/>
          </a:xfrm>
          <a:prstGeom prst="hexagon">
            <a:avLst>
              <a:gd fmla="val 5738" name="adj"/>
              <a:gd fmla="val 115470" name="vf"/>
            </a:avLst>
          </a:prstGeom>
          <a:solidFill>
            <a:srgbClr val="FFC000"/>
          </a:solidFill>
          <a:ln cap="flat" cmpd="sng" w="285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1593903" dist="56796">
              <a:srgbClr val="666633">
                <a:alpha val="4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&amp;</a:t>
            </a:r>
            <a:endParaRPr/>
          </a:p>
        </p:txBody>
      </p:sp>
      <p:sp>
        <p:nvSpPr>
          <p:cNvPr id="101" name="Google Shape;101;p48"/>
          <p:cNvSpPr/>
          <p:nvPr/>
        </p:nvSpPr>
        <p:spPr>
          <a:xfrm>
            <a:off x="517525" y="647700"/>
            <a:ext cx="473075" cy="419100"/>
          </a:xfrm>
          <a:prstGeom prst="hexagon">
            <a:avLst>
              <a:gd fmla="val 5738" name="adj"/>
              <a:gd fmla="val 115470" name="vf"/>
            </a:avLst>
          </a:prstGeom>
          <a:solidFill>
            <a:srgbClr val="FF99FF"/>
          </a:solidFill>
          <a:ln cap="flat" cmpd="sng" w="285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1593903" dist="56796">
              <a:srgbClr val="666633">
                <a:alpha val="4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BB</a:t>
            </a:r>
            <a:endParaRPr/>
          </a:p>
        </p:txBody>
      </p:sp>
      <p:sp>
        <p:nvSpPr>
          <p:cNvPr id="102" name="Google Shape;102;p48"/>
          <p:cNvSpPr txBox="1"/>
          <p:nvPr/>
        </p:nvSpPr>
        <p:spPr>
          <a:xfrm>
            <a:off x="8305800" y="6324600"/>
            <a:ext cx="4572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rbel"/>
              <a:buNone/>
            </a:pPr>
            <a:fld id="{00000000-1234-1234-1234-123412341234}" type="slidenum">
              <a:rPr b="0" i="0" lang="en-US" sz="18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‹#›</a:t>
            </a:fld>
            <a:endParaRPr/>
          </a:p>
        </p:txBody>
      </p:sp>
      <p:sp>
        <p:nvSpPr>
          <p:cNvPr id="103" name="Google Shape;103;p48"/>
          <p:cNvSpPr txBox="1"/>
          <p:nvPr/>
        </p:nvSpPr>
        <p:spPr>
          <a:xfrm>
            <a:off x="8305800" y="6324600"/>
            <a:ext cx="4572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rbel"/>
              <a:buNone/>
            </a:pPr>
            <a:fld id="{00000000-1234-1234-1234-123412341234}" type="slidenum">
              <a:rPr b="0" i="0" lang="en-US" sz="18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‹#›</a:t>
            </a:fld>
            <a:endParaRPr/>
          </a:p>
        </p:txBody>
      </p:sp>
      <p:sp>
        <p:nvSpPr>
          <p:cNvPr id="104" name="Google Shape;104;p48"/>
          <p:cNvSpPr txBox="1"/>
          <p:nvPr>
            <p:ph idx="1" type="body"/>
          </p:nvPr>
        </p:nvSpPr>
        <p:spPr>
          <a:xfrm>
            <a:off x="457200" y="1076325"/>
            <a:ext cx="8229600" cy="5248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Noto Sans Symbols"/>
              <a:buChar char="❖"/>
              <a:defRPr b="1" i="0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Char char="•"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Char char="–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Char char="»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5" name="Google Shape;105;p48"/>
          <p:cNvSpPr txBox="1"/>
          <p:nvPr>
            <p:ph type="title"/>
          </p:nvPr>
        </p:nvSpPr>
        <p:spPr>
          <a:xfrm>
            <a:off x="1143000" y="381000"/>
            <a:ext cx="67056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106" name="Google Shape;106;p48"/>
          <p:cNvSpPr txBox="1"/>
          <p:nvPr>
            <p:ph idx="10" type="dt"/>
          </p:nvPr>
        </p:nvSpPr>
        <p:spPr>
          <a:xfrm>
            <a:off x="457200" y="6519862"/>
            <a:ext cx="213360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7" name="Google Shape;107;p48"/>
          <p:cNvSpPr txBox="1"/>
          <p:nvPr>
            <p:ph idx="11" type="ftr"/>
          </p:nvPr>
        </p:nvSpPr>
        <p:spPr>
          <a:xfrm>
            <a:off x="5181600" y="6477000"/>
            <a:ext cx="2895600" cy="233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6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0"/>
          <p:cNvSpPr/>
          <p:nvPr/>
        </p:nvSpPr>
        <p:spPr>
          <a:xfrm>
            <a:off x="-9525" y="344487"/>
            <a:ext cx="8194675" cy="633412"/>
          </a:xfrm>
          <a:custGeom>
            <a:rect b="b" l="l" r="r" t="t"/>
            <a:pathLst>
              <a:path extrusionOk="0" h="1471" w="5049">
                <a:moveTo>
                  <a:pt x="0" y="0"/>
                </a:moveTo>
                <a:lnTo>
                  <a:pt x="5049" y="2"/>
                </a:lnTo>
                <a:lnTo>
                  <a:pt x="5048" y="1458"/>
                </a:lnTo>
                <a:lnTo>
                  <a:pt x="0" y="1471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5" name="Google Shape;115;p50"/>
          <p:cNvGrpSpPr/>
          <p:nvPr/>
        </p:nvGrpSpPr>
        <p:grpSpPr>
          <a:xfrm>
            <a:off x="8153400" y="0"/>
            <a:ext cx="990600" cy="6858000"/>
            <a:chOff x="5040" y="0"/>
            <a:chExt cx="720" cy="4320"/>
          </a:xfrm>
        </p:grpSpPr>
        <p:sp>
          <p:nvSpPr>
            <p:cNvPr id="116" name="Google Shape;116;p50"/>
            <p:cNvSpPr txBox="1"/>
            <p:nvPr/>
          </p:nvSpPr>
          <p:spPr>
            <a:xfrm>
              <a:off x="5042" y="0"/>
              <a:ext cx="718" cy="4320"/>
            </a:xfrm>
            <a:prstGeom prst="rect">
              <a:avLst/>
            </a:prstGeom>
            <a:solidFill>
              <a:schemeClr val="folHlink">
                <a:alpha val="39607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50"/>
            <p:cNvSpPr txBox="1"/>
            <p:nvPr/>
          </p:nvSpPr>
          <p:spPr>
            <a:xfrm>
              <a:off x="5040" y="219"/>
              <a:ext cx="720" cy="393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8" name="Google Shape;118;p50"/>
          <p:cNvSpPr/>
          <p:nvPr/>
        </p:nvSpPr>
        <p:spPr>
          <a:xfrm>
            <a:off x="7696200" y="5943600"/>
            <a:ext cx="609600" cy="533400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5086C2">
              <a:alpha val="3450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50"/>
          <p:cNvSpPr/>
          <p:nvPr/>
        </p:nvSpPr>
        <p:spPr>
          <a:xfrm>
            <a:off x="8229600" y="5638800"/>
            <a:ext cx="609600" cy="533400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5086C2">
              <a:alpha val="3450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50"/>
          <p:cNvSpPr/>
          <p:nvPr/>
        </p:nvSpPr>
        <p:spPr>
          <a:xfrm>
            <a:off x="8220075" y="6229350"/>
            <a:ext cx="609600" cy="533400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5086C2">
              <a:alpha val="3450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50"/>
          <p:cNvSpPr/>
          <p:nvPr/>
        </p:nvSpPr>
        <p:spPr>
          <a:xfrm>
            <a:off x="169862" y="436562"/>
            <a:ext cx="473075" cy="419100"/>
          </a:xfrm>
          <a:prstGeom prst="hexagon">
            <a:avLst>
              <a:gd fmla="val 5738" name="adj"/>
              <a:gd fmla="val 115470" name="vf"/>
            </a:avLst>
          </a:prstGeom>
          <a:solidFill>
            <a:srgbClr val="5CADFF"/>
          </a:solidFill>
          <a:ln cap="flat" cmpd="sng" w="285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1593903" dist="56796">
              <a:srgbClr val="666633">
                <a:alpha val="4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r>
              <a:rPr b="1" i="0" lang="en-US" sz="1600" u="non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VC</a:t>
            </a:r>
            <a:endParaRPr/>
          </a:p>
        </p:txBody>
      </p:sp>
      <p:sp>
        <p:nvSpPr>
          <p:cNvPr id="122" name="Google Shape;122;p50"/>
          <p:cNvSpPr/>
          <p:nvPr/>
        </p:nvSpPr>
        <p:spPr>
          <a:xfrm>
            <a:off x="517525" y="228600"/>
            <a:ext cx="473075" cy="419100"/>
          </a:xfrm>
          <a:prstGeom prst="hexagon">
            <a:avLst>
              <a:gd fmla="val 5738" name="adj"/>
              <a:gd fmla="val 115470" name="vf"/>
            </a:avLst>
          </a:prstGeom>
          <a:solidFill>
            <a:srgbClr val="FFC000"/>
          </a:solidFill>
          <a:ln cap="flat" cmpd="sng" w="285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1593903" dist="56796">
              <a:srgbClr val="666633">
                <a:alpha val="4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&amp;</a:t>
            </a:r>
            <a:endParaRPr/>
          </a:p>
        </p:txBody>
      </p:sp>
      <p:sp>
        <p:nvSpPr>
          <p:cNvPr id="123" name="Google Shape;123;p50"/>
          <p:cNvSpPr/>
          <p:nvPr/>
        </p:nvSpPr>
        <p:spPr>
          <a:xfrm>
            <a:off x="517525" y="647700"/>
            <a:ext cx="473075" cy="419100"/>
          </a:xfrm>
          <a:prstGeom prst="hexagon">
            <a:avLst>
              <a:gd fmla="val 5738" name="adj"/>
              <a:gd fmla="val 115470" name="vf"/>
            </a:avLst>
          </a:prstGeom>
          <a:solidFill>
            <a:srgbClr val="FF99FF"/>
          </a:solidFill>
          <a:ln cap="flat" cmpd="sng" w="285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1593903" dist="56796">
              <a:srgbClr val="666633">
                <a:alpha val="4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BB</a:t>
            </a:r>
            <a:endParaRPr/>
          </a:p>
        </p:txBody>
      </p:sp>
      <p:sp>
        <p:nvSpPr>
          <p:cNvPr id="124" name="Google Shape;124;p50"/>
          <p:cNvSpPr txBox="1"/>
          <p:nvPr/>
        </p:nvSpPr>
        <p:spPr>
          <a:xfrm>
            <a:off x="8305800" y="6324600"/>
            <a:ext cx="4572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rbel"/>
              <a:buNone/>
            </a:pPr>
            <a:fld id="{00000000-1234-1234-1234-123412341234}" type="slidenum">
              <a:rPr b="0" i="0" lang="en-US" sz="18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‹#›</a:t>
            </a:fld>
            <a:endParaRPr/>
          </a:p>
        </p:txBody>
      </p:sp>
      <p:sp>
        <p:nvSpPr>
          <p:cNvPr id="125" name="Google Shape;125;p50"/>
          <p:cNvSpPr txBox="1"/>
          <p:nvPr/>
        </p:nvSpPr>
        <p:spPr>
          <a:xfrm>
            <a:off x="8305800" y="6324600"/>
            <a:ext cx="4572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rbel"/>
              <a:buNone/>
            </a:pPr>
            <a:fld id="{00000000-1234-1234-1234-123412341234}" type="slidenum">
              <a:rPr b="0" i="0" lang="en-US" sz="18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‹#›</a:t>
            </a:fld>
            <a:endParaRPr/>
          </a:p>
        </p:txBody>
      </p:sp>
      <p:sp>
        <p:nvSpPr>
          <p:cNvPr id="126" name="Google Shape;126;p50"/>
          <p:cNvSpPr txBox="1"/>
          <p:nvPr>
            <p:ph idx="1" type="body"/>
          </p:nvPr>
        </p:nvSpPr>
        <p:spPr>
          <a:xfrm>
            <a:off x="457200" y="1076325"/>
            <a:ext cx="8229600" cy="5248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Noto Sans Symbols"/>
              <a:buChar char="❖"/>
              <a:defRPr b="1" i="0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Char char="•"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Char char="–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Char char="»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7" name="Google Shape;127;p50"/>
          <p:cNvSpPr txBox="1"/>
          <p:nvPr>
            <p:ph type="title"/>
          </p:nvPr>
        </p:nvSpPr>
        <p:spPr>
          <a:xfrm>
            <a:off x="1143000" y="381000"/>
            <a:ext cx="67056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128" name="Google Shape;128;p50"/>
          <p:cNvSpPr txBox="1"/>
          <p:nvPr>
            <p:ph idx="10" type="dt"/>
          </p:nvPr>
        </p:nvSpPr>
        <p:spPr>
          <a:xfrm>
            <a:off x="457200" y="6519862"/>
            <a:ext cx="213360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9" name="Google Shape;129;p50"/>
          <p:cNvSpPr txBox="1"/>
          <p:nvPr>
            <p:ph idx="11" type="ftr"/>
          </p:nvPr>
        </p:nvSpPr>
        <p:spPr>
          <a:xfrm>
            <a:off x="5181600" y="6477000"/>
            <a:ext cx="2895600" cy="233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2"/>
          <p:cNvSpPr/>
          <p:nvPr/>
        </p:nvSpPr>
        <p:spPr>
          <a:xfrm>
            <a:off x="-9525" y="344487"/>
            <a:ext cx="8194675" cy="633412"/>
          </a:xfrm>
          <a:custGeom>
            <a:rect b="b" l="l" r="r" t="t"/>
            <a:pathLst>
              <a:path extrusionOk="0" h="1471" w="5049">
                <a:moveTo>
                  <a:pt x="0" y="0"/>
                </a:moveTo>
                <a:lnTo>
                  <a:pt x="5049" y="2"/>
                </a:lnTo>
                <a:lnTo>
                  <a:pt x="5048" y="1458"/>
                </a:lnTo>
                <a:lnTo>
                  <a:pt x="0" y="1471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8" name="Google Shape;138;p52"/>
          <p:cNvGrpSpPr/>
          <p:nvPr/>
        </p:nvGrpSpPr>
        <p:grpSpPr>
          <a:xfrm>
            <a:off x="8153400" y="0"/>
            <a:ext cx="990600" cy="6858000"/>
            <a:chOff x="5040" y="0"/>
            <a:chExt cx="720" cy="4320"/>
          </a:xfrm>
        </p:grpSpPr>
        <p:sp>
          <p:nvSpPr>
            <p:cNvPr id="139" name="Google Shape;139;p52"/>
            <p:cNvSpPr txBox="1"/>
            <p:nvPr/>
          </p:nvSpPr>
          <p:spPr>
            <a:xfrm>
              <a:off x="5042" y="0"/>
              <a:ext cx="718" cy="4320"/>
            </a:xfrm>
            <a:prstGeom prst="rect">
              <a:avLst/>
            </a:prstGeom>
            <a:solidFill>
              <a:schemeClr val="folHlink">
                <a:alpha val="39607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52"/>
            <p:cNvSpPr txBox="1"/>
            <p:nvPr/>
          </p:nvSpPr>
          <p:spPr>
            <a:xfrm>
              <a:off x="5040" y="219"/>
              <a:ext cx="720" cy="393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1" name="Google Shape;141;p52"/>
          <p:cNvSpPr/>
          <p:nvPr/>
        </p:nvSpPr>
        <p:spPr>
          <a:xfrm>
            <a:off x="7696200" y="5943600"/>
            <a:ext cx="609600" cy="533400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5086C2">
              <a:alpha val="3450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52"/>
          <p:cNvSpPr/>
          <p:nvPr/>
        </p:nvSpPr>
        <p:spPr>
          <a:xfrm>
            <a:off x="8229600" y="5638800"/>
            <a:ext cx="609600" cy="533400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5086C2">
              <a:alpha val="3450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52"/>
          <p:cNvSpPr/>
          <p:nvPr/>
        </p:nvSpPr>
        <p:spPr>
          <a:xfrm>
            <a:off x="8220075" y="6229350"/>
            <a:ext cx="609600" cy="533400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5086C2">
              <a:alpha val="3450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52"/>
          <p:cNvSpPr/>
          <p:nvPr/>
        </p:nvSpPr>
        <p:spPr>
          <a:xfrm>
            <a:off x="169862" y="436562"/>
            <a:ext cx="473075" cy="419100"/>
          </a:xfrm>
          <a:prstGeom prst="hexagon">
            <a:avLst>
              <a:gd fmla="val 5738" name="adj"/>
              <a:gd fmla="val 115470" name="vf"/>
            </a:avLst>
          </a:prstGeom>
          <a:solidFill>
            <a:srgbClr val="5CADFF"/>
          </a:solidFill>
          <a:ln cap="flat" cmpd="sng" w="285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1593903" dist="56796">
              <a:srgbClr val="666633">
                <a:alpha val="4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r>
              <a:rPr b="1" i="0" lang="en-US" sz="1600" u="non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VC</a:t>
            </a:r>
            <a:endParaRPr/>
          </a:p>
        </p:txBody>
      </p:sp>
      <p:sp>
        <p:nvSpPr>
          <p:cNvPr id="145" name="Google Shape;145;p52"/>
          <p:cNvSpPr/>
          <p:nvPr/>
        </p:nvSpPr>
        <p:spPr>
          <a:xfrm>
            <a:off x="517525" y="228600"/>
            <a:ext cx="473075" cy="419100"/>
          </a:xfrm>
          <a:prstGeom prst="hexagon">
            <a:avLst>
              <a:gd fmla="val 5738" name="adj"/>
              <a:gd fmla="val 115470" name="vf"/>
            </a:avLst>
          </a:prstGeom>
          <a:solidFill>
            <a:srgbClr val="FFC000"/>
          </a:solidFill>
          <a:ln cap="flat" cmpd="sng" w="285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1593903" dist="56796">
              <a:srgbClr val="666633">
                <a:alpha val="4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&amp;</a:t>
            </a:r>
            <a:endParaRPr/>
          </a:p>
        </p:txBody>
      </p:sp>
      <p:sp>
        <p:nvSpPr>
          <p:cNvPr id="146" name="Google Shape;146;p52"/>
          <p:cNvSpPr/>
          <p:nvPr/>
        </p:nvSpPr>
        <p:spPr>
          <a:xfrm>
            <a:off x="517525" y="647700"/>
            <a:ext cx="473075" cy="419100"/>
          </a:xfrm>
          <a:prstGeom prst="hexagon">
            <a:avLst>
              <a:gd fmla="val 5738" name="adj"/>
              <a:gd fmla="val 115470" name="vf"/>
            </a:avLst>
          </a:prstGeom>
          <a:solidFill>
            <a:srgbClr val="FF99FF"/>
          </a:solidFill>
          <a:ln cap="flat" cmpd="sng" w="285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1593903" dist="56796">
              <a:srgbClr val="666633">
                <a:alpha val="4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BB</a:t>
            </a:r>
            <a:endParaRPr/>
          </a:p>
        </p:txBody>
      </p:sp>
      <p:sp>
        <p:nvSpPr>
          <p:cNvPr id="147" name="Google Shape;147;p52"/>
          <p:cNvSpPr txBox="1"/>
          <p:nvPr/>
        </p:nvSpPr>
        <p:spPr>
          <a:xfrm>
            <a:off x="8305800" y="6324600"/>
            <a:ext cx="4572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rbel"/>
              <a:buNone/>
            </a:pPr>
            <a:fld id="{00000000-1234-1234-1234-123412341234}" type="slidenum">
              <a:rPr b="0" i="0" lang="en-US" sz="18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‹#›</a:t>
            </a:fld>
            <a:endParaRPr/>
          </a:p>
        </p:txBody>
      </p:sp>
      <p:sp>
        <p:nvSpPr>
          <p:cNvPr id="148" name="Google Shape;148;p52"/>
          <p:cNvSpPr txBox="1"/>
          <p:nvPr/>
        </p:nvSpPr>
        <p:spPr>
          <a:xfrm>
            <a:off x="8305800" y="6324600"/>
            <a:ext cx="4572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rbel"/>
              <a:buNone/>
            </a:pPr>
            <a:fld id="{00000000-1234-1234-1234-123412341234}" type="slidenum">
              <a:rPr b="0" i="0" lang="en-US" sz="18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‹#›</a:t>
            </a:fld>
            <a:endParaRPr/>
          </a:p>
        </p:txBody>
      </p:sp>
      <p:sp>
        <p:nvSpPr>
          <p:cNvPr id="149" name="Google Shape;149;p52"/>
          <p:cNvSpPr txBox="1"/>
          <p:nvPr>
            <p:ph idx="1" type="body"/>
          </p:nvPr>
        </p:nvSpPr>
        <p:spPr>
          <a:xfrm>
            <a:off x="457200" y="1076325"/>
            <a:ext cx="8229600" cy="5248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Noto Sans Symbols"/>
              <a:buChar char="❖"/>
              <a:defRPr b="1" i="0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Char char="•"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Char char="–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Char char="»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0" name="Google Shape;150;p52"/>
          <p:cNvSpPr txBox="1"/>
          <p:nvPr>
            <p:ph type="title"/>
          </p:nvPr>
        </p:nvSpPr>
        <p:spPr>
          <a:xfrm>
            <a:off x="1143000" y="381000"/>
            <a:ext cx="67056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151" name="Google Shape;151;p52"/>
          <p:cNvSpPr txBox="1"/>
          <p:nvPr>
            <p:ph idx="10" type="dt"/>
          </p:nvPr>
        </p:nvSpPr>
        <p:spPr>
          <a:xfrm>
            <a:off x="457200" y="6519862"/>
            <a:ext cx="213360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2" name="Google Shape;152;p52"/>
          <p:cNvSpPr txBox="1"/>
          <p:nvPr>
            <p:ph idx="11" type="ftr"/>
          </p:nvPr>
        </p:nvSpPr>
        <p:spPr>
          <a:xfrm>
            <a:off x="5181600" y="6477000"/>
            <a:ext cx="2895600" cy="233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54"/>
          <p:cNvSpPr/>
          <p:nvPr/>
        </p:nvSpPr>
        <p:spPr>
          <a:xfrm>
            <a:off x="-9525" y="344487"/>
            <a:ext cx="8194675" cy="633412"/>
          </a:xfrm>
          <a:custGeom>
            <a:rect b="b" l="l" r="r" t="t"/>
            <a:pathLst>
              <a:path extrusionOk="0" h="1471" w="5049">
                <a:moveTo>
                  <a:pt x="0" y="0"/>
                </a:moveTo>
                <a:lnTo>
                  <a:pt x="5049" y="2"/>
                </a:lnTo>
                <a:lnTo>
                  <a:pt x="5048" y="1458"/>
                </a:lnTo>
                <a:lnTo>
                  <a:pt x="0" y="1471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3" name="Google Shape;163;p54"/>
          <p:cNvGrpSpPr/>
          <p:nvPr/>
        </p:nvGrpSpPr>
        <p:grpSpPr>
          <a:xfrm>
            <a:off x="8153400" y="0"/>
            <a:ext cx="990600" cy="6858000"/>
            <a:chOff x="5040" y="0"/>
            <a:chExt cx="720" cy="4320"/>
          </a:xfrm>
        </p:grpSpPr>
        <p:sp>
          <p:nvSpPr>
            <p:cNvPr id="164" name="Google Shape;164;p54"/>
            <p:cNvSpPr txBox="1"/>
            <p:nvPr/>
          </p:nvSpPr>
          <p:spPr>
            <a:xfrm>
              <a:off x="5042" y="0"/>
              <a:ext cx="718" cy="4320"/>
            </a:xfrm>
            <a:prstGeom prst="rect">
              <a:avLst/>
            </a:prstGeom>
            <a:solidFill>
              <a:schemeClr val="folHlink">
                <a:alpha val="39607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54"/>
            <p:cNvSpPr txBox="1"/>
            <p:nvPr/>
          </p:nvSpPr>
          <p:spPr>
            <a:xfrm>
              <a:off x="5040" y="219"/>
              <a:ext cx="720" cy="393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6" name="Google Shape;166;p54"/>
          <p:cNvSpPr/>
          <p:nvPr/>
        </p:nvSpPr>
        <p:spPr>
          <a:xfrm>
            <a:off x="7696200" y="5943600"/>
            <a:ext cx="609600" cy="533400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5086C2">
              <a:alpha val="3450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54"/>
          <p:cNvSpPr/>
          <p:nvPr/>
        </p:nvSpPr>
        <p:spPr>
          <a:xfrm>
            <a:off x="8229600" y="5638800"/>
            <a:ext cx="609600" cy="533400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5086C2">
              <a:alpha val="3450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54"/>
          <p:cNvSpPr/>
          <p:nvPr/>
        </p:nvSpPr>
        <p:spPr>
          <a:xfrm>
            <a:off x="8220075" y="6229350"/>
            <a:ext cx="609600" cy="533400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5086C2">
              <a:alpha val="3450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54"/>
          <p:cNvSpPr/>
          <p:nvPr/>
        </p:nvSpPr>
        <p:spPr>
          <a:xfrm>
            <a:off x="169862" y="436562"/>
            <a:ext cx="473075" cy="419100"/>
          </a:xfrm>
          <a:prstGeom prst="hexagon">
            <a:avLst>
              <a:gd fmla="val 5738" name="adj"/>
              <a:gd fmla="val 115470" name="vf"/>
            </a:avLst>
          </a:prstGeom>
          <a:solidFill>
            <a:srgbClr val="5CADFF"/>
          </a:solidFill>
          <a:ln cap="flat" cmpd="sng" w="285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1593903" dist="56796">
              <a:srgbClr val="666633">
                <a:alpha val="4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r>
              <a:rPr b="1" i="0" lang="en-US" sz="1600" u="non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VC</a:t>
            </a:r>
            <a:endParaRPr/>
          </a:p>
        </p:txBody>
      </p:sp>
      <p:sp>
        <p:nvSpPr>
          <p:cNvPr id="170" name="Google Shape;170;p54"/>
          <p:cNvSpPr/>
          <p:nvPr/>
        </p:nvSpPr>
        <p:spPr>
          <a:xfrm>
            <a:off x="517525" y="228600"/>
            <a:ext cx="473075" cy="419100"/>
          </a:xfrm>
          <a:prstGeom prst="hexagon">
            <a:avLst>
              <a:gd fmla="val 5738" name="adj"/>
              <a:gd fmla="val 115470" name="vf"/>
            </a:avLst>
          </a:prstGeom>
          <a:solidFill>
            <a:srgbClr val="FFC000"/>
          </a:solidFill>
          <a:ln cap="flat" cmpd="sng" w="285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1593903" dist="56796">
              <a:srgbClr val="666633">
                <a:alpha val="4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&amp;</a:t>
            </a:r>
            <a:endParaRPr/>
          </a:p>
        </p:txBody>
      </p:sp>
      <p:sp>
        <p:nvSpPr>
          <p:cNvPr id="171" name="Google Shape;171;p54"/>
          <p:cNvSpPr/>
          <p:nvPr/>
        </p:nvSpPr>
        <p:spPr>
          <a:xfrm>
            <a:off x="517525" y="647700"/>
            <a:ext cx="473075" cy="419100"/>
          </a:xfrm>
          <a:prstGeom prst="hexagon">
            <a:avLst>
              <a:gd fmla="val 5738" name="adj"/>
              <a:gd fmla="val 115470" name="vf"/>
            </a:avLst>
          </a:prstGeom>
          <a:solidFill>
            <a:srgbClr val="FF99FF"/>
          </a:solidFill>
          <a:ln cap="flat" cmpd="sng" w="285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1593903" dist="56796">
              <a:srgbClr val="666633">
                <a:alpha val="4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BB</a:t>
            </a:r>
            <a:endParaRPr/>
          </a:p>
        </p:txBody>
      </p:sp>
      <p:sp>
        <p:nvSpPr>
          <p:cNvPr id="172" name="Google Shape;172;p54"/>
          <p:cNvSpPr txBox="1"/>
          <p:nvPr/>
        </p:nvSpPr>
        <p:spPr>
          <a:xfrm>
            <a:off x="8305800" y="6324600"/>
            <a:ext cx="4572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rbel"/>
              <a:buNone/>
            </a:pPr>
            <a:fld id="{00000000-1234-1234-1234-123412341234}" type="slidenum">
              <a:rPr b="0" i="0" lang="en-US" sz="18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‹#›</a:t>
            </a:fld>
            <a:endParaRPr/>
          </a:p>
        </p:txBody>
      </p:sp>
      <p:sp>
        <p:nvSpPr>
          <p:cNvPr id="173" name="Google Shape;173;p54"/>
          <p:cNvSpPr txBox="1"/>
          <p:nvPr/>
        </p:nvSpPr>
        <p:spPr>
          <a:xfrm>
            <a:off x="8305800" y="6324600"/>
            <a:ext cx="4572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rbel"/>
              <a:buNone/>
            </a:pPr>
            <a:fld id="{00000000-1234-1234-1234-123412341234}" type="slidenum">
              <a:rPr b="0" i="0" lang="en-US" sz="18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‹#›</a:t>
            </a:fld>
            <a:endParaRPr/>
          </a:p>
        </p:txBody>
      </p:sp>
      <p:sp>
        <p:nvSpPr>
          <p:cNvPr id="174" name="Google Shape;174;p54"/>
          <p:cNvSpPr txBox="1"/>
          <p:nvPr>
            <p:ph idx="1" type="body"/>
          </p:nvPr>
        </p:nvSpPr>
        <p:spPr>
          <a:xfrm>
            <a:off x="457200" y="1076325"/>
            <a:ext cx="8229600" cy="5248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Noto Sans Symbols"/>
              <a:buChar char="❖"/>
              <a:defRPr b="1" i="0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Char char="•"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Char char="–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Char char="»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5" name="Google Shape;175;p54"/>
          <p:cNvSpPr txBox="1"/>
          <p:nvPr>
            <p:ph type="title"/>
          </p:nvPr>
        </p:nvSpPr>
        <p:spPr>
          <a:xfrm>
            <a:off x="1143000" y="381000"/>
            <a:ext cx="67056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176" name="Google Shape;176;p54"/>
          <p:cNvSpPr txBox="1"/>
          <p:nvPr>
            <p:ph idx="10" type="dt"/>
          </p:nvPr>
        </p:nvSpPr>
        <p:spPr>
          <a:xfrm>
            <a:off x="457200" y="6519862"/>
            <a:ext cx="213360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7" name="Google Shape;177;p54"/>
          <p:cNvSpPr txBox="1"/>
          <p:nvPr>
            <p:ph idx="11" type="ftr"/>
          </p:nvPr>
        </p:nvSpPr>
        <p:spPr>
          <a:xfrm>
            <a:off x="5181600" y="6477000"/>
            <a:ext cx="2895600" cy="233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56"/>
          <p:cNvSpPr/>
          <p:nvPr/>
        </p:nvSpPr>
        <p:spPr>
          <a:xfrm>
            <a:off x="-9525" y="344487"/>
            <a:ext cx="8194675" cy="633412"/>
          </a:xfrm>
          <a:custGeom>
            <a:rect b="b" l="l" r="r" t="t"/>
            <a:pathLst>
              <a:path extrusionOk="0" h="1471" w="5049">
                <a:moveTo>
                  <a:pt x="0" y="0"/>
                </a:moveTo>
                <a:lnTo>
                  <a:pt x="5049" y="2"/>
                </a:lnTo>
                <a:lnTo>
                  <a:pt x="5048" y="1458"/>
                </a:lnTo>
                <a:lnTo>
                  <a:pt x="0" y="1471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3" name="Google Shape;183;p56"/>
          <p:cNvGrpSpPr/>
          <p:nvPr/>
        </p:nvGrpSpPr>
        <p:grpSpPr>
          <a:xfrm>
            <a:off x="8153400" y="0"/>
            <a:ext cx="990600" cy="6858000"/>
            <a:chOff x="5040" y="0"/>
            <a:chExt cx="720" cy="4320"/>
          </a:xfrm>
        </p:grpSpPr>
        <p:sp>
          <p:nvSpPr>
            <p:cNvPr id="184" name="Google Shape;184;p56"/>
            <p:cNvSpPr txBox="1"/>
            <p:nvPr/>
          </p:nvSpPr>
          <p:spPr>
            <a:xfrm>
              <a:off x="5042" y="0"/>
              <a:ext cx="718" cy="4320"/>
            </a:xfrm>
            <a:prstGeom prst="rect">
              <a:avLst/>
            </a:prstGeom>
            <a:solidFill>
              <a:schemeClr val="folHlink">
                <a:alpha val="39607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56"/>
            <p:cNvSpPr txBox="1"/>
            <p:nvPr/>
          </p:nvSpPr>
          <p:spPr>
            <a:xfrm>
              <a:off x="5040" y="219"/>
              <a:ext cx="720" cy="393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6" name="Google Shape;186;p56"/>
          <p:cNvSpPr/>
          <p:nvPr/>
        </p:nvSpPr>
        <p:spPr>
          <a:xfrm>
            <a:off x="7696200" y="5943600"/>
            <a:ext cx="609600" cy="533400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5086C2">
              <a:alpha val="3450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56"/>
          <p:cNvSpPr/>
          <p:nvPr/>
        </p:nvSpPr>
        <p:spPr>
          <a:xfrm>
            <a:off x="8229600" y="5638800"/>
            <a:ext cx="609600" cy="533400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5086C2">
              <a:alpha val="3450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56"/>
          <p:cNvSpPr/>
          <p:nvPr/>
        </p:nvSpPr>
        <p:spPr>
          <a:xfrm>
            <a:off x="8220075" y="6229350"/>
            <a:ext cx="609600" cy="533400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5086C2">
              <a:alpha val="3450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56"/>
          <p:cNvSpPr/>
          <p:nvPr/>
        </p:nvSpPr>
        <p:spPr>
          <a:xfrm>
            <a:off x="169862" y="436562"/>
            <a:ext cx="473075" cy="419100"/>
          </a:xfrm>
          <a:prstGeom prst="hexagon">
            <a:avLst>
              <a:gd fmla="val 5738" name="adj"/>
              <a:gd fmla="val 115470" name="vf"/>
            </a:avLst>
          </a:prstGeom>
          <a:solidFill>
            <a:srgbClr val="5CADFF"/>
          </a:solidFill>
          <a:ln cap="flat" cmpd="sng" w="285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1593903" dist="56796">
              <a:srgbClr val="666633">
                <a:alpha val="4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r>
              <a:rPr b="1" i="0" lang="en-US" sz="1600" u="non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VC</a:t>
            </a:r>
            <a:endParaRPr/>
          </a:p>
        </p:txBody>
      </p:sp>
      <p:sp>
        <p:nvSpPr>
          <p:cNvPr id="190" name="Google Shape;190;p56"/>
          <p:cNvSpPr/>
          <p:nvPr/>
        </p:nvSpPr>
        <p:spPr>
          <a:xfrm>
            <a:off x="517525" y="228600"/>
            <a:ext cx="473075" cy="419100"/>
          </a:xfrm>
          <a:prstGeom prst="hexagon">
            <a:avLst>
              <a:gd fmla="val 5738" name="adj"/>
              <a:gd fmla="val 115470" name="vf"/>
            </a:avLst>
          </a:prstGeom>
          <a:solidFill>
            <a:srgbClr val="FFC000"/>
          </a:solidFill>
          <a:ln cap="flat" cmpd="sng" w="285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1593903" dist="56796">
              <a:srgbClr val="666633">
                <a:alpha val="4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&amp;</a:t>
            </a:r>
            <a:endParaRPr/>
          </a:p>
        </p:txBody>
      </p:sp>
      <p:sp>
        <p:nvSpPr>
          <p:cNvPr id="191" name="Google Shape;191;p56"/>
          <p:cNvSpPr/>
          <p:nvPr/>
        </p:nvSpPr>
        <p:spPr>
          <a:xfrm>
            <a:off x="517525" y="647700"/>
            <a:ext cx="473075" cy="419100"/>
          </a:xfrm>
          <a:prstGeom prst="hexagon">
            <a:avLst>
              <a:gd fmla="val 5738" name="adj"/>
              <a:gd fmla="val 115470" name="vf"/>
            </a:avLst>
          </a:prstGeom>
          <a:solidFill>
            <a:srgbClr val="FF99FF"/>
          </a:solidFill>
          <a:ln cap="flat" cmpd="sng" w="285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1593903" dist="56796">
              <a:srgbClr val="666633">
                <a:alpha val="4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BB</a:t>
            </a:r>
            <a:endParaRPr/>
          </a:p>
        </p:txBody>
      </p:sp>
      <p:sp>
        <p:nvSpPr>
          <p:cNvPr id="192" name="Google Shape;192;p56"/>
          <p:cNvSpPr txBox="1"/>
          <p:nvPr/>
        </p:nvSpPr>
        <p:spPr>
          <a:xfrm>
            <a:off x="8305800" y="6324600"/>
            <a:ext cx="4572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rbel"/>
              <a:buNone/>
            </a:pPr>
            <a:fld id="{00000000-1234-1234-1234-123412341234}" type="slidenum">
              <a:rPr b="0" i="0" lang="en-US" sz="18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‹#›</a:t>
            </a:fld>
            <a:endParaRPr/>
          </a:p>
        </p:txBody>
      </p:sp>
      <p:sp>
        <p:nvSpPr>
          <p:cNvPr id="193" name="Google Shape;193;p56"/>
          <p:cNvSpPr txBox="1"/>
          <p:nvPr/>
        </p:nvSpPr>
        <p:spPr>
          <a:xfrm>
            <a:off x="8305800" y="6324600"/>
            <a:ext cx="4572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rbel"/>
              <a:buNone/>
            </a:pPr>
            <a:fld id="{00000000-1234-1234-1234-123412341234}" type="slidenum">
              <a:rPr b="0" i="0" lang="en-US" sz="18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‹#›</a:t>
            </a:fld>
            <a:endParaRPr/>
          </a:p>
        </p:txBody>
      </p:sp>
      <p:sp>
        <p:nvSpPr>
          <p:cNvPr id="194" name="Google Shape;194;p56"/>
          <p:cNvSpPr txBox="1"/>
          <p:nvPr>
            <p:ph idx="1" type="body"/>
          </p:nvPr>
        </p:nvSpPr>
        <p:spPr>
          <a:xfrm>
            <a:off x="457200" y="1076325"/>
            <a:ext cx="8229600" cy="5248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Noto Sans Symbols"/>
              <a:buChar char="❖"/>
              <a:defRPr b="1" i="0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Char char="•"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Char char="–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Char char="»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5" name="Google Shape;195;p56"/>
          <p:cNvSpPr txBox="1"/>
          <p:nvPr>
            <p:ph type="title"/>
          </p:nvPr>
        </p:nvSpPr>
        <p:spPr>
          <a:xfrm>
            <a:off x="1143000" y="381000"/>
            <a:ext cx="67056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196" name="Google Shape;196;p56"/>
          <p:cNvSpPr txBox="1"/>
          <p:nvPr>
            <p:ph idx="10" type="dt"/>
          </p:nvPr>
        </p:nvSpPr>
        <p:spPr>
          <a:xfrm>
            <a:off x="457200" y="6519862"/>
            <a:ext cx="213360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7" name="Google Shape;197;p56"/>
          <p:cNvSpPr txBox="1"/>
          <p:nvPr>
            <p:ph idx="11" type="ftr"/>
          </p:nvPr>
        </p:nvSpPr>
        <p:spPr>
          <a:xfrm>
            <a:off x="5181600" y="6477000"/>
            <a:ext cx="2895600" cy="233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4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58"/>
          <p:cNvSpPr/>
          <p:nvPr/>
        </p:nvSpPr>
        <p:spPr>
          <a:xfrm>
            <a:off x="-9525" y="344487"/>
            <a:ext cx="8194675" cy="633412"/>
          </a:xfrm>
          <a:custGeom>
            <a:rect b="b" l="l" r="r" t="t"/>
            <a:pathLst>
              <a:path extrusionOk="0" h="1471" w="5049">
                <a:moveTo>
                  <a:pt x="0" y="0"/>
                </a:moveTo>
                <a:lnTo>
                  <a:pt x="5049" y="2"/>
                </a:lnTo>
                <a:lnTo>
                  <a:pt x="5048" y="1458"/>
                </a:lnTo>
                <a:lnTo>
                  <a:pt x="0" y="1471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6" name="Google Shape;206;p58"/>
          <p:cNvGrpSpPr/>
          <p:nvPr/>
        </p:nvGrpSpPr>
        <p:grpSpPr>
          <a:xfrm>
            <a:off x="8153400" y="0"/>
            <a:ext cx="990600" cy="6858000"/>
            <a:chOff x="5040" y="0"/>
            <a:chExt cx="720" cy="4320"/>
          </a:xfrm>
        </p:grpSpPr>
        <p:sp>
          <p:nvSpPr>
            <p:cNvPr id="207" name="Google Shape;207;p58"/>
            <p:cNvSpPr txBox="1"/>
            <p:nvPr/>
          </p:nvSpPr>
          <p:spPr>
            <a:xfrm>
              <a:off x="5042" y="0"/>
              <a:ext cx="718" cy="4320"/>
            </a:xfrm>
            <a:prstGeom prst="rect">
              <a:avLst/>
            </a:prstGeom>
            <a:solidFill>
              <a:schemeClr val="folHlink">
                <a:alpha val="39607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58"/>
            <p:cNvSpPr txBox="1"/>
            <p:nvPr/>
          </p:nvSpPr>
          <p:spPr>
            <a:xfrm>
              <a:off x="5040" y="219"/>
              <a:ext cx="720" cy="393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9" name="Google Shape;209;p58"/>
          <p:cNvSpPr/>
          <p:nvPr/>
        </p:nvSpPr>
        <p:spPr>
          <a:xfrm>
            <a:off x="7696200" y="5943600"/>
            <a:ext cx="609600" cy="533400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5086C2">
              <a:alpha val="3450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58"/>
          <p:cNvSpPr/>
          <p:nvPr/>
        </p:nvSpPr>
        <p:spPr>
          <a:xfrm>
            <a:off x="8229600" y="5638800"/>
            <a:ext cx="609600" cy="533400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5086C2">
              <a:alpha val="3450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58"/>
          <p:cNvSpPr/>
          <p:nvPr/>
        </p:nvSpPr>
        <p:spPr>
          <a:xfrm>
            <a:off x="8220075" y="6229350"/>
            <a:ext cx="609600" cy="533400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5086C2">
              <a:alpha val="3450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58"/>
          <p:cNvSpPr/>
          <p:nvPr/>
        </p:nvSpPr>
        <p:spPr>
          <a:xfrm>
            <a:off x="169862" y="436562"/>
            <a:ext cx="473075" cy="419100"/>
          </a:xfrm>
          <a:prstGeom prst="hexagon">
            <a:avLst>
              <a:gd fmla="val 5738" name="adj"/>
              <a:gd fmla="val 115470" name="vf"/>
            </a:avLst>
          </a:prstGeom>
          <a:solidFill>
            <a:srgbClr val="5CADFF"/>
          </a:solidFill>
          <a:ln cap="flat" cmpd="sng" w="285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1593903" dist="56796">
              <a:srgbClr val="666633">
                <a:alpha val="4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r>
              <a:rPr b="1" i="0" lang="en-US" sz="1600" u="non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VC</a:t>
            </a:r>
            <a:endParaRPr/>
          </a:p>
        </p:txBody>
      </p:sp>
      <p:sp>
        <p:nvSpPr>
          <p:cNvPr id="213" name="Google Shape;213;p58"/>
          <p:cNvSpPr/>
          <p:nvPr/>
        </p:nvSpPr>
        <p:spPr>
          <a:xfrm>
            <a:off x="517525" y="228600"/>
            <a:ext cx="473075" cy="419100"/>
          </a:xfrm>
          <a:prstGeom prst="hexagon">
            <a:avLst>
              <a:gd fmla="val 5738" name="adj"/>
              <a:gd fmla="val 115470" name="vf"/>
            </a:avLst>
          </a:prstGeom>
          <a:solidFill>
            <a:srgbClr val="FFC000"/>
          </a:solidFill>
          <a:ln cap="flat" cmpd="sng" w="285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1593903" dist="56796">
              <a:srgbClr val="666633">
                <a:alpha val="4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&amp;</a:t>
            </a:r>
            <a:endParaRPr/>
          </a:p>
        </p:txBody>
      </p:sp>
      <p:sp>
        <p:nvSpPr>
          <p:cNvPr id="214" name="Google Shape;214;p58"/>
          <p:cNvSpPr/>
          <p:nvPr/>
        </p:nvSpPr>
        <p:spPr>
          <a:xfrm>
            <a:off x="517525" y="647700"/>
            <a:ext cx="473075" cy="419100"/>
          </a:xfrm>
          <a:prstGeom prst="hexagon">
            <a:avLst>
              <a:gd fmla="val 5738" name="adj"/>
              <a:gd fmla="val 115470" name="vf"/>
            </a:avLst>
          </a:prstGeom>
          <a:solidFill>
            <a:srgbClr val="FF99FF"/>
          </a:solidFill>
          <a:ln cap="flat" cmpd="sng" w="285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1593903" dist="56796">
              <a:srgbClr val="666633">
                <a:alpha val="4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BB</a:t>
            </a:r>
            <a:endParaRPr/>
          </a:p>
        </p:txBody>
      </p:sp>
      <p:sp>
        <p:nvSpPr>
          <p:cNvPr id="215" name="Google Shape;215;p58"/>
          <p:cNvSpPr txBox="1"/>
          <p:nvPr/>
        </p:nvSpPr>
        <p:spPr>
          <a:xfrm>
            <a:off x="8305800" y="6324600"/>
            <a:ext cx="4572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rbel"/>
              <a:buNone/>
            </a:pPr>
            <a:fld id="{00000000-1234-1234-1234-123412341234}" type="slidenum">
              <a:rPr b="0" i="0" lang="en-US" sz="18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‹#›</a:t>
            </a:fld>
            <a:endParaRPr/>
          </a:p>
        </p:txBody>
      </p:sp>
      <p:sp>
        <p:nvSpPr>
          <p:cNvPr id="216" name="Google Shape;216;p58"/>
          <p:cNvSpPr txBox="1"/>
          <p:nvPr/>
        </p:nvSpPr>
        <p:spPr>
          <a:xfrm>
            <a:off x="8305800" y="6324600"/>
            <a:ext cx="4572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rbel"/>
              <a:buNone/>
            </a:pPr>
            <a:fld id="{00000000-1234-1234-1234-123412341234}" type="slidenum">
              <a:rPr b="0" i="0" lang="en-US" sz="18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‹#›</a:t>
            </a:fld>
            <a:endParaRPr/>
          </a:p>
        </p:txBody>
      </p:sp>
      <p:sp>
        <p:nvSpPr>
          <p:cNvPr id="217" name="Google Shape;217;p58"/>
          <p:cNvSpPr txBox="1"/>
          <p:nvPr>
            <p:ph idx="1" type="body"/>
          </p:nvPr>
        </p:nvSpPr>
        <p:spPr>
          <a:xfrm>
            <a:off x="457200" y="1076325"/>
            <a:ext cx="8229600" cy="5248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Noto Sans Symbols"/>
              <a:buChar char="❖"/>
              <a:defRPr b="1" i="0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Char char="•"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Char char="–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Char char="»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8" name="Google Shape;218;p58"/>
          <p:cNvSpPr txBox="1"/>
          <p:nvPr>
            <p:ph type="title"/>
          </p:nvPr>
        </p:nvSpPr>
        <p:spPr>
          <a:xfrm>
            <a:off x="1143000" y="381000"/>
            <a:ext cx="67056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219" name="Google Shape;219;p58"/>
          <p:cNvSpPr txBox="1"/>
          <p:nvPr>
            <p:ph idx="10" type="dt"/>
          </p:nvPr>
        </p:nvSpPr>
        <p:spPr>
          <a:xfrm>
            <a:off x="457200" y="6519862"/>
            <a:ext cx="213360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0" name="Google Shape;220;p58"/>
          <p:cNvSpPr txBox="1"/>
          <p:nvPr>
            <p:ph idx="11" type="ftr"/>
          </p:nvPr>
        </p:nvSpPr>
        <p:spPr>
          <a:xfrm>
            <a:off x="5181600" y="6477000"/>
            <a:ext cx="2895600" cy="233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6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60"/>
          <p:cNvSpPr/>
          <p:nvPr/>
        </p:nvSpPr>
        <p:spPr>
          <a:xfrm>
            <a:off x="-9525" y="344487"/>
            <a:ext cx="8194675" cy="633412"/>
          </a:xfrm>
          <a:custGeom>
            <a:rect b="b" l="l" r="r" t="t"/>
            <a:pathLst>
              <a:path extrusionOk="0" h="1471" w="5049">
                <a:moveTo>
                  <a:pt x="0" y="0"/>
                </a:moveTo>
                <a:lnTo>
                  <a:pt x="5049" y="2"/>
                </a:lnTo>
                <a:lnTo>
                  <a:pt x="5048" y="1458"/>
                </a:lnTo>
                <a:lnTo>
                  <a:pt x="0" y="1471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9" name="Google Shape;229;p60"/>
          <p:cNvGrpSpPr/>
          <p:nvPr/>
        </p:nvGrpSpPr>
        <p:grpSpPr>
          <a:xfrm>
            <a:off x="8153400" y="0"/>
            <a:ext cx="990600" cy="6858000"/>
            <a:chOff x="5040" y="0"/>
            <a:chExt cx="720" cy="4320"/>
          </a:xfrm>
        </p:grpSpPr>
        <p:sp>
          <p:nvSpPr>
            <p:cNvPr id="230" name="Google Shape;230;p60"/>
            <p:cNvSpPr txBox="1"/>
            <p:nvPr/>
          </p:nvSpPr>
          <p:spPr>
            <a:xfrm>
              <a:off x="5042" y="0"/>
              <a:ext cx="718" cy="4320"/>
            </a:xfrm>
            <a:prstGeom prst="rect">
              <a:avLst/>
            </a:prstGeom>
            <a:solidFill>
              <a:schemeClr val="folHlink">
                <a:alpha val="39607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60"/>
            <p:cNvSpPr txBox="1"/>
            <p:nvPr/>
          </p:nvSpPr>
          <p:spPr>
            <a:xfrm>
              <a:off x="5040" y="219"/>
              <a:ext cx="720" cy="393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2" name="Google Shape;232;p60"/>
          <p:cNvSpPr/>
          <p:nvPr/>
        </p:nvSpPr>
        <p:spPr>
          <a:xfrm>
            <a:off x="7696200" y="5943600"/>
            <a:ext cx="609600" cy="533400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5086C2">
              <a:alpha val="3450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60"/>
          <p:cNvSpPr/>
          <p:nvPr/>
        </p:nvSpPr>
        <p:spPr>
          <a:xfrm>
            <a:off x="8229600" y="5638800"/>
            <a:ext cx="609600" cy="533400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5086C2">
              <a:alpha val="3450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60"/>
          <p:cNvSpPr/>
          <p:nvPr/>
        </p:nvSpPr>
        <p:spPr>
          <a:xfrm>
            <a:off x="8220075" y="6229350"/>
            <a:ext cx="609600" cy="533400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5086C2">
              <a:alpha val="3450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60"/>
          <p:cNvSpPr/>
          <p:nvPr/>
        </p:nvSpPr>
        <p:spPr>
          <a:xfrm>
            <a:off x="169862" y="436562"/>
            <a:ext cx="473075" cy="419100"/>
          </a:xfrm>
          <a:prstGeom prst="hexagon">
            <a:avLst>
              <a:gd fmla="val 5738" name="adj"/>
              <a:gd fmla="val 115470" name="vf"/>
            </a:avLst>
          </a:prstGeom>
          <a:solidFill>
            <a:srgbClr val="5CADFF"/>
          </a:solidFill>
          <a:ln cap="flat" cmpd="sng" w="285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1593903" dist="56796">
              <a:srgbClr val="666633">
                <a:alpha val="4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r>
              <a:rPr b="1" i="0" lang="en-US" sz="1600" u="non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VC</a:t>
            </a:r>
            <a:endParaRPr/>
          </a:p>
        </p:txBody>
      </p:sp>
      <p:sp>
        <p:nvSpPr>
          <p:cNvPr id="236" name="Google Shape;236;p60"/>
          <p:cNvSpPr/>
          <p:nvPr/>
        </p:nvSpPr>
        <p:spPr>
          <a:xfrm>
            <a:off x="517525" y="228600"/>
            <a:ext cx="473075" cy="419100"/>
          </a:xfrm>
          <a:prstGeom prst="hexagon">
            <a:avLst>
              <a:gd fmla="val 5738" name="adj"/>
              <a:gd fmla="val 115470" name="vf"/>
            </a:avLst>
          </a:prstGeom>
          <a:solidFill>
            <a:srgbClr val="FFC000"/>
          </a:solidFill>
          <a:ln cap="flat" cmpd="sng" w="285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1593903" dist="56796">
              <a:srgbClr val="666633">
                <a:alpha val="4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&amp;</a:t>
            </a:r>
            <a:endParaRPr/>
          </a:p>
        </p:txBody>
      </p:sp>
      <p:sp>
        <p:nvSpPr>
          <p:cNvPr id="237" name="Google Shape;237;p60"/>
          <p:cNvSpPr/>
          <p:nvPr/>
        </p:nvSpPr>
        <p:spPr>
          <a:xfrm>
            <a:off x="517525" y="647700"/>
            <a:ext cx="473075" cy="419100"/>
          </a:xfrm>
          <a:prstGeom prst="hexagon">
            <a:avLst>
              <a:gd fmla="val 5738" name="adj"/>
              <a:gd fmla="val 115470" name="vf"/>
            </a:avLst>
          </a:prstGeom>
          <a:solidFill>
            <a:srgbClr val="FF99FF"/>
          </a:solidFill>
          <a:ln cap="flat" cmpd="sng" w="285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1593903" dist="56796">
              <a:srgbClr val="666633">
                <a:alpha val="4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BB</a:t>
            </a:r>
            <a:endParaRPr/>
          </a:p>
        </p:txBody>
      </p:sp>
      <p:sp>
        <p:nvSpPr>
          <p:cNvPr id="238" name="Google Shape;238;p60"/>
          <p:cNvSpPr txBox="1"/>
          <p:nvPr/>
        </p:nvSpPr>
        <p:spPr>
          <a:xfrm>
            <a:off x="8305800" y="6324600"/>
            <a:ext cx="4572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rbel"/>
              <a:buNone/>
            </a:pPr>
            <a:fld id="{00000000-1234-1234-1234-123412341234}" type="slidenum">
              <a:rPr b="0" i="0" lang="en-US" sz="18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‹#›</a:t>
            </a:fld>
            <a:endParaRPr/>
          </a:p>
        </p:txBody>
      </p:sp>
      <p:sp>
        <p:nvSpPr>
          <p:cNvPr id="239" name="Google Shape;239;p60"/>
          <p:cNvSpPr txBox="1"/>
          <p:nvPr/>
        </p:nvSpPr>
        <p:spPr>
          <a:xfrm>
            <a:off x="8305800" y="6324600"/>
            <a:ext cx="4572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rbel"/>
              <a:buNone/>
            </a:pPr>
            <a:fld id="{00000000-1234-1234-1234-123412341234}" type="slidenum">
              <a:rPr b="0" i="0" lang="en-US" sz="18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‹#›</a:t>
            </a:fld>
            <a:endParaRPr/>
          </a:p>
        </p:txBody>
      </p:sp>
      <p:sp>
        <p:nvSpPr>
          <p:cNvPr id="240" name="Google Shape;240;p60"/>
          <p:cNvSpPr txBox="1"/>
          <p:nvPr>
            <p:ph idx="1" type="body"/>
          </p:nvPr>
        </p:nvSpPr>
        <p:spPr>
          <a:xfrm>
            <a:off x="457200" y="1076325"/>
            <a:ext cx="8229600" cy="5248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Noto Sans Symbols"/>
              <a:buChar char="❖"/>
              <a:defRPr b="1" i="0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Char char="•"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Char char="–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Char char="»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1" name="Google Shape;241;p60"/>
          <p:cNvSpPr txBox="1"/>
          <p:nvPr>
            <p:ph type="title"/>
          </p:nvPr>
        </p:nvSpPr>
        <p:spPr>
          <a:xfrm>
            <a:off x="1143000" y="381000"/>
            <a:ext cx="67056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242" name="Google Shape;242;p60"/>
          <p:cNvSpPr txBox="1"/>
          <p:nvPr>
            <p:ph idx="10" type="dt"/>
          </p:nvPr>
        </p:nvSpPr>
        <p:spPr>
          <a:xfrm>
            <a:off x="457200" y="6519862"/>
            <a:ext cx="213360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3" name="Google Shape;243;p60"/>
          <p:cNvSpPr txBox="1"/>
          <p:nvPr>
            <p:ph idx="11" type="ftr"/>
          </p:nvPr>
        </p:nvSpPr>
        <p:spPr>
          <a:xfrm>
            <a:off x="5181600" y="6477000"/>
            <a:ext cx="2895600" cy="233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62"/>
          <p:cNvSpPr/>
          <p:nvPr/>
        </p:nvSpPr>
        <p:spPr>
          <a:xfrm>
            <a:off x="-9525" y="344487"/>
            <a:ext cx="8194675" cy="633412"/>
          </a:xfrm>
          <a:custGeom>
            <a:rect b="b" l="l" r="r" t="t"/>
            <a:pathLst>
              <a:path extrusionOk="0" h="1471" w="5049">
                <a:moveTo>
                  <a:pt x="0" y="0"/>
                </a:moveTo>
                <a:lnTo>
                  <a:pt x="5049" y="2"/>
                </a:lnTo>
                <a:lnTo>
                  <a:pt x="5048" y="1458"/>
                </a:lnTo>
                <a:lnTo>
                  <a:pt x="0" y="1471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1" name="Google Shape;251;p62"/>
          <p:cNvGrpSpPr/>
          <p:nvPr/>
        </p:nvGrpSpPr>
        <p:grpSpPr>
          <a:xfrm>
            <a:off x="8153400" y="0"/>
            <a:ext cx="990600" cy="6858000"/>
            <a:chOff x="5040" y="0"/>
            <a:chExt cx="720" cy="4320"/>
          </a:xfrm>
        </p:grpSpPr>
        <p:sp>
          <p:nvSpPr>
            <p:cNvPr id="252" name="Google Shape;252;p62"/>
            <p:cNvSpPr txBox="1"/>
            <p:nvPr/>
          </p:nvSpPr>
          <p:spPr>
            <a:xfrm>
              <a:off x="5042" y="0"/>
              <a:ext cx="718" cy="4320"/>
            </a:xfrm>
            <a:prstGeom prst="rect">
              <a:avLst/>
            </a:prstGeom>
            <a:solidFill>
              <a:schemeClr val="folHlink">
                <a:alpha val="39607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62"/>
            <p:cNvSpPr txBox="1"/>
            <p:nvPr/>
          </p:nvSpPr>
          <p:spPr>
            <a:xfrm>
              <a:off x="5040" y="219"/>
              <a:ext cx="720" cy="393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4" name="Google Shape;254;p62"/>
          <p:cNvSpPr/>
          <p:nvPr/>
        </p:nvSpPr>
        <p:spPr>
          <a:xfrm>
            <a:off x="7696200" y="5943600"/>
            <a:ext cx="609600" cy="533400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5086C2">
              <a:alpha val="3450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62"/>
          <p:cNvSpPr/>
          <p:nvPr/>
        </p:nvSpPr>
        <p:spPr>
          <a:xfrm>
            <a:off x="8229600" y="5638800"/>
            <a:ext cx="609600" cy="533400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5086C2">
              <a:alpha val="3450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62"/>
          <p:cNvSpPr/>
          <p:nvPr/>
        </p:nvSpPr>
        <p:spPr>
          <a:xfrm>
            <a:off x="8220075" y="6229350"/>
            <a:ext cx="609600" cy="533400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5086C2">
              <a:alpha val="3450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62"/>
          <p:cNvSpPr/>
          <p:nvPr/>
        </p:nvSpPr>
        <p:spPr>
          <a:xfrm>
            <a:off x="169862" y="436562"/>
            <a:ext cx="473075" cy="419100"/>
          </a:xfrm>
          <a:prstGeom prst="hexagon">
            <a:avLst>
              <a:gd fmla="val 5738" name="adj"/>
              <a:gd fmla="val 115470" name="vf"/>
            </a:avLst>
          </a:prstGeom>
          <a:solidFill>
            <a:srgbClr val="5CADFF"/>
          </a:solidFill>
          <a:ln cap="flat" cmpd="sng" w="285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1593903" dist="56796">
              <a:srgbClr val="666633">
                <a:alpha val="4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r>
              <a:rPr b="1" i="0" lang="en-US" sz="1600" u="non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VC</a:t>
            </a:r>
            <a:endParaRPr/>
          </a:p>
        </p:txBody>
      </p:sp>
      <p:sp>
        <p:nvSpPr>
          <p:cNvPr id="258" name="Google Shape;258;p62"/>
          <p:cNvSpPr/>
          <p:nvPr/>
        </p:nvSpPr>
        <p:spPr>
          <a:xfrm>
            <a:off x="517525" y="228600"/>
            <a:ext cx="473075" cy="419100"/>
          </a:xfrm>
          <a:prstGeom prst="hexagon">
            <a:avLst>
              <a:gd fmla="val 5738" name="adj"/>
              <a:gd fmla="val 115470" name="vf"/>
            </a:avLst>
          </a:prstGeom>
          <a:solidFill>
            <a:srgbClr val="FFC000"/>
          </a:solidFill>
          <a:ln cap="flat" cmpd="sng" w="285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1593903" dist="56796">
              <a:srgbClr val="666633">
                <a:alpha val="4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&amp;</a:t>
            </a:r>
            <a:endParaRPr/>
          </a:p>
        </p:txBody>
      </p:sp>
      <p:sp>
        <p:nvSpPr>
          <p:cNvPr id="259" name="Google Shape;259;p62"/>
          <p:cNvSpPr/>
          <p:nvPr/>
        </p:nvSpPr>
        <p:spPr>
          <a:xfrm>
            <a:off x="517525" y="647700"/>
            <a:ext cx="473075" cy="419100"/>
          </a:xfrm>
          <a:prstGeom prst="hexagon">
            <a:avLst>
              <a:gd fmla="val 5738" name="adj"/>
              <a:gd fmla="val 115470" name="vf"/>
            </a:avLst>
          </a:prstGeom>
          <a:solidFill>
            <a:srgbClr val="FF99FF"/>
          </a:solidFill>
          <a:ln cap="flat" cmpd="sng" w="285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1593903" dist="56796">
              <a:srgbClr val="666633">
                <a:alpha val="4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BB</a:t>
            </a:r>
            <a:endParaRPr/>
          </a:p>
        </p:txBody>
      </p:sp>
      <p:sp>
        <p:nvSpPr>
          <p:cNvPr id="260" name="Google Shape;260;p62"/>
          <p:cNvSpPr txBox="1"/>
          <p:nvPr/>
        </p:nvSpPr>
        <p:spPr>
          <a:xfrm>
            <a:off x="8305800" y="6324600"/>
            <a:ext cx="4572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rbel"/>
              <a:buNone/>
            </a:pPr>
            <a:fld id="{00000000-1234-1234-1234-123412341234}" type="slidenum">
              <a:rPr b="0" i="0" lang="en-US" sz="18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‹#›</a:t>
            </a:fld>
            <a:endParaRPr/>
          </a:p>
        </p:txBody>
      </p:sp>
      <p:sp>
        <p:nvSpPr>
          <p:cNvPr id="261" name="Google Shape;261;p62"/>
          <p:cNvSpPr txBox="1"/>
          <p:nvPr/>
        </p:nvSpPr>
        <p:spPr>
          <a:xfrm>
            <a:off x="8305800" y="6324600"/>
            <a:ext cx="4572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rbel"/>
              <a:buNone/>
            </a:pPr>
            <a:fld id="{00000000-1234-1234-1234-123412341234}" type="slidenum">
              <a:rPr b="0" i="0" lang="en-US" sz="18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‹#›</a:t>
            </a:fld>
            <a:endParaRPr/>
          </a:p>
        </p:txBody>
      </p:sp>
      <p:sp>
        <p:nvSpPr>
          <p:cNvPr id="262" name="Google Shape;262;p62"/>
          <p:cNvSpPr txBox="1"/>
          <p:nvPr>
            <p:ph idx="1" type="body"/>
          </p:nvPr>
        </p:nvSpPr>
        <p:spPr>
          <a:xfrm>
            <a:off x="457200" y="1076325"/>
            <a:ext cx="8229600" cy="5248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Noto Sans Symbols"/>
              <a:buChar char="❖"/>
              <a:defRPr b="1" i="0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Char char="•"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Char char="–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Char char="»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3" name="Google Shape;263;p62"/>
          <p:cNvSpPr txBox="1"/>
          <p:nvPr>
            <p:ph type="title"/>
          </p:nvPr>
        </p:nvSpPr>
        <p:spPr>
          <a:xfrm>
            <a:off x="1143000" y="381000"/>
            <a:ext cx="67056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264" name="Google Shape;264;p62"/>
          <p:cNvSpPr txBox="1"/>
          <p:nvPr>
            <p:ph idx="10" type="dt"/>
          </p:nvPr>
        </p:nvSpPr>
        <p:spPr>
          <a:xfrm>
            <a:off x="457200" y="6519862"/>
            <a:ext cx="213360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5" name="Google Shape;265;p62"/>
          <p:cNvSpPr txBox="1"/>
          <p:nvPr>
            <p:ph idx="11" type="ftr"/>
          </p:nvPr>
        </p:nvSpPr>
        <p:spPr>
          <a:xfrm>
            <a:off x="5181600" y="6477000"/>
            <a:ext cx="2895600" cy="233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0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64"/>
          <p:cNvSpPr/>
          <p:nvPr/>
        </p:nvSpPr>
        <p:spPr>
          <a:xfrm>
            <a:off x="-9525" y="344487"/>
            <a:ext cx="8194675" cy="633412"/>
          </a:xfrm>
          <a:custGeom>
            <a:rect b="b" l="l" r="r" t="t"/>
            <a:pathLst>
              <a:path extrusionOk="0" h="1471" w="5049">
                <a:moveTo>
                  <a:pt x="0" y="0"/>
                </a:moveTo>
                <a:lnTo>
                  <a:pt x="5049" y="2"/>
                </a:lnTo>
                <a:lnTo>
                  <a:pt x="5048" y="1458"/>
                </a:lnTo>
                <a:lnTo>
                  <a:pt x="0" y="1471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3" name="Google Shape;273;p64"/>
          <p:cNvGrpSpPr/>
          <p:nvPr/>
        </p:nvGrpSpPr>
        <p:grpSpPr>
          <a:xfrm>
            <a:off x="8153400" y="0"/>
            <a:ext cx="990600" cy="6858000"/>
            <a:chOff x="5040" y="0"/>
            <a:chExt cx="720" cy="4320"/>
          </a:xfrm>
        </p:grpSpPr>
        <p:sp>
          <p:nvSpPr>
            <p:cNvPr id="274" name="Google Shape;274;p64"/>
            <p:cNvSpPr txBox="1"/>
            <p:nvPr/>
          </p:nvSpPr>
          <p:spPr>
            <a:xfrm>
              <a:off x="5042" y="0"/>
              <a:ext cx="718" cy="4320"/>
            </a:xfrm>
            <a:prstGeom prst="rect">
              <a:avLst/>
            </a:prstGeom>
            <a:solidFill>
              <a:schemeClr val="folHlink">
                <a:alpha val="39607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p64"/>
            <p:cNvSpPr txBox="1"/>
            <p:nvPr/>
          </p:nvSpPr>
          <p:spPr>
            <a:xfrm>
              <a:off x="5040" y="219"/>
              <a:ext cx="720" cy="393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6" name="Google Shape;276;p64"/>
          <p:cNvSpPr/>
          <p:nvPr/>
        </p:nvSpPr>
        <p:spPr>
          <a:xfrm>
            <a:off x="7696200" y="5943600"/>
            <a:ext cx="609600" cy="533400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5086C2">
              <a:alpha val="3450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64"/>
          <p:cNvSpPr/>
          <p:nvPr/>
        </p:nvSpPr>
        <p:spPr>
          <a:xfrm>
            <a:off x="8229600" y="5638800"/>
            <a:ext cx="609600" cy="533400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5086C2">
              <a:alpha val="3450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64"/>
          <p:cNvSpPr/>
          <p:nvPr/>
        </p:nvSpPr>
        <p:spPr>
          <a:xfrm>
            <a:off x="8220075" y="6229350"/>
            <a:ext cx="609600" cy="533400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5086C2">
              <a:alpha val="3450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64"/>
          <p:cNvSpPr/>
          <p:nvPr/>
        </p:nvSpPr>
        <p:spPr>
          <a:xfrm>
            <a:off x="169862" y="436562"/>
            <a:ext cx="473075" cy="419100"/>
          </a:xfrm>
          <a:prstGeom prst="hexagon">
            <a:avLst>
              <a:gd fmla="val 5738" name="adj"/>
              <a:gd fmla="val 115470" name="vf"/>
            </a:avLst>
          </a:prstGeom>
          <a:solidFill>
            <a:srgbClr val="5CADFF"/>
          </a:solidFill>
          <a:ln cap="flat" cmpd="sng" w="285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1593903" dist="56796">
              <a:srgbClr val="666633">
                <a:alpha val="4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r>
              <a:rPr b="1" i="0" lang="en-US" sz="1600" u="non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VC</a:t>
            </a:r>
            <a:endParaRPr/>
          </a:p>
        </p:txBody>
      </p:sp>
      <p:sp>
        <p:nvSpPr>
          <p:cNvPr id="280" name="Google Shape;280;p64"/>
          <p:cNvSpPr/>
          <p:nvPr/>
        </p:nvSpPr>
        <p:spPr>
          <a:xfrm>
            <a:off x="517525" y="228600"/>
            <a:ext cx="473075" cy="419100"/>
          </a:xfrm>
          <a:prstGeom prst="hexagon">
            <a:avLst>
              <a:gd fmla="val 5738" name="adj"/>
              <a:gd fmla="val 115470" name="vf"/>
            </a:avLst>
          </a:prstGeom>
          <a:solidFill>
            <a:srgbClr val="FFC000"/>
          </a:solidFill>
          <a:ln cap="flat" cmpd="sng" w="285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1593903" dist="56796">
              <a:srgbClr val="666633">
                <a:alpha val="4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&amp;</a:t>
            </a:r>
            <a:endParaRPr/>
          </a:p>
        </p:txBody>
      </p:sp>
      <p:sp>
        <p:nvSpPr>
          <p:cNvPr id="281" name="Google Shape;281;p64"/>
          <p:cNvSpPr/>
          <p:nvPr/>
        </p:nvSpPr>
        <p:spPr>
          <a:xfrm>
            <a:off x="517525" y="647700"/>
            <a:ext cx="473075" cy="419100"/>
          </a:xfrm>
          <a:prstGeom prst="hexagon">
            <a:avLst>
              <a:gd fmla="val 5738" name="adj"/>
              <a:gd fmla="val 115470" name="vf"/>
            </a:avLst>
          </a:prstGeom>
          <a:solidFill>
            <a:srgbClr val="FF99FF"/>
          </a:solidFill>
          <a:ln cap="flat" cmpd="sng" w="285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1593903" dist="56796">
              <a:srgbClr val="666633">
                <a:alpha val="4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BB</a:t>
            </a:r>
            <a:endParaRPr/>
          </a:p>
        </p:txBody>
      </p:sp>
      <p:sp>
        <p:nvSpPr>
          <p:cNvPr id="282" name="Google Shape;282;p64"/>
          <p:cNvSpPr txBox="1"/>
          <p:nvPr/>
        </p:nvSpPr>
        <p:spPr>
          <a:xfrm>
            <a:off x="8305800" y="6324600"/>
            <a:ext cx="4572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rbel"/>
              <a:buNone/>
            </a:pPr>
            <a:fld id="{00000000-1234-1234-1234-123412341234}" type="slidenum">
              <a:rPr b="0" i="0" lang="en-US" sz="18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‹#›</a:t>
            </a:fld>
            <a:endParaRPr/>
          </a:p>
        </p:txBody>
      </p:sp>
      <p:sp>
        <p:nvSpPr>
          <p:cNvPr id="283" name="Google Shape;283;p64"/>
          <p:cNvSpPr txBox="1"/>
          <p:nvPr/>
        </p:nvSpPr>
        <p:spPr>
          <a:xfrm>
            <a:off x="8305800" y="6324600"/>
            <a:ext cx="4572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rbel"/>
              <a:buNone/>
            </a:pPr>
            <a:fld id="{00000000-1234-1234-1234-123412341234}" type="slidenum">
              <a:rPr b="0" i="0" lang="en-US" sz="18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‹#›</a:t>
            </a:fld>
            <a:endParaRPr/>
          </a:p>
        </p:txBody>
      </p:sp>
      <p:sp>
        <p:nvSpPr>
          <p:cNvPr id="284" name="Google Shape;284;p64"/>
          <p:cNvSpPr txBox="1"/>
          <p:nvPr>
            <p:ph idx="1" type="body"/>
          </p:nvPr>
        </p:nvSpPr>
        <p:spPr>
          <a:xfrm>
            <a:off x="457200" y="1076325"/>
            <a:ext cx="8229600" cy="5248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Noto Sans Symbols"/>
              <a:buChar char="❖"/>
              <a:defRPr b="1" i="0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Char char="•"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Char char="–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Char char="»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5" name="Google Shape;285;p64"/>
          <p:cNvSpPr txBox="1"/>
          <p:nvPr>
            <p:ph type="title"/>
          </p:nvPr>
        </p:nvSpPr>
        <p:spPr>
          <a:xfrm>
            <a:off x="1143000" y="381000"/>
            <a:ext cx="67056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286" name="Google Shape;286;p64"/>
          <p:cNvSpPr txBox="1"/>
          <p:nvPr>
            <p:ph idx="10" type="dt"/>
          </p:nvPr>
        </p:nvSpPr>
        <p:spPr>
          <a:xfrm>
            <a:off x="457200" y="6519862"/>
            <a:ext cx="213360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7" name="Google Shape;287;p64"/>
          <p:cNvSpPr txBox="1"/>
          <p:nvPr>
            <p:ph idx="11" type="ftr"/>
          </p:nvPr>
        </p:nvSpPr>
        <p:spPr>
          <a:xfrm>
            <a:off x="5181600" y="6477000"/>
            <a:ext cx="2895600" cy="233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2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66"/>
          <p:cNvSpPr/>
          <p:nvPr/>
        </p:nvSpPr>
        <p:spPr>
          <a:xfrm>
            <a:off x="-9525" y="344487"/>
            <a:ext cx="8194675" cy="633412"/>
          </a:xfrm>
          <a:custGeom>
            <a:rect b="b" l="l" r="r" t="t"/>
            <a:pathLst>
              <a:path extrusionOk="0" h="1471" w="5049">
                <a:moveTo>
                  <a:pt x="0" y="0"/>
                </a:moveTo>
                <a:lnTo>
                  <a:pt x="5049" y="2"/>
                </a:lnTo>
                <a:lnTo>
                  <a:pt x="5048" y="1458"/>
                </a:lnTo>
                <a:lnTo>
                  <a:pt x="0" y="1471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94" name="Google Shape;294;p66"/>
          <p:cNvGrpSpPr/>
          <p:nvPr/>
        </p:nvGrpSpPr>
        <p:grpSpPr>
          <a:xfrm>
            <a:off x="8153400" y="0"/>
            <a:ext cx="990600" cy="6858000"/>
            <a:chOff x="5040" y="0"/>
            <a:chExt cx="720" cy="4320"/>
          </a:xfrm>
        </p:grpSpPr>
        <p:sp>
          <p:nvSpPr>
            <p:cNvPr id="295" name="Google Shape;295;p66"/>
            <p:cNvSpPr txBox="1"/>
            <p:nvPr/>
          </p:nvSpPr>
          <p:spPr>
            <a:xfrm>
              <a:off x="5042" y="0"/>
              <a:ext cx="718" cy="4320"/>
            </a:xfrm>
            <a:prstGeom prst="rect">
              <a:avLst/>
            </a:prstGeom>
            <a:solidFill>
              <a:schemeClr val="folHlink">
                <a:alpha val="39607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" name="Google Shape;296;p66"/>
            <p:cNvSpPr txBox="1"/>
            <p:nvPr/>
          </p:nvSpPr>
          <p:spPr>
            <a:xfrm>
              <a:off x="5040" y="219"/>
              <a:ext cx="720" cy="393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7" name="Google Shape;297;p66"/>
          <p:cNvSpPr/>
          <p:nvPr/>
        </p:nvSpPr>
        <p:spPr>
          <a:xfrm>
            <a:off x="7696200" y="5943600"/>
            <a:ext cx="609600" cy="533400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5086C2">
              <a:alpha val="3450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66"/>
          <p:cNvSpPr/>
          <p:nvPr/>
        </p:nvSpPr>
        <p:spPr>
          <a:xfrm>
            <a:off x="8229600" y="5638800"/>
            <a:ext cx="609600" cy="533400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5086C2">
              <a:alpha val="3450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66"/>
          <p:cNvSpPr/>
          <p:nvPr/>
        </p:nvSpPr>
        <p:spPr>
          <a:xfrm>
            <a:off x="8220075" y="6229350"/>
            <a:ext cx="609600" cy="533400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5086C2">
              <a:alpha val="3450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66"/>
          <p:cNvSpPr/>
          <p:nvPr/>
        </p:nvSpPr>
        <p:spPr>
          <a:xfrm>
            <a:off x="169862" y="436562"/>
            <a:ext cx="473075" cy="419100"/>
          </a:xfrm>
          <a:prstGeom prst="hexagon">
            <a:avLst>
              <a:gd fmla="val 5738" name="adj"/>
              <a:gd fmla="val 115470" name="vf"/>
            </a:avLst>
          </a:prstGeom>
          <a:solidFill>
            <a:srgbClr val="5CADFF"/>
          </a:solidFill>
          <a:ln cap="flat" cmpd="sng" w="285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1593903" dist="56796">
              <a:srgbClr val="666633">
                <a:alpha val="4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r>
              <a:rPr b="1" i="0" lang="en-US" sz="1600" u="non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VC</a:t>
            </a:r>
            <a:endParaRPr/>
          </a:p>
        </p:txBody>
      </p:sp>
      <p:sp>
        <p:nvSpPr>
          <p:cNvPr id="301" name="Google Shape;301;p66"/>
          <p:cNvSpPr/>
          <p:nvPr/>
        </p:nvSpPr>
        <p:spPr>
          <a:xfrm>
            <a:off x="517525" y="228600"/>
            <a:ext cx="473075" cy="419100"/>
          </a:xfrm>
          <a:prstGeom prst="hexagon">
            <a:avLst>
              <a:gd fmla="val 5738" name="adj"/>
              <a:gd fmla="val 115470" name="vf"/>
            </a:avLst>
          </a:prstGeom>
          <a:solidFill>
            <a:srgbClr val="FFC000"/>
          </a:solidFill>
          <a:ln cap="flat" cmpd="sng" w="285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1593903" dist="56796">
              <a:srgbClr val="666633">
                <a:alpha val="4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&amp;</a:t>
            </a:r>
            <a:endParaRPr/>
          </a:p>
        </p:txBody>
      </p:sp>
      <p:sp>
        <p:nvSpPr>
          <p:cNvPr id="302" name="Google Shape;302;p66"/>
          <p:cNvSpPr/>
          <p:nvPr/>
        </p:nvSpPr>
        <p:spPr>
          <a:xfrm>
            <a:off x="517525" y="647700"/>
            <a:ext cx="473075" cy="419100"/>
          </a:xfrm>
          <a:prstGeom prst="hexagon">
            <a:avLst>
              <a:gd fmla="val 5738" name="adj"/>
              <a:gd fmla="val 115470" name="vf"/>
            </a:avLst>
          </a:prstGeom>
          <a:solidFill>
            <a:srgbClr val="FF99FF"/>
          </a:solidFill>
          <a:ln cap="flat" cmpd="sng" w="285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1593903" dist="56796">
              <a:srgbClr val="666633">
                <a:alpha val="4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BB</a:t>
            </a:r>
            <a:endParaRPr/>
          </a:p>
        </p:txBody>
      </p:sp>
      <p:sp>
        <p:nvSpPr>
          <p:cNvPr id="303" name="Google Shape;303;p66"/>
          <p:cNvSpPr txBox="1"/>
          <p:nvPr/>
        </p:nvSpPr>
        <p:spPr>
          <a:xfrm>
            <a:off x="8305800" y="6324600"/>
            <a:ext cx="4572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rbel"/>
              <a:buNone/>
            </a:pPr>
            <a:fld id="{00000000-1234-1234-1234-123412341234}" type="slidenum">
              <a:rPr b="0" i="0" lang="en-US" sz="18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‹#›</a:t>
            </a:fld>
            <a:endParaRPr/>
          </a:p>
        </p:txBody>
      </p:sp>
      <p:sp>
        <p:nvSpPr>
          <p:cNvPr id="304" name="Google Shape;304;p66"/>
          <p:cNvSpPr txBox="1"/>
          <p:nvPr/>
        </p:nvSpPr>
        <p:spPr>
          <a:xfrm>
            <a:off x="8305800" y="6324600"/>
            <a:ext cx="4572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rbel"/>
              <a:buNone/>
            </a:pPr>
            <a:fld id="{00000000-1234-1234-1234-123412341234}" type="slidenum">
              <a:rPr b="0" i="0" lang="en-US" sz="18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‹#›</a:t>
            </a:fld>
            <a:endParaRPr/>
          </a:p>
        </p:txBody>
      </p:sp>
      <p:sp>
        <p:nvSpPr>
          <p:cNvPr id="305" name="Google Shape;305;p66"/>
          <p:cNvSpPr txBox="1"/>
          <p:nvPr>
            <p:ph idx="1" type="body"/>
          </p:nvPr>
        </p:nvSpPr>
        <p:spPr>
          <a:xfrm>
            <a:off x="457200" y="1076325"/>
            <a:ext cx="8229600" cy="5248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Noto Sans Symbols"/>
              <a:buChar char="❖"/>
              <a:defRPr b="1" i="0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Char char="•"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Char char="–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Char char="»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6" name="Google Shape;306;p66"/>
          <p:cNvSpPr txBox="1"/>
          <p:nvPr>
            <p:ph type="title"/>
          </p:nvPr>
        </p:nvSpPr>
        <p:spPr>
          <a:xfrm>
            <a:off x="1143000" y="381000"/>
            <a:ext cx="67056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307" name="Google Shape;307;p66"/>
          <p:cNvSpPr txBox="1"/>
          <p:nvPr>
            <p:ph idx="10" type="dt"/>
          </p:nvPr>
        </p:nvSpPr>
        <p:spPr>
          <a:xfrm>
            <a:off x="457200" y="6519862"/>
            <a:ext cx="213360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8" name="Google Shape;308;p66"/>
          <p:cNvSpPr txBox="1"/>
          <p:nvPr>
            <p:ph idx="11" type="ftr"/>
          </p:nvPr>
        </p:nvSpPr>
        <p:spPr>
          <a:xfrm>
            <a:off x="5181600" y="6477000"/>
            <a:ext cx="2895600" cy="233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4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gif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"/>
          <p:cNvSpPr txBox="1"/>
          <p:nvPr>
            <p:ph type="ctrTitle"/>
          </p:nvPr>
        </p:nvSpPr>
        <p:spPr>
          <a:xfrm>
            <a:off x="1143000" y="1116012"/>
            <a:ext cx="67056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Verdana"/>
              <a:buNone/>
            </a:pPr>
            <a:r>
              <a:rPr b="1" i="0" lang="en-US" sz="3600" u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KỸ THUẬT LẬP TRÌNH</a:t>
            </a:r>
            <a:endParaRPr/>
          </a:p>
        </p:txBody>
      </p:sp>
      <p:sp>
        <p:nvSpPr>
          <p:cNvPr id="320" name="Google Shape;320;p1"/>
          <p:cNvSpPr/>
          <p:nvPr/>
        </p:nvSpPr>
        <p:spPr>
          <a:xfrm>
            <a:off x="304800" y="152400"/>
            <a:ext cx="708025" cy="990600"/>
          </a:xfrm>
          <a:prstGeom prst="roundRect">
            <a:avLst>
              <a:gd fmla="val 16667" name="adj"/>
            </a:avLst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 cap="flat" cmpd="sng" w="25400">
            <a:solidFill>
              <a:srgbClr val="78A84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"/>
          <p:cNvSpPr txBox="1"/>
          <p:nvPr>
            <p:ph idx="1" type="subTitle"/>
          </p:nvPr>
        </p:nvSpPr>
        <p:spPr>
          <a:xfrm>
            <a:off x="3505200" y="2971800"/>
            <a:ext cx="4343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i="0" lang="en-US" sz="2400" u="non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DỮ LIỆU KIỂU CON TRỎ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b="1" i="0" lang="en-US" sz="2400" u="non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(CƠ BẢN)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"/>
          <p:cNvSpPr txBox="1"/>
          <p:nvPr>
            <p:ph type="title"/>
          </p:nvPr>
        </p:nvSpPr>
        <p:spPr>
          <a:xfrm>
            <a:off x="1143000" y="381000"/>
            <a:ext cx="67056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Verdana"/>
              <a:buNone/>
            </a:pP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Nội dung</a:t>
            </a:r>
            <a:endParaRPr/>
          </a:p>
        </p:txBody>
      </p:sp>
      <p:sp>
        <p:nvSpPr>
          <p:cNvPr id="328" name="Google Shape;328;p2"/>
          <p:cNvSpPr txBox="1"/>
          <p:nvPr/>
        </p:nvSpPr>
        <p:spPr>
          <a:xfrm>
            <a:off x="5181600" y="6477000"/>
            <a:ext cx="2895600" cy="233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None/>
            </a:pPr>
            <a:r>
              <a:rPr b="0" i="0" lang="en-US" sz="11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Dữ liệu kiểu con trỏ (cơ bản)</a:t>
            </a:r>
            <a:endParaRPr/>
          </a:p>
        </p:txBody>
      </p:sp>
      <p:grpSp>
        <p:nvGrpSpPr>
          <p:cNvPr id="329" name="Google Shape;329;p2"/>
          <p:cNvGrpSpPr/>
          <p:nvPr/>
        </p:nvGrpSpPr>
        <p:grpSpPr>
          <a:xfrm>
            <a:off x="2133600" y="1905000"/>
            <a:ext cx="4724400" cy="685800"/>
            <a:chOff x="1296" y="1824"/>
            <a:chExt cx="2976" cy="432"/>
          </a:xfrm>
        </p:grpSpPr>
        <p:sp>
          <p:nvSpPr>
            <p:cNvPr id="330" name="Google Shape;330;p2"/>
            <p:cNvSpPr/>
            <p:nvPr/>
          </p:nvSpPr>
          <p:spPr>
            <a:xfrm>
              <a:off x="1536" y="1899"/>
              <a:ext cx="2736" cy="288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E5F0DB"/>
                </a:gs>
                <a:gs pos="100000">
                  <a:schemeClr val="accent2"/>
                </a:gs>
              </a:gsLst>
              <a:lin ang="0" scaled="0"/>
            </a:gra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63500" dir="2388334" dist="99190">
                <a:srgbClr val="333333">
                  <a:alpha val="49803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" name="Google Shape;331;p2"/>
            <p:cNvSpPr/>
            <p:nvPr/>
          </p:nvSpPr>
          <p:spPr>
            <a:xfrm>
              <a:off x="1296" y="1824"/>
              <a:ext cx="432" cy="432"/>
            </a:xfrm>
            <a:prstGeom prst="diamond">
              <a:avLst/>
            </a:prstGeom>
            <a:solidFill>
              <a:schemeClr val="accent2"/>
            </a:solidFill>
            <a:ln cap="flat" cmpd="sng" w="254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63500" dir="2212194" dist="63500">
                <a:srgbClr val="333333">
                  <a:alpha val="49803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" name="Google Shape;332;p2"/>
            <p:cNvSpPr txBox="1"/>
            <p:nvPr/>
          </p:nvSpPr>
          <p:spPr>
            <a:xfrm>
              <a:off x="1824" y="1934"/>
              <a:ext cx="2448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Khái niệm và cách sử dụng</a:t>
              </a:r>
              <a:endParaRPr/>
            </a:p>
          </p:txBody>
        </p:sp>
        <p:sp>
          <p:nvSpPr>
            <p:cNvPr id="333" name="Google Shape;333;p2"/>
            <p:cNvSpPr txBox="1"/>
            <p:nvPr/>
          </p:nvSpPr>
          <p:spPr>
            <a:xfrm>
              <a:off x="1393" y="1886"/>
              <a:ext cx="223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grpSp>
        <p:nvGrpSpPr>
          <p:cNvPr id="334" name="Google Shape;334;p2"/>
          <p:cNvGrpSpPr/>
          <p:nvPr/>
        </p:nvGrpSpPr>
        <p:grpSpPr>
          <a:xfrm>
            <a:off x="2133600" y="2743200"/>
            <a:ext cx="4724400" cy="685800"/>
            <a:chOff x="1296" y="1824"/>
            <a:chExt cx="2976" cy="432"/>
          </a:xfrm>
        </p:grpSpPr>
        <p:sp>
          <p:nvSpPr>
            <p:cNvPr id="335" name="Google Shape;335;p2"/>
            <p:cNvSpPr/>
            <p:nvPr/>
          </p:nvSpPr>
          <p:spPr>
            <a:xfrm>
              <a:off x="1536" y="1899"/>
              <a:ext cx="2736" cy="288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F8E6D8"/>
                </a:gs>
                <a:gs pos="100000">
                  <a:schemeClr val="accent1"/>
                </a:gs>
              </a:gsLst>
              <a:lin ang="0" scaled="0"/>
            </a:gra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63500" dir="2388334" dist="99190">
                <a:srgbClr val="333333">
                  <a:alpha val="49803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" name="Google Shape;336;p2"/>
            <p:cNvSpPr/>
            <p:nvPr/>
          </p:nvSpPr>
          <p:spPr>
            <a:xfrm>
              <a:off x="1296" y="1824"/>
              <a:ext cx="432" cy="432"/>
            </a:xfrm>
            <a:prstGeom prst="diamond">
              <a:avLst/>
            </a:prstGeom>
            <a:solidFill>
              <a:schemeClr val="accent1"/>
            </a:solidFill>
            <a:ln cap="flat" cmpd="sng" w="254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63500" dir="2212194" dist="63500">
                <a:srgbClr val="333333">
                  <a:alpha val="49803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" name="Google Shape;337;p2"/>
            <p:cNvSpPr txBox="1"/>
            <p:nvPr/>
          </p:nvSpPr>
          <p:spPr>
            <a:xfrm>
              <a:off x="1824" y="1934"/>
              <a:ext cx="2448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Các cách truyền đối số cho hàm</a:t>
              </a:r>
              <a:endParaRPr/>
            </a:p>
          </p:txBody>
        </p:sp>
        <p:sp>
          <p:nvSpPr>
            <p:cNvPr id="338" name="Google Shape;338;p2"/>
            <p:cNvSpPr txBox="1"/>
            <p:nvPr/>
          </p:nvSpPr>
          <p:spPr>
            <a:xfrm>
              <a:off x="1393" y="1886"/>
              <a:ext cx="223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</p:grpSp>
      <p:grpSp>
        <p:nvGrpSpPr>
          <p:cNvPr id="339" name="Google Shape;339;p2"/>
          <p:cNvGrpSpPr/>
          <p:nvPr/>
        </p:nvGrpSpPr>
        <p:grpSpPr>
          <a:xfrm>
            <a:off x="2133600" y="3581400"/>
            <a:ext cx="4724400" cy="685800"/>
            <a:chOff x="1296" y="1824"/>
            <a:chExt cx="2976" cy="432"/>
          </a:xfrm>
        </p:grpSpPr>
        <p:sp>
          <p:nvSpPr>
            <p:cNvPr id="340" name="Google Shape;340;p2"/>
            <p:cNvSpPr/>
            <p:nvPr/>
          </p:nvSpPr>
          <p:spPr>
            <a:xfrm>
              <a:off x="1536" y="1899"/>
              <a:ext cx="2736" cy="288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DAE5F2"/>
                </a:gs>
                <a:gs pos="100000">
                  <a:schemeClr val="dk2"/>
                </a:gs>
              </a:gsLst>
              <a:lin ang="0" scaled="0"/>
            </a:gra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63500" dir="2388334" dist="99190">
                <a:srgbClr val="333333">
                  <a:alpha val="49803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" name="Google Shape;341;p2"/>
            <p:cNvSpPr/>
            <p:nvPr/>
          </p:nvSpPr>
          <p:spPr>
            <a:xfrm>
              <a:off x="1296" y="1824"/>
              <a:ext cx="432" cy="432"/>
            </a:xfrm>
            <a:prstGeom prst="diamond">
              <a:avLst/>
            </a:prstGeom>
            <a:solidFill>
              <a:schemeClr val="hlink"/>
            </a:solidFill>
            <a:ln cap="flat" cmpd="sng" w="254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63500" dir="2212194" dist="63500">
                <a:srgbClr val="333333">
                  <a:alpha val="49803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" name="Google Shape;342;p2"/>
            <p:cNvSpPr txBox="1"/>
            <p:nvPr/>
          </p:nvSpPr>
          <p:spPr>
            <a:xfrm>
              <a:off x="1824" y="1934"/>
              <a:ext cx="2448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Con trỏ và mảng một chiều</a:t>
              </a:r>
              <a:endParaRPr/>
            </a:p>
          </p:txBody>
        </p:sp>
        <p:sp>
          <p:nvSpPr>
            <p:cNvPr id="343" name="Google Shape;343;p2"/>
            <p:cNvSpPr txBox="1"/>
            <p:nvPr/>
          </p:nvSpPr>
          <p:spPr>
            <a:xfrm>
              <a:off x="1393" y="1886"/>
              <a:ext cx="223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</p:grpSp>
      <p:grpSp>
        <p:nvGrpSpPr>
          <p:cNvPr id="344" name="Google Shape;344;p2"/>
          <p:cNvGrpSpPr/>
          <p:nvPr/>
        </p:nvGrpSpPr>
        <p:grpSpPr>
          <a:xfrm>
            <a:off x="2133600" y="4495800"/>
            <a:ext cx="4724400" cy="685800"/>
            <a:chOff x="1296" y="1824"/>
            <a:chExt cx="2976" cy="432"/>
          </a:xfrm>
        </p:grpSpPr>
        <p:sp>
          <p:nvSpPr>
            <p:cNvPr id="345" name="Google Shape;345;p2"/>
            <p:cNvSpPr/>
            <p:nvPr/>
          </p:nvSpPr>
          <p:spPr>
            <a:xfrm>
              <a:off x="1536" y="1899"/>
              <a:ext cx="2736" cy="288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EBEFF3"/>
                </a:gs>
                <a:gs pos="100000">
                  <a:schemeClr val="folHlink"/>
                </a:gs>
              </a:gsLst>
              <a:lin ang="0" scaled="0"/>
            </a:gra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63500" dir="2388334" dist="99190">
                <a:srgbClr val="333333">
                  <a:alpha val="49803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p2"/>
            <p:cNvSpPr/>
            <p:nvPr/>
          </p:nvSpPr>
          <p:spPr>
            <a:xfrm>
              <a:off x="1296" y="1824"/>
              <a:ext cx="432" cy="432"/>
            </a:xfrm>
            <a:prstGeom prst="diamond">
              <a:avLst/>
            </a:prstGeom>
            <a:solidFill>
              <a:schemeClr val="folHlink"/>
            </a:solidFill>
            <a:ln cap="flat" cmpd="sng" w="254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63500" dir="2212194" dist="63500">
                <a:srgbClr val="333333">
                  <a:alpha val="49803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p2"/>
            <p:cNvSpPr txBox="1"/>
            <p:nvPr/>
          </p:nvSpPr>
          <p:spPr>
            <a:xfrm>
              <a:off x="1824" y="1934"/>
              <a:ext cx="2448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Con trỏ và cấu trúc</a:t>
              </a:r>
              <a:endParaRPr/>
            </a:p>
          </p:txBody>
        </p:sp>
        <p:sp>
          <p:nvSpPr>
            <p:cNvPr id="348" name="Google Shape;348;p2"/>
            <p:cNvSpPr txBox="1"/>
            <p:nvPr/>
          </p:nvSpPr>
          <p:spPr>
            <a:xfrm>
              <a:off x="1393" y="1886"/>
              <a:ext cx="223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"/>
          <p:cNvSpPr txBox="1"/>
          <p:nvPr>
            <p:ph type="title"/>
          </p:nvPr>
        </p:nvSpPr>
        <p:spPr>
          <a:xfrm>
            <a:off x="1143000" y="381000"/>
            <a:ext cx="67056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Verdana"/>
              <a:buNone/>
            </a:pP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Kiến trúc máy tính</a:t>
            </a:r>
            <a:endParaRPr/>
          </a:p>
        </p:txBody>
      </p:sp>
      <p:sp>
        <p:nvSpPr>
          <p:cNvPr id="355" name="Google Shape;355;p3"/>
          <p:cNvSpPr txBox="1"/>
          <p:nvPr>
            <p:ph idx="1" type="body"/>
          </p:nvPr>
        </p:nvSpPr>
        <p:spPr>
          <a:xfrm>
            <a:off x="457200" y="1524000"/>
            <a:ext cx="82296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Noto Sans Symbols"/>
              <a:buChar char="❖"/>
            </a:pPr>
            <a:r>
              <a:rPr b="0" i="0" lang="en-US" sz="2800" u="none" cap="none" strike="noStrike">
                <a:solidFill>
                  <a:srgbClr val="0A85FF"/>
                </a:solidFill>
                <a:latin typeface="Tahoma"/>
                <a:ea typeface="Tahoma"/>
                <a:cs typeface="Tahoma"/>
                <a:sym typeface="Tahoma"/>
              </a:rPr>
              <a:t>Bộ nhớ máy tính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Bộ nhớ RAM chứa rất </a:t>
            </a:r>
            <a:r>
              <a:rPr b="0" i="0" lang="en-US" sz="28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nhiều ô nhớ</a:t>
            </a: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, mỗi ô nhớ có </a:t>
            </a:r>
            <a:r>
              <a:rPr b="0" i="0" lang="en-US" sz="28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kích thước 1 byte</a:t>
            </a: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RAM dùng để chứa </a:t>
            </a:r>
            <a:r>
              <a:rPr b="0" i="0" lang="en-US" sz="28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một phần hệ điều hành</a:t>
            </a: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, </a:t>
            </a:r>
            <a:r>
              <a:rPr b="0" i="0" lang="en-US" sz="28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các lệnh chương trình</a:t>
            </a: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, </a:t>
            </a:r>
            <a:r>
              <a:rPr b="0" i="0" lang="en-US" sz="28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các dữ liệu</a:t>
            </a: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…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Mỗi ô nhớ có </a:t>
            </a:r>
            <a:r>
              <a:rPr b="0" i="0" lang="en-US" sz="28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địa chỉ duy nhất</a:t>
            </a: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và địa chỉ này được </a:t>
            </a:r>
            <a:r>
              <a:rPr b="0" i="0" lang="en-US" sz="28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đánh số từ 0 trở đi</a:t>
            </a: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Ví dụ</a:t>
            </a:r>
            <a:endParaRPr/>
          </a:p>
          <a:p>
            <a:pPr indent="-228600" lvl="2" marL="11430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RAM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512MB</a:t>
            </a: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được đánh địa chỉ từ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0</a:t>
            </a: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đến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baseline="30000" i="0" lang="en-US" sz="24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29</a:t>
            </a:r>
            <a:r>
              <a:rPr b="0" i="0" lang="en-US" sz="24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 – 1</a:t>
            </a:r>
            <a:endParaRPr/>
          </a:p>
          <a:p>
            <a:pPr indent="-228600" lvl="2" marL="11430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RAM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2GB</a:t>
            </a: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được đánh địa chỉ từ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0</a:t>
            </a: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đến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baseline="30000" i="0" lang="en-US" sz="24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31</a:t>
            </a:r>
            <a:r>
              <a:rPr b="0" i="0" lang="en-US" sz="24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 – 1</a:t>
            </a:r>
            <a:endParaRPr/>
          </a:p>
        </p:txBody>
      </p:sp>
      <p:sp>
        <p:nvSpPr>
          <p:cNvPr id="356" name="Google Shape;356;p3"/>
          <p:cNvSpPr txBox="1"/>
          <p:nvPr/>
        </p:nvSpPr>
        <p:spPr>
          <a:xfrm>
            <a:off x="5181600" y="6477000"/>
            <a:ext cx="2895600" cy="233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None/>
            </a:pPr>
            <a:r>
              <a:rPr b="0" i="0" lang="en-US" sz="11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Dữ liệu kiểu con trỏ (cơ bản)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4"/>
          <p:cNvSpPr txBox="1"/>
          <p:nvPr>
            <p:ph idx="1" type="body"/>
          </p:nvPr>
        </p:nvSpPr>
        <p:spPr>
          <a:xfrm>
            <a:off x="457200" y="1524000"/>
            <a:ext cx="82296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Noto Sans Symbols"/>
              <a:buChar char="❖"/>
            </a:pPr>
            <a:r>
              <a:rPr b="0" i="0" lang="en-US" sz="2800" u="none" cap="none" strike="noStrike">
                <a:solidFill>
                  <a:srgbClr val="0A85FF"/>
                </a:solidFill>
                <a:latin typeface="Tahoma"/>
                <a:ea typeface="Tahoma"/>
                <a:cs typeface="Tahoma"/>
                <a:sym typeface="Tahoma"/>
              </a:rPr>
              <a:t>Quy trình xử lý của trình biên dịch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Dành riêng một vùng nhớ</a:t>
            </a: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với </a:t>
            </a:r>
            <a:r>
              <a:rPr b="0" i="0" lang="en-US" sz="28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địa chỉ duy nhất</a:t>
            </a: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để lưu biến đó.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Liên kết</a:t>
            </a: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địa chỉ ô nhớ đó với tên biến.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Khi gọi tên biến, nó sẽ </a:t>
            </a:r>
            <a:r>
              <a:rPr b="0" i="0" lang="en-US" sz="28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truy xuất tự động</a:t>
            </a: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đến ô nhớ đã liên kết với tên biến.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Noto Sans Symbols"/>
              <a:buChar char="❖"/>
            </a:pPr>
            <a:r>
              <a:rPr b="0" i="0" lang="en-US" sz="2800" u="none" cap="none" strike="noStrike">
                <a:solidFill>
                  <a:srgbClr val="0A85FF"/>
                </a:solidFill>
                <a:latin typeface="Tahoma"/>
                <a:ea typeface="Tahoma"/>
                <a:cs typeface="Tahoma"/>
                <a:sym typeface="Tahoma"/>
              </a:rPr>
              <a:t>Ví dụ:</a:t>
            </a: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int a = 0x1234;	// Giả sử địa chỉ 0x0B</a:t>
            </a:r>
            <a:endParaRPr/>
          </a:p>
        </p:txBody>
      </p:sp>
      <p:sp>
        <p:nvSpPr>
          <p:cNvPr id="363" name="Google Shape;363;p4"/>
          <p:cNvSpPr/>
          <p:nvPr/>
        </p:nvSpPr>
        <p:spPr>
          <a:xfrm>
            <a:off x="7543800" y="5410200"/>
            <a:ext cx="457200" cy="457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…</a:t>
            </a:r>
            <a:endParaRPr/>
          </a:p>
        </p:txBody>
      </p:sp>
      <p:sp>
        <p:nvSpPr>
          <p:cNvPr id="364" name="Google Shape;364;p4"/>
          <p:cNvSpPr/>
          <p:nvPr/>
        </p:nvSpPr>
        <p:spPr>
          <a:xfrm>
            <a:off x="685800" y="5410200"/>
            <a:ext cx="457200" cy="457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…</a:t>
            </a:r>
            <a:endParaRPr/>
          </a:p>
        </p:txBody>
      </p:sp>
      <p:sp>
        <p:nvSpPr>
          <p:cNvPr id="365" name="Google Shape;365;p4"/>
          <p:cNvSpPr txBox="1"/>
          <p:nvPr>
            <p:ph type="title"/>
          </p:nvPr>
        </p:nvSpPr>
        <p:spPr>
          <a:xfrm>
            <a:off x="1143000" y="381000"/>
            <a:ext cx="67056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Verdana"/>
              <a:buNone/>
            </a:pP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Khai báo biến trong C</a:t>
            </a:r>
            <a:endParaRPr/>
          </a:p>
        </p:txBody>
      </p:sp>
      <p:sp>
        <p:nvSpPr>
          <p:cNvPr id="366" name="Google Shape;366;p4"/>
          <p:cNvSpPr txBox="1"/>
          <p:nvPr/>
        </p:nvSpPr>
        <p:spPr>
          <a:xfrm>
            <a:off x="5181600" y="6477000"/>
            <a:ext cx="2895600" cy="233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None/>
            </a:pPr>
            <a:r>
              <a:rPr b="0" i="0" lang="en-US" sz="11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Dữ liệu kiểu con trỏ (cơ bản)</a:t>
            </a:r>
            <a:endParaRPr/>
          </a:p>
        </p:txBody>
      </p:sp>
      <p:sp>
        <p:nvSpPr>
          <p:cNvPr id="367" name="Google Shape;367;p4"/>
          <p:cNvSpPr/>
          <p:nvPr/>
        </p:nvSpPr>
        <p:spPr>
          <a:xfrm>
            <a:off x="11430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4"/>
          <p:cNvSpPr/>
          <p:nvPr/>
        </p:nvSpPr>
        <p:spPr>
          <a:xfrm>
            <a:off x="11430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3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0A</a:t>
            </a:r>
            <a:endParaRPr sz="900"/>
          </a:p>
        </p:txBody>
      </p:sp>
      <p:sp>
        <p:nvSpPr>
          <p:cNvPr id="369" name="Google Shape;369;p4"/>
          <p:cNvSpPr/>
          <p:nvPr/>
        </p:nvSpPr>
        <p:spPr>
          <a:xfrm>
            <a:off x="16002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4"/>
          <p:cNvSpPr/>
          <p:nvPr/>
        </p:nvSpPr>
        <p:spPr>
          <a:xfrm>
            <a:off x="16002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3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0B</a:t>
            </a:r>
            <a:endParaRPr sz="900"/>
          </a:p>
        </p:txBody>
      </p:sp>
      <p:sp>
        <p:nvSpPr>
          <p:cNvPr id="371" name="Google Shape;371;p4"/>
          <p:cNvSpPr/>
          <p:nvPr/>
        </p:nvSpPr>
        <p:spPr>
          <a:xfrm>
            <a:off x="20574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4"/>
          <p:cNvSpPr/>
          <p:nvPr/>
        </p:nvSpPr>
        <p:spPr>
          <a:xfrm>
            <a:off x="20574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3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0C</a:t>
            </a:r>
            <a:endParaRPr sz="900"/>
          </a:p>
        </p:txBody>
      </p:sp>
      <p:sp>
        <p:nvSpPr>
          <p:cNvPr id="373" name="Google Shape;373;p4"/>
          <p:cNvSpPr/>
          <p:nvPr/>
        </p:nvSpPr>
        <p:spPr>
          <a:xfrm>
            <a:off x="25146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4"/>
          <p:cNvSpPr/>
          <p:nvPr/>
        </p:nvSpPr>
        <p:spPr>
          <a:xfrm>
            <a:off x="2514600" y="4953000"/>
            <a:ext cx="5709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3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0D</a:t>
            </a:r>
            <a:endParaRPr sz="900"/>
          </a:p>
        </p:txBody>
      </p:sp>
      <p:sp>
        <p:nvSpPr>
          <p:cNvPr id="375" name="Google Shape;375;p4"/>
          <p:cNvSpPr/>
          <p:nvPr/>
        </p:nvSpPr>
        <p:spPr>
          <a:xfrm>
            <a:off x="29718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4"/>
          <p:cNvSpPr/>
          <p:nvPr/>
        </p:nvSpPr>
        <p:spPr>
          <a:xfrm>
            <a:off x="29718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3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0E</a:t>
            </a:r>
            <a:endParaRPr sz="900"/>
          </a:p>
        </p:txBody>
      </p:sp>
      <p:sp>
        <p:nvSpPr>
          <p:cNvPr id="377" name="Google Shape;377;p4"/>
          <p:cNvSpPr/>
          <p:nvPr/>
        </p:nvSpPr>
        <p:spPr>
          <a:xfrm>
            <a:off x="34290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4"/>
          <p:cNvSpPr/>
          <p:nvPr/>
        </p:nvSpPr>
        <p:spPr>
          <a:xfrm>
            <a:off x="34290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3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0F</a:t>
            </a:r>
            <a:endParaRPr sz="900"/>
          </a:p>
        </p:txBody>
      </p:sp>
      <p:sp>
        <p:nvSpPr>
          <p:cNvPr id="379" name="Google Shape;379;p4"/>
          <p:cNvSpPr/>
          <p:nvPr/>
        </p:nvSpPr>
        <p:spPr>
          <a:xfrm>
            <a:off x="38862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4"/>
          <p:cNvSpPr/>
          <p:nvPr/>
        </p:nvSpPr>
        <p:spPr>
          <a:xfrm>
            <a:off x="38862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3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10</a:t>
            </a:r>
            <a:endParaRPr sz="900"/>
          </a:p>
        </p:txBody>
      </p:sp>
      <p:sp>
        <p:nvSpPr>
          <p:cNvPr id="381" name="Google Shape;381;p4"/>
          <p:cNvSpPr/>
          <p:nvPr/>
        </p:nvSpPr>
        <p:spPr>
          <a:xfrm>
            <a:off x="43434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4"/>
          <p:cNvSpPr/>
          <p:nvPr/>
        </p:nvSpPr>
        <p:spPr>
          <a:xfrm>
            <a:off x="43434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3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11</a:t>
            </a:r>
            <a:endParaRPr sz="900"/>
          </a:p>
        </p:txBody>
      </p:sp>
      <p:sp>
        <p:nvSpPr>
          <p:cNvPr id="383" name="Google Shape;383;p4"/>
          <p:cNvSpPr/>
          <p:nvPr/>
        </p:nvSpPr>
        <p:spPr>
          <a:xfrm>
            <a:off x="48006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4"/>
          <p:cNvSpPr/>
          <p:nvPr/>
        </p:nvSpPr>
        <p:spPr>
          <a:xfrm>
            <a:off x="48006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3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12</a:t>
            </a:r>
            <a:endParaRPr sz="900"/>
          </a:p>
        </p:txBody>
      </p:sp>
      <p:sp>
        <p:nvSpPr>
          <p:cNvPr id="385" name="Google Shape;385;p4"/>
          <p:cNvSpPr/>
          <p:nvPr/>
        </p:nvSpPr>
        <p:spPr>
          <a:xfrm>
            <a:off x="52578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4"/>
          <p:cNvSpPr/>
          <p:nvPr/>
        </p:nvSpPr>
        <p:spPr>
          <a:xfrm>
            <a:off x="52578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3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13</a:t>
            </a:r>
            <a:endParaRPr sz="900"/>
          </a:p>
        </p:txBody>
      </p:sp>
      <p:sp>
        <p:nvSpPr>
          <p:cNvPr id="387" name="Google Shape;387;p4"/>
          <p:cNvSpPr/>
          <p:nvPr/>
        </p:nvSpPr>
        <p:spPr>
          <a:xfrm>
            <a:off x="57150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4"/>
          <p:cNvSpPr/>
          <p:nvPr/>
        </p:nvSpPr>
        <p:spPr>
          <a:xfrm>
            <a:off x="57150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3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14</a:t>
            </a:r>
            <a:endParaRPr sz="900"/>
          </a:p>
        </p:txBody>
      </p:sp>
      <p:sp>
        <p:nvSpPr>
          <p:cNvPr id="389" name="Google Shape;389;p4"/>
          <p:cNvSpPr/>
          <p:nvPr/>
        </p:nvSpPr>
        <p:spPr>
          <a:xfrm>
            <a:off x="61722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4"/>
          <p:cNvSpPr/>
          <p:nvPr/>
        </p:nvSpPr>
        <p:spPr>
          <a:xfrm>
            <a:off x="61722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3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15</a:t>
            </a:r>
            <a:endParaRPr sz="900"/>
          </a:p>
        </p:txBody>
      </p:sp>
      <p:sp>
        <p:nvSpPr>
          <p:cNvPr id="391" name="Google Shape;391;p4"/>
          <p:cNvSpPr/>
          <p:nvPr/>
        </p:nvSpPr>
        <p:spPr>
          <a:xfrm>
            <a:off x="66294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4"/>
          <p:cNvSpPr/>
          <p:nvPr/>
        </p:nvSpPr>
        <p:spPr>
          <a:xfrm>
            <a:off x="66294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3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16</a:t>
            </a:r>
            <a:endParaRPr sz="900"/>
          </a:p>
        </p:txBody>
      </p:sp>
      <p:sp>
        <p:nvSpPr>
          <p:cNvPr id="393" name="Google Shape;393;p4"/>
          <p:cNvSpPr/>
          <p:nvPr/>
        </p:nvSpPr>
        <p:spPr>
          <a:xfrm>
            <a:off x="70866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4"/>
          <p:cNvSpPr/>
          <p:nvPr/>
        </p:nvSpPr>
        <p:spPr>
          <a:xfrm>
            <a:off x="70866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3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17</a:t>
            </a:r>
            <a:endParaRPr sz="900"/>
          </a:p>
        </p:txBody>
      </p:sp>
      <p:sp>
        <p:nvSpPr>
          <p:cNvPr id="395" name="Google Shape;395;p4"/>
          <p:cNvSpPr/>
          <p:nvPr/>
        </p:nvSpPr>
        <p:spPr>
          <a:xfrm>
            <a:off x="1600200" y="6248400"/>
            <a:ext cx="457200" cy="457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a</a:t>
            </a:r>
            <a:endParaRPr/>
          </a:p>
        </p:txBody>
      </p:sp>
      <p:cxnSp>
        <p:nvCxnSpPr>
          <p:cNvPr id="396" name="Google Shape;396;p4"/>
          <p:cNvCxnSpPr/>
          <p:nvPr/>
        </p:nvCxnSpPr>
        <p:spPr>
          <a:xfrm rot="-5400000">
            <a:off x="1639887" y="6132512"/>
            <a:ext cx="379412" cy="1587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sp>
        <p:nvSpPr>
          <p:cNvPr id="397" name="Google Shape;397;p4"/>
          <p:cNvSpPr/>
          <p:nvPr/>
        </p:nvSpPr>
        <p:spPr>
          <a:xfrm>
            <a:off x="16002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13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34</a:t>
            </a:r>
            <a:endParaRPr sz="300"/>
          </a:p>
        </p:txBody>
      </p:sp>
      <p:sp>
        <p:nvSpPr>
          <p:cNvPr id="398" name="Google Shape;398;p4"/>
          <p:cNvSpPr/>
          <p:nvPr/>
        </p:nvSpPr>
        <p:spPr>
          <a:xfrm>
            <a:off x="20574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13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12</a:t>
            </a:r>
            <a:endParaRPr sz="300"/>
          </a:p>
        </p:txBody>
      </p:sp>
      <p:sp>
        <p:nvSpPr>
          <p:cNvPr id="399" name="Google Shape;399;p4"/>
          <p:cNvSpPr/>
          <p:nvPr/>
        </p:nvSpPr>
        <p:spPr>
          <a:xfrm>
            <a:off x="25146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13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00</a:t>
            </a:r>
            <a:endParaRPr sz="300"/>
          </a:p>
        </p:txBody>
      </p:sp>
      <p:sp>
        <p:nvSpPr>
          <p:cNvPr id="400" name="Google Shape;400;p4"/>
          <p:cNvSpPr/>
          <p:nvPr/>
        </p:nvSpPr>
        <p:spPr>
          <a:xfrm>
            <a:off x="29718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13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00</a:t>
            </a:r>
            <a:endParaRPr sz="300"/>
          </a:p>
        </p:txBody>
      </p:sp>
      <p:sp>
        <p:nvSpPr>
          <p:cNvPr id="401" name="Google Shape;401;p4"/>
          <p:cNvSpPr/>
          <p:nvPr/>
        </p:nvSpPr>
        <p:spPr>
          <a:xfrm>
            <a:off x="1600200" y="5363200"/>
            <a:ext cx="1828800" cy="609600"/>
          </a:xfrm>
          <a:prstGeom prst="roundRect">
            <a:avLst>
              <a:gd fmla="val 23876" name="adj"/>
            </a:avLst>
          </a:prstGeom>
          <a:noFill/>
          <a:ln cap="flat" cmpd="sng" w="254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5"/>
          <p:cNvSpPr/>
          <p:nvPr/>
        </p:nvSpPr>
        <p:spPr>
          <a:xfrm>
            <a:off x="7543800" y="5410200"/>
            <a:ext cx="457200" cy="457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…</a:t>
            </a:r>
            <a:endParaRPr/>
          </a:p>
        </p:txBody>
      </p:sp>
      <p:sp>
        <p:nvSpPr>
          <p:cNvPr id="408" name="Google Shape;408;p5"/>
          <p:cNvSpPr/>
          <p:nvPr/>
        </p:nvSpPr>
        <p:spPr>
          <a:xfrm>
            <a:off x="685800" y="5410200"/>
            <a:ext cx="457200" cy="457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…</a:t>
            </a:r>
            <a:endParaRPr/>
          </a:p>
        </p:txBody>
      </p:sp>
      <p:sp>
        <p:nvSpPr>
          <p:cNvPr id="409" name="Google Shape;409;p5"/>
          <p:cNvSpPr txBox="1"/>
          <p:nvPr>
            <p:ph type="title"/>
          </p:nvPr>
        </p:nvSpPr>
        <p:spPr>
          <a:xfrm>
            <a:off x="1143000" y="381000"/>
            <a:ext cx="67056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Verdana"/>
              <a:buNone/>
            </a:pP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Khái niệm con trỏ</a:t>
            </a:r>
            <a:endParaRPr/>
          </a:p>
        </p:txBody>
      </p:sp>
      <p:sp>
        <p:nvSpPr>
          <p:cNvPr id="410" name="Google Shape;410;p5"/>
          <p:cNvSpPr txBox="1"/>
          <p:nvPr>
            <p:ph idx="1" type="body"/>
          </p:nvPr>
        </p:nvSpPr>
        <p:spPr>
          <a:xfrm>
            <a:off x="457200" y="1524000"/>
            <a:ext cx="82296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Noto Sans Symbols"/>
              <a:buChar char="❖"/>
            </a:pPr>
            <a:r>
              <a:rPr b="0" i="0" lang="en-US" sz="2800" u="none" cap="none" strike="noStrike">
                <a:solidFill>
                  <a:srgbClr val="0A85FF"/>
                </a:solidFill>
                <a:latin typeface="Tahoma"/>
                <a:ea typeface="Tahoma"/>
                <a:cs typeface="Tahoma"/>
                <a:sym typeface="Tahoma"/>
              </a:rPr>
              <a:t>Khái niệm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Địa chỉ của biến là một con số.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Ta có thể tạo </a:t>
            </a:r>
            <a:r>
              <a:rPr b="0" i="0" lang="en-US" sz="28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biến khác để lưu địa chỉ của biến này</a:t>
            </a: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🡺 Con trỏ.</a:t>
            </a:r>
            <a:endParaRPr/>
          </a:p>
        </p:txBody>
      </p:sp>
      <p:sp>
        <p:nvSpPr>
          <p:cNvPr id="411" name="Google Shape;411;p5"/>
          <p:cNvSpPr txBox="1"/>
          <p:nvPr/>
        </p:nvSpPr>
        <p:spPr>
          <a:xfrm>
            <a:off x="5181600" y="6477000"/>
            <a:ext cx="2895600" cy="233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None/>
            </a:pPr>
            <a:r>
              <a:rPr b="0" i="0" lang="en-US" sz="11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Dữ liệu kiểu con trỏ (cơ bản)</a:t>
            </a:r>
            <a:endParaRPr/>
          </a:p>
        </p:txBody>
      </p:sp>
      <p:sp>
        <p:nvSpPr>
          <p:cNvPr id="412" name="Google Shape;412;p5"/>
          <p:cNvSpPr/>
          <p:nvPr/>
        </p:nvSpPr>
        <p:spPr>
          <a:xfrm>
            <a:off x="11430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5"/>
          <p:cNvSpPr/>
          <p:nvPr/>
        </p:nvSpPr>
        <p:spPr>
          <a:xfrm>
            <a:off x="11430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3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0A</a:t>
            </a:r>
            <a:endParaRPr sz="900"/>
          </a:p>
        </p:txBody>
      </p:sp>
      <p:sp>
        <p:nvSpPr>
          <p:cNvPr id="414" name="Google Shape;414;p5"/>
          <p:cNvSpPr/>
          <p:nvPr/>
        </p:nvSpPr>
        <p:spPr>
          <a:xfrm>
            <a:off x="16002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34</a:t>
            </a:r>
            <a:endParaRPr sz="400"/>
          </a:p>
        </p:txBody>
      </p:sp>
      <p:sp>
        <p:nvSpPr>
          <p:cNvPr id="415" name="Google Shape;415;p5"/>
          <p:cNvSpPr/>
          <p:nvPr/>
        </p:nvSpPr>
        <p:spPr>
          <a:xfrm>
            <a:off x="16002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3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0B</a:t>
            </a:r>
            <a:endParaRPr sz="900"/>
          </a:p>
        </p:txBody>
      </p:sp>
      <p:sp>
        <p:nvSpPr>
          <p:cNvPr id="416" name="Google Shape;416;p5"/>
          <p:cNvSpPr/>
          <p:nvPr/>
        </p:nvSpPr>
        <p:spPr>
          <a:xfrm>
            <a:off x="20574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12</a:t>
            </a:r>
            <a:endParaRPr sz="400"/>
          </a:p>
        </p:txBody>
      </p:sp>
      <p:sp>
        <p:nvSpPr>
          <p:cNvPr id="417" name="Google Shape;417;p5"/>
          <p:cNvSpPr/>
          <p:nvPr/>
        </p:nvSpPr>
        <p:spPr>
          <a:xfrm>
            <a:off x="20574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3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0C</a:t>
            </a:r>
            <a:endParaRPr sz="900"/>
          </a:p>
        </p:txBody>
      </p:sp>
      <p:sp>
        <p:nvSpPr>
          <p:cNvPr id="418" name="Google Shape;418;p5"/>
          <p:cNvSpPr/>
          <p:nvPr/>
        </p:nvSpPr>
        <p:spPr>
          <a:xfrm>
            <a:off x="25146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00</a:t>
            </a:r>
            <a:endParaRPr sz="400"/>
          </a:p>
        </p:txBody>
      </p:sp>
      <p:sp>
        <p:nvSpPr>
          <p:cNvPr id="419" name="Google Shape;419;p5"/>
          <p:cNvSpPr/>
          <p:nvPr/>
        </p:nvSpPr>
        <p:spPr>
          <a:xfrm>
            <a:off x="25146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3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0D</a:t>
            </a:r>
            <a:endParaRPr sz="900"/>
          </a:p>
        </p:txBody>
      </p:sp>
      <p:sp>
        <p:nvSpPr>
          <p:cNvPr id="420" name="Google Shape;420;p5"/>
          <p:cNvSpPr/>
          <p:nvPr/>
        </p:nvSpPr>
        <p:spPr>
          <a:xfrm>
            <a:off x="29718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00</a:t>
            </a:r>
            <a:endParaRPr sz="400"/>
          </a:p>
        </p:txBody>
      </p:sp>
      <p:sp>
        <p:nvSpPr>
          <p:cNvPr id="421" name="Google Shape;421;p5"/>
          <p:cNvSpPr/>
          <p:nvPr/>
        </p:nvSpPr>
        <p:spPr>
          <a:xfrm>
            <a:off x="29718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3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0E</a:t>
            </a:r>
            <a:endParaRPr sz="900"/>
          </a:p>
        </p:txBody>
      </p:sp>
      <p:sp>
        <p:nvSpPr>
          <p:cNvPr id="422" name="Google Shape;422;p5"/>
          <p:cNvSpPr/>
          <p:nvPr/>
        </p:nvSpPr>
        <p:spPr>
          <a:xfrm>
            <a:off x="34290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5"/>
          <p:cNvSpPr/>
          <p:nvPr/>
        </p:nvSpPr>
        <p:spPr>
          <a:xfrm>
            <a:off x="34290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3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0F</a:t>
            </a:r>
            <a:endParaRPr sz="900"/>
          </a:p>
        </p:txBody>
      </p:sp>
      <p:sp>
        <p:nvSpPr>
          <p:cNvPr id="424" name="Google Shape;424;p5"/>
          <p:cNvSpPr/>
          <p:nvPr/>
        </p:nvSpPr>
        <p:spPr>
          <a:xfrm>
            <a:off x="38862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5"/>
          <p:cNvSpPr/>
          <p:nvPr/>
        </p:nvSpPr>
        <p:spPr>
          <a:xfrm>
            <a:off x="38862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3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10</a:t>
            </a:r>
            <a:endParaRPr sz="900"/>
          </a:p>
        </p:txBody>
      </p:sp>
      <p:sp>
        <p:nvSpPr>
          <p:cNvPr id="426" name="Google Shape;426;p5"/>
          <p:cNvSpPr/>
          <p:nvPr/>
        </p:nvSpPr>
        <p:spPr>
          <a:xfrm>
            <a:off x="43434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5"/>
          <p:cNvSpPr/>
          <p:nvPr/>
        </p:nvSpPr>
        <p:spPr>
          <a:xfrm>
            <a:off x="43434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3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11</a:t>
            </a:r>
            <a:endParaRPr sz="900"/>
          </a:p>
        </p:txBody>
      </p:sp>
      <p:sp>
        <p:nvSpPr>
          <p:cNvPr id="428" name="Google Shape;428;p5"/>
          <p:cNvSpPr/>
          <p:nvPr/>
        </p:nvSpPr>
        <p:spPr>
          <a:xfrm>
            <a:off x="48006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5"/>
          <p:cNvSpPr/>
          <p:nvPr/>
        </p:nvSpPr>
        <p:spPr>
          <a:xfrm>
            <a:off x="48006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3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12</a:t>
            </a:r>
            <a:endParaRPr sz="900"/>
          </a:p>
        </p:txBody>
      </p:sp>
      <p:sp>
        <p:nvSpPr>
          <p:cNvPr id="430" name="Google Shape;430;p5"/>
          <p:cNvSpPr/>
          <p:nvPr/>
        </p:nvSpPr>
        <p:spPr>
          <a:xfrm>
            <a:off x="52578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5"/>
          <p:cNvSpPr/>
          <p:nvPr/>
        </p:nvSpPr>
        <p:spPr>
          <a:xfrm>
            <a:off x="52578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3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13</a:t>
            </a:r>
            <a:endParaRPr sz="900"/>
          </a:p>
        </p:txBody>
      </p:sp>
      <p:sp>
        <p:nvSpPr>
          <p:cNvPr id="432" name="Google Shape;432;p5"/>
          <p:cNvSpPr/>
          <p:nvPr/>
        </p:nvSpPr>
        <p:spPr>
          <a:xfrm>
            <a:off x="57150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5"/>
          <p:cNvSpPr/>
          <p:nvPr/>
        </p:nvSpPr>
        <p:spPr>
          <a:xfrm>
            <a:off x="57150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3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14</a:t>
            </a:r>
            <a:endParaRPr sz="900"/>
          </a:p>
        </p:txBody>
      </p:sp>
      <p:sp>
        <p:nvSpPr>
          <p:cNvPr id="434" name="Google Shape;434;p5"/>
          <p:cNvSpPr/>
          <p:nvPr/>
        </p:nvSpPr>
        <p:spPr>
          <a:xfrm>
            <a:off x="61722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5"/>
          <p:cNvSpPr/>
          <p:nvPr/>
        </p:nvSpPr>
        <p:spPr>
          <a:xfrm>
            <a:off x="61722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3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15</a:t>
            </a:r>
            <a:endParaRPr sz="900"/>
          </a:p>
        </p:txBody>
      </p:sp>
      <p:sp>
        <p:nvSpPr>
          <p:cNvPr id="436" name="Google Shape;436;p5"/>
          <p:cNvSpPr/>
          <p:nvPr/>
        </p:nvSpPr>
        <p:spPr>
          <a:xfrm>
            <a:off x="66294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5"/>
          <p:cNvSpPr/>
          <p:nvPr/>
        </p:nvSpPr>
        <p:spPr>
          <a:xfrm>
            <a:off x="66294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3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16</a:t>
            </a:r>
            <a:endParaRPr sz="900"/>
          </a:p>
        </p:txBody>
      </p:sp>
      <p:sp>
        <p:nvSpPr>
          <p:cNvPr id="438" name="Google Shape;438;p5"/>
          <p:cNvSpPr/>
          <p:nvPr/>
        </p:nvSpPr>
        <p:spPr>
          <a:xfrm>
            <a:off x="70866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5"/>
          <p:cNvSpPr/>
          <p:nvPr/>
        </p:nvSpPr>
        <p:spPr>
          <a:xfrm>
            <a:off x="70866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3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17</a:t>
            </a:r>
            <a:endParaRPr sz="900"/>
          </a:p>
        </p:txBody>
      </p:sp>
      <p:sp>
        <p:nvSpPr>
          <p:cNvPr id="440" name="Google Shape;440;p5"/>
          <p:cNvSpPr/>
          <p:nvPr/>
        </p:nvSpPr>
        <p:spPr>
          <a:xfrm>
            <a:off x="1600200" y="6248400"/>
            <a:ext cx="457200" cy="457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a</a:t>
            </a:r>
            <a:endParaRPr/>
          </a:p>
        </p:txBody>
      </p:sp>
      <p:cxnSp>
        <p:nvCxnSpPr>
          <p:cNvPr id="441" name="Google Shape;441;p5"/>
          <p:cNvCxnSpPr/>
          <p:nvPr/>
        </p:nvCxnSpPr>
        <p:spPr>
          <a:xfrm rot="-5400000">
            <a:off x="1639887" y="6132512"/>
            <a:ext cx="379412" cy="1587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sp>
        <p:nvSpPr>
          <p:cNvPr id="442" name="Google Shape;442;p5"/>
          <p:cNvSpPr/>
          <p:nvPr/>
        </p:nvSpPr>
        <p:spPr>
          <a:xfrm>
            <a:off x="4343400" y="6248400"/>
            <a:ext cx="704700" cy="457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pa</a:t>
            </a:r>
            <a:endParaRPr/>
          </a:p>
        </p:txBody>
      </p:sp>
      <p:cxnSp>
        <p:nvCxnSpPr>
          <p:cNvPr id="443" name="Google Shape;443;p5"/>
          <p:cNvCxnSpPr/>
          <p:nvPr/>
        </p:nvCxnSpPr>
        <p:spPr>
          <a:xfrm rot="-5400000">
            <a:off x="4383087" y="6132512"/>
            <a:ext cx="379412" cy="1587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444" name="Google Shape;444;p5"/>
          <p:cNvCxnSpPr/>
          <p:nvPr/>
        </p:nvCxnSpPr>
        <p:spPr>
          <a:xfrm rot="-5400000">
            <a:off x="4383000" y="4608512"/>
            <a:ext cx="379500" cy="1500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445" name="Google Shape;445;p5"/>
          <p:cNvCxnSpPr/>
          <p:nvPr/>
        </p:nvCxnSpPr>
        <p:spPr>
          <a:xfrm rot="5400000">
            <a:off x="1638387" y="4610100"/>
            <a:ext cx="382500" cy="1500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446" name="Google Shape;446;p5"/>
          <p:cNvCxnSpPr/>
          <p:nvPr/>
        </p:nvCxnSpPr>
        <p:spPr>
          <a:xfrm rot="10800000">
            <a:off x="1828800" y="4419687"/>
            <a:ext cx="2743200" cy="1500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447" name="Google Shape;447;p5"/>
          <p:cNvSpPr/>
          <p:nvPr/>
        </p:nvSpPr>
        <p:spPr>
          <a:xfrm>
            <a:off x="1593265" y="5334788"/>
            <a:ext cx="1828800" cy="609600"/>
          </a:xfrm>
          <a:prstGeom prst="roundRect">
            <a:avLst>
              <a:gd fmla="val 16667" name="adj"/>
            </a:avLst>
          </a:prstGeom>
          <a:noFill/>
          <a:ln cap="flat" cmpd="sng" w="254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5"/>
          <p:cNvSpPr/>
          <p:nvPr/>
        </p:nvSpPr>
        <p:spPr>
          <a:xfrm>
            <a:off x="43434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13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0B</a:t>
            </a:r>
            <a:endParaRPr sz="300"/>
          </a:p>
        </p:txBody>
      </p:sp>
      <p:sp>
        <p:nvSpPr>
          <p:cNvPr id="449" name="Google Shape;449;p5"/>
          <p:cNvSpPr/>
          <p:nvPr/>
        </p:nvSpPr>
        <p:spPr>
          <a:xfrm>
            <a:off x="48006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00</a:t>
            </a:r>
            <a:endParaRPr sz="400"/>
          </a:p>
        </p:txBody>
      </p:sp>
      <p:sp>
        <p:nvSpPr>
          <p:cNvPr id="450" name="Google Shape;450;p5"/>
          <p:cNvSpPr/>
          <p:nvPr/>
        </p:nvSpPr>
        <p:spPr>
          <a:xfrm>
            <a:off x="52578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00</a:t>
            </a:r>
            <a:endParaRPr sz="400"/>
          </a:p>
        </p:txBody>
      </p:sp>
      <p:sp>
        <p:nvSpPr>
          <p:cNvPr id="451" name="Google Shape;451;p5"/>
          <p:cNvSpPr/>
          <p:nvPr/>
        </p:nvSpPr>
        <p:spPr>
          <a:xfrm>
            <a:off x="57150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00</a:t>
            </a:r>
            <a:endParaRPr sz="400"/>
          </a:p>
        </p:txBody>
      </p:sp>
      <p:sp>
        <p:nvSpPr>
          <p:cNvPr id="452" name="Google Shape;452;p5"/>
          <p:cNvSpPr/>
          <p:nvPr/>
        </p:nvSpPr>
        <p:spPr>
          <a:xfrm>
            <a:off x="4343390" y="5333188"/>
            <a:ext cx="1828800" cy="609600"/>
          </a:xfrm>
          <a:prstGeom prst="roundRect">
            <a:avLst>
              <a:gd fmla="val 16667" name="adj"/>
            </a:avLst>
          </a:prstGeom>
          <a:noFill/>
          <a:ln cap="flat" cmpd="sng" w="254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6"/>
          <p:cNvSpPr txBox="1"/>
          <p:nvPr>
            <p:ph type="title"/>
          </p:nvPr>
        </p:nvSpPr>
        <p:spPr>
          <a:xfrm>
            <a:off x="1143000" y="381000"/>
            <a:ext cx="67056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Verdana"/>
              <a:buNone/>
            </a:pP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Khai báo con trỏ</a:t>
            </a:r>
            <a:endParaRPr/>
          </a:p>
        </p:txBody>
      </p:sp>
      <p:sp>
        <p:nvSpPr>
          <p:cNvPr id="459" name="Google Shape;459;p6"/>
          <p:cNvSpPr txBox="1"/>
          <p:nvPr>
            <p:ph idx="1" type="body"/>
          </p:nvPr>
        </p:nvSpPr>
        <p:spPr>
          <a:xfrm>
            <a:off x="457200" y="1524000"/>
            <a:ext cx="82296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Noto Sans Symbols"/>
              <a:buChar char="❖"/>
            </a:pPr>
            <a:r>
              <a:rPr b="0" i="0" lang="en-US" sz="2800" u="none" cap="none" strike="noStrike">
                <a:solidFill>
                  <a:srgbClr val="0A85FF"/>
                </a:solidFill>
                <a:latin typeface="Tahoma"/>
                <a:ea typeface="Tahoma"/>
                <a:cs typeface="Tahoma"/>
                <a:sym typeface="Tahoma"/>
              </a:rPr>
              <a:t>Khai báo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Giống như mọi biến khác, biến con trỏ muốn sử dụng cũng cần phải được khai báo</a:t>
            </a:r>
            <a:endParaRPr/>
          </a:p>
          <a:p>
            <a:pPr indent="-1079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Noto Sans Symbols"/>
              <a:buChar char="❖"/>
            </a:pPr>
            <a:r>
              <a:rPr b="0" i="0" lang="en-US" sz="2800" u="none" cap="none" strike="noStrike">
                <a:solidFill>
                  <a:srgbClr val="0A85FF"/>
                </a:solidFill>
                <a:latin typeface="Tahoma"/>
                <a:ea typeface="Tahoma"/>
                <a:cs typeface="Tahoma"/>
                <a:sym typeface="Tahoma"/>
              </a:rPr>
              <a:t>Ví dụ</a:t>
            </a:r>
            <a:endParaRPr/>
          </a:p>
          <a:p>
            <a:pPr indent="-1651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A85FF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6670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500"/>
              <a:buFont typeface="Noto Sans Symbols"/>
              <a:buChar char="▪"/>
            </a:pPr>
            <a:r>
              <a:rPr b="0" i="0" lang="en-US" sz="2500" u="none" cap="none" strike="noStrike">
                <a:solidFill>
                  <a:srgbClr val="0A85FF"/>
                </a:solidFill>
                <a:latin typeface="Tahoma"/>
                <a:ea typeface="Tahoma"/>
                <a:cs typeface="Tahoma"/>
                <a:sym typeface="Tahoma"/>
              </a:rPr>
              <a:t>ch1</a:t>
            </a:r>
            <a:r>
              <a:rPr b="0" i="0" lang="en-US" sz="25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và </a:t>
            </a:r>
            <a:r>
              <a:rPr b="0" i="0" lang="en-US" sz="2500" u="none" cap="none" strike="noStrike">
                <a:solidFill>
                  <a:srgbClr val="0A85FF"/>
                </a:solidFill>
                <a:latin typeface="Tahoma"/>
                <a:ea typeface="Tahoma"/>
                <a:cs typeface="Tahoma"/>
                <a:sym typeface="Tahoma"/>
              </a:rPr>
              <a:t>ch2</a:t>
            </a:r>
            <a:r>
              <a:rPr b="0" i="0" lang="en-US" sz="25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là biến con trỏ, trỏ tới vùng nhớ kiểu char (1 byte).</a:t>
            </a:r>
            <a:endParaRPr sz="2500"/>
          </a:p>
          <a:p>
            <a:pPr indent="-26670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500"/>
              <a:buFont typeface="Noto Sans Symbols"/>
              <a:buChar char="▪"/>
            </a:pPr>
            <a:r>
              <a:rPr b="0" i="0" lang="en-US" sz="2500" u="none" cap="none" strike="noStrike">
                <a:solidFill>
                  <a:srgbClr val="0A85FF"/>
                </a:solidFill>
                <a:latin typeface="Tahoma"/>
                <a:ea typeface="Tahoma"/>
                <a:cs typeface="Tahoma"/>
                <a:sym typeface="Tahoma"/>
              </a:rPr>
              <a:t>p1</a:t>
            </a:r>
            <a:r>
              <a:rPr b="0" i="0" lang="en-US" sz="25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là biến con trỏ, trỏ tới vùng nhớ kiểu int (4 bytes) còn </a:t>
            </a:r>
            <a:r>
              <a:rPr b="0" i="0" lang="en-US" sz="2500" u="none" cap="none" strike="noStrike">
                <a:solidFill>
                  <a:srgbClr val="0A85FF"/>
                </a:solidFill>
                <a:latin typeface="Tahoma"/>
                <a:ea typeface="Tahoma"/>
                <a:cs typeface="Tahoma"/>
                <a:sym typeface="Tahoma"/>
              </a:rPr>
              <a:t>p2</a:t>
            </a:r>
            <a:r>
              <a:rPr b="0" i="0" lang="en-US" sz="25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là biến kiểu int bình thường.</a:t>
            </a:r>
            <a:endParaRPr sz="2500"/>
          </a:p>
        </p:txBody>
      </p:sp>
      <p:sp>
        <p:nvSpPr>
          <p:cNvPr id="460" name="Google Shape;460;p6"/>
          <p:cNvSpPr txBox="1"/>
          <p:nvPr/>
        </p:nvSpPr>
        <p:spPr>
          <a:xfrm>
            <a:off x="5181600" y="6477000"/>
            <a:ext cx="2895600" cy="233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None/>
            </a:pPr>
            <a:r>
              <a:rPr b="0" i="0" lang="en-US" sz="11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Dữ liệu kiểu con trỏ (cơ bản)</a:t>
            </a:r>
            <a:endParaRPr/>
          </a:p>
        </p:txBody>
      </p:sp>
      <p:sp>
        <p:nvSpPr>
          <p:cNvPr id="461" name="Google Shape;461;p6"/>
          <p:cNvSpPr/>
          <p:nvPr/>
        </p:nvSpPr>
        <p:spPr>
          <a:xfrm>
            <a:off x="685800" y="3028950"/>
            <a:ext cx="152400" cy="381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6"/>
          <p:cNvSpPr txBox="1"/>
          <p:nvPr/>
        </p:nvSpPr>
        <p:spPr>
          <a:xfrm>
            <a:off x="838200" y="3028950"/>
            <a:ext cx="70104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&lt;kiểu dữ liệu&gt; </a:t>
            </a:r>
            <a:r>
              <a:rPr b="1" i="0" lang="en-US" sz="2000" u="non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&lt;tên biến con trỏ&gt;;</a:t>
            </a:r>
            <a:endParaRPr/>
          </a:p>
        </p:txBody>
      </p:sp>
      <p:sp>
        <p:nvSpPr>
          <p:cNvPr id="463" name="Google Shape;463;p6"/>
          <p:cNvSpPr/>
          <p:nvPr/>
        </p:nvSpPr>
        <p:spPr>
          <a:xfrm>
            <a:off x="685800" y="3940175"/>
            <a:ext cx="152400" cy="6858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6"/>
          <p:cNvSpPr txBox="1"/>
          <p:nvPr/>
        </p:nvSpPr>
        <p:spPr>
          <a:xfrm>
            <a:off x="838200" y="3863975"/>
            <a:ext cx="70104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char </a:t>
            </a:r>
            <a:r>
              <a:rPr b="1" i="0" lang="en-US" sz="2000" u="non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b="1" i="0" lang="en-US" sz="2000" u="none">
                <a:solidFill>
                  <a:srgbClr val="0A85FF"/>
                </a:solidFill>
                <a:latin typeface="Courier New"/>
                <a:ea typeface="Courier New"/>
                <a:cs typeface="Courier New"/>
                <a:sym typeface="Courier New"/>
              </a:rPr>
              <a:t>ch1</a:t>
            </a: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i="0" lang="en-US" sz="2000" u="non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b="1" i="0" lang="en-US" sz="2000" u="none">
                <a:solidFill>
                  <a:srgbClr val="0A85FF"/>
                </a:solidFill>
                <a:latin typeface="Courier New"/>
                <a:ea typeface="Courier New"/>
                <a:cs typeface="Courier New"/>
                <a:sym typeface="Courier New"/>
              </a:rPr>
              <a:t>ch2</a:t>
            </a: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</a:t>
            </a:r>
            <a:r>
              <a:rPr b="1" i="0" lang="en-US" sz="2000" u="non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b="1" i="0" lang="en-US" sz="2000" u="none">
                <a:solidFill>
                  <a:srgbClr val="0A85FF"/>
                </a:solidFill>
                <a:latin typeface="Courier New"/>
                <a:ea typeface="Courier New"/>
                <a:cs typeface="Courier New"/>
                <a:sym typeface="Courier New"/>
              </a:rPr>
              <a:t>p1</a:t>
            </a: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i="0" lang="en-US" sz="2000" u="none">
                <a:solidFill>
                  <a:srgbClr val="0A85FF"/>
                </a:solidFill>
                <a:latin typeface="Courier New"/>
                <a:ea typeface="Courier New"/>
                <a:cs typeface="Courier New"/>
                <a:sym typeface="Courier New"/>
              </a:rPr>
              <a:t>p2</a:t>
            </a: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i="0" sz="2000" u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br>
              <a:rPr b="1" lang="en-US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7"/>
          <p:cNvSpPr txBox="1"/>
          <p:nvPr>
            <p:ph type="title"/>
          </p:nvPr>
        </p:nvSpPr>
        <p:spPr>
          <a:xfrm>
            <a:off x="1143000" y="381000"/>
            <a:ext cx="67056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Verdana"/>
              <a:buNone/>
            </a:pP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Khai báo con trỏ</a:t>
            </a:r>
            <a:endParaRPr/>
          </a:p>
        </p:txBody>
      </p:sp>
      <p:sp>
        <p:nvSpPr>
          <p:cNvPr id="471" name="Google Shape;471;p7"/>
          <p:cNvSpPr txBox="1"/>
          <p:nvPr>
            <p:ph idx="1" type="body"/>
          </p:nvPr>
        </p:nvSpPr>
        <p:spPr>
          <a:xfrm>
            <a:off x="457200" y="1524000"/>
            <a:ext cx="82296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Noto Sans Symbols"/>
              <a:buChar char="❖"/>
            </a:pPr>
            <a:r>
              <a:rPr b="0" i="0" lang="en-US" sz="2800" u="none" cap="none" strike="noStrike">
                <a:solidFill>
                  <a:srgbClr val="0A85FF"/>
                </a:solidFill>
                <a:latin typeface="Tahoma"/>
                <a:ea typeface="Tahoma"/>
                <a:cs typeface="Tahoma"/>
                <a:sym typeface="Tahoma"/>
              </a:rPr>
              <a:t>Sử dụng từ khóa typedef</a:t>
            </a:r>
            <a:endParaRPr/>
          </a:p>
          <a:p>
            <a:pPr indent="-1651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651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Noto Sans Symbols"/>
              <a:buChar char="❖"/>
            </a:pPr>
            <a:r>
              <a:rPr b="0" i="0" lang="en-US" sz="2800" u="none" cap="none" strike="noStrike">
                <a:solidFill>
                  <a:srgbClr val="0A85FF"/>
                </a:solidFill>
                <a:latin typeface="Tahoma"/>
                <a:ea typeface="Tahoma"/>
                <a:cs typeface="Tahoma"/>
                <a:sym typeface="Tahoma"/>
              </a:rPr>
              <a:t>Ví dụ</a:t>
            </a:r>
            <a:endParaRPr/>
          </a:p>
          <a:p>
            <a:pPr indent="-1651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651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Noto Sans Symbols"/>
              <a:buChar char="❖"/>
            </a:pPr>
            <a:r>
              <a:rPr b="0" i="0" lang="en-US" sz="2800" u="none" cap="none" strike="noStrike">
                <a:solidFill>
                  <a:srgbClr val="0A85FF"/>
                </a:solidFill>
                <a:latin typeface="Tahoma"/>
                <a:ea typeface="Tahoma"/>
                <a:cs typeface="Tahoma"/>
                <a:sym typeface="Tahoma"/>
              </a:rPr>
              <a:t>Lưu ý khi khai báo kiểu dữ liệu mới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Giảm bối rối khi mới tiếp xúc với con trỏ.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Nhưng dễ nhầm lẫn với biến thường.</a:t>
            </a:r>
            <a:endParaRPr/>
          </a:p>
        </p:txBody>
      </p:sp>
      <p:sp>
        <p:nvSpPr>
          <p:cNvPr id="472" name="Google Shape;472;p7"/>
          <p:cNvSpPr txBox="1"/>
          <p:nvPr/>
        </p:nvSpPr>
        <p:spPr>
          <a:xfrm>
            <a:off x="5181600" y="6477000"/>
            <a:ext cx="2895600" cy="233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None/>
            </a:pPr>
            <a:r>
              <a:rPr b="0" i="0" lang="en-US" sz="11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Dữ liệu kiểu con trỏ (cơ bản)</a:t>
            </a:r>
            <a:endParaRPr/>
          </a:p>
        </p:txBody>
      </p:sp>
      <p:sp>
        <p:nvSpPr>
          <p:cNvPr id="473" name="Google Shape;473;p7"/>
          <p:cNvSpPr/>
          <p:nvPr/>
        </p:nvSpPr>
        <p:spPr>
          <a:xfrm>
            <a:off x="685800" y="2057400"/>
            <a:ext cx="152400" cy="100965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7"/>
          <p:cNvSpPr txBox="1"/>
          <p:nvPr/>
        </p:nvSpPr>
        <p:spPr>
          <a:xfrm>
            <a:off x="838200" y="2057400"/>
            <a:ext cx="701040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typedef</a:t>
            </a: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&lt;kiểu dữ liệu&gt; </a:t>
            </a:r>
            <a:r>
              <a:rPr b="1" i="0" lang="en-US" sz="2000" u="non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&lt;tên kiểu con trỏ&gt;;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i="0" sz="2000" u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&lt;tên kiểu con trỏ&gt; &lt;tên biến con trỏ&gt;;</a:t>
            </a:r>
            <a:endParaRPr/>
          </a:p>
        </p:txBody>
      </p:sp>
      <p:sp>
        <p:nvSpPr>
          <p:cNvPr id="475" name="Google Shape;475;p7"/>
          <p:cNvSpPr/>
          <p:nvPr/>
        </p:nvSpPr>
        <p:spPr>
          <a:xfrm>
            <a:off x="685800" y="3559175"/>
            <a:ext cx="152400" cy="1012825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7"/>
          <p:cNvSpPr txBox="1"/>
          <p:nvPr/>
        </p:nvSpPr>
        <p:spPr>
          <a:xfrm>
            <a:off x="838200" y="3559175"/>
            <a:ext cx="701040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typedef</a:t>
            </a: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int *pint;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*p1;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pint p2, p3;</a:t>
            </a:r>
            <a:endParaRPr/>
          </a:p>
        </p:txBody>
      </p:sp>
      <p:sp>
        <p:nvSpPr>
          <p:cNvPr id="477" name="Google Shape;477;p7"/>
          <p:cNvSpPr txBox="1"/>
          <p:nvPr/>
        </p:nvSpPr>
        <p:spPr>
          <a:xfrm>
            <a:off x="0" y="3581400"/>
            <a:ext cx="9128125" cy="304800"/>
          </a:xfrm>
          <a:prstGeom prst="rect">
            <a:avLst/>
          </a:prstGeom>
          <a:solidFill>
            <a:srgbClr val="0099FF">
              <a:alpha val="19607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7"/>
          <p:cNvSpPr txBox="1"/>
          <p:nvPr/>
        </p:nvSpPr>
        <p:spPr>
          <a:xfrm>
            <a:off x="0" y="4191000"/>
            <a:ext cx="9128125" cy="304800"/>
          </a:xfrm>
          <a:prstGeom prst="rect">
            <a:avLst/>
          </a:prstGeom>
          <a:solidFill>
            <a:srgbClr val="0099FF">
              <a:alpha val="19607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8"/>
          <p:cNvSpPr txBox="1"/>
          <p:nvPr>
            <p:ph type="title"/>
          </p:nvPr>
        </p:nvSpPr>
        <p:spPr>
          <a:xfrm>
            <a:off x="1143000" y="381000"/>
            <a:ext cx="67056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Verdana"/>
              <a:buNone/>
            </a:pP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Con trỏ NULL</a:t>
            </a:r>
            <a:endParaRPr/>
          </a:p>
        </p:txBody>
      </p:sp>
      <p:sp>
        <p:nvSpPr>
          <p:cNvPr id="485" name="Google Shape;485;p8"/>
          <p:cNvSpPr txBox="1"/>
          <p:nvPr>
            <p:ph idx="1" type="body"/>
          </p:nvPr>
        </p:nvSpPr>
        <p:spPr>
          <a:xfrm>
            <a:off x="457200" y="1524000"/>
            <a:ext cx="82296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Noto Sans Symbols"/>
              <a:buChar char="❖"/>
            </a:pPr>
            <a:r>
              <a:rPr b="0" i="0" lang="en-US" sz="2800" u="none" cap="none" strike="noStrike">
                <a:solidFill>
                  <a:srgbClr val="0A85FF"/>
                </a:solidFill>
                <a:latin typeface="Tahoma"/>
                <a:ea typeface="Tahoma"/>
                <a:cs typeface="Tahoma"/>
                <a:sym typeface="Tahoma"/>
              </a:rPr>
              <a:t>Khái niệm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Con trỏ </a:t>
            </a:r>
            <a:r>
              <a:rPr b="0" i="0" lang="en-US" sz="28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NULL</a:t>
            </a: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là con trỏ không trỏ và đâu cả.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Khác với con trỏ chưa được khởi tạo.</a:t>
            </a:r>
            <a:endParaRPr/>
          </a:p>
        </p:txBody>
      </p:sp>
      <p:sp>
        <p:nvSpPr>
          <p:cNvPr id="486" name="Google Shape;486;p8"/>
          <p:cNvSpPr txBox="1"/>
          <p:nvPr/>
        </p:nvSpPr>
        <p:spPr>
          <a:xfrm>
            <a:off x="5181600" y="6477000"/>
            <a:ext cx="2895600" cy="233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None/>
            </a:pPr>
            <a:r>
              <a:rPr b="0" i="0" lang="en-US" sz="11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Dữ liệu kiểu con trỏ (cơ bản)</a:t>
            </a:r>
            <a:endParaRPr/>
          </a:p>
        </p:txBody>
      </p:sp>
      <p:sp>
        <p:nvSpPr>
          <p:cNvPr id="487" name="Google Shape;487;p8"/>
          <p:cNvSpPr/>
          <p:nvPr/>
        </p:nvSpPr>
        <p:spPr>
          <a:xfrm>
            <a:off x="2286000" y="4953000"/>
            <a:ext cx="9144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8" name="Google Shape;488;p8"/>
          <p:cNvCxnSpPr/>
          <p:nvPr/>
        </p:nvCxnSpPr>
        <p:spPr>
          <a:xfrm>
            <a:off x="2743200" y="5181600"/>
            <a:ext cx="1066800" cy="1587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sp>
        <p:nvSpPr>
          <p:cNvPr id="489" name="Google Shape;489;p8"/>
          <p:cNvSpPr/>
          <p:nvPr/>
        </p:nvSpPr>
        <p:spPr>
          <a:xfrm>
            <a:off x="4876800" y="4953000"/>
            <a:ext cx="9144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0" name="Google Shape;490;p8"/>
          <p:cNvCxnSpPr/>
          <p:nvPr/>
        </p:nvCxnSpPr>
        <p:spPr>
          <a:xfrm>
            <a:off x="4884737" y="4989512"/>
            <a:ext cx="895350" cy="411162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491" name="Google Shape;491;p8"/>
          <p:cNvCxnSpPr/>
          <p:nvPr/>
        </p:nvCxnSpPr>
        <p:spPr>
          <a:xfrm flipH="1" rot="10800000">
            <a:off x="4900612" y="4976812"/>
            <a:ext cx="869950" cy="409575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492" name="Google Shape;492;p8"/>
          <p:cNvSpPr/>
          <p:nvPr/>
        </p:nvSpPr>
        <p:spPr>
          <a:xfrm>
            <a:off x="4876800" y="5486400"/>
            <a:ext cx="990600" cy="457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NULL</a:t>
            </a:r>
            <a:endParaRPr/>
          </a:p>
        </p:txBody>
      </p:sp>
      <p:sp>
        <p:nvSpPr>
          <p:cNvPr id="493" name="Google Shape;493;p8"/>
          <p:cNvSpPr/>
          <p:nvPr/>
        </p:nvSpPr>
        <p:spPr>
          <a:xfrm>
            <a:off x="685800" y="3124200"/>
            <a:ext cx="152400" cy="12954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8"/>
          <p:cNvSpPr txBox="1"/>
          <p:nvPr/>
        </p:nvSpPr>
        <p:spPr>
          <a:xfrm>
            <a:off x="838200" y="3124200"/>
            <a:ext cx="7010400" cy="1323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n;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*p1 = &amp;n;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*p2;	// </a:t>
            </a:r>
            <a:r>
              <a:rPr b="1" i="0" lang="en-US" sz="2000" u="non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unreferenced local variable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*p3 = NULL;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9"/>
          <p:cNvSpPr txBox="1"/>
          <p:nvPr>
            <p:ph type="title"/>
          </p:nvPr>
        </p:nvSpPr>
        <p:spPr>
          <a:xfrm>
            <a:off x="1143000" y="381000"/>
            <a:ext cx="67056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Verdana"/>
              <a:buNone/>
            </a:pP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Khởi tạo kiểu con trỏ</a:t>
            </a:r>
            <a:endParaRPr/>
          </a:p>
        </p:txBody>
      </p:sp>
      <p:sp>
        <p:nvSpPr>
          <p:cNvPr id="501" name="Google Shape;501;p9"/>
          <p:cNvSpPr txBox="1"/>
          <p:nvPr>
            <p:ph idx="1" type="body"/>
          </p:nvPr>
        </p:nvSpPr>
        <p:spPr>
          <a:xfrm>
            <a:off x="457200" y="1524000"/>
            <a:ext cx="82296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Noto Sans Symbols"/>
              <a:buChar char="❖"/>
            </a:pPr>
            <a:r>
              <a:rPr b="0" i="0" lang="en-US" sz="2800" u="none" cap="none" strike="noStrike">
                <a:solidFill>
                  <a:srgbClr val="0A85FF"/>
                </a:solidFill>
                <a:latin typeface="Tahoma"/>
                <a:ea typeface="Tahoma"/>
                <a:cs typeface="Tahoma"/>
                <a:sym typeface="Tahoma"/>
              </a:rPr>
              <a:t>Khởi tạo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Khi mới khai báo, biến con trỏ được </a:t>
            </a:r>
            <a:r>
              <a:rPr b="0" i="0" lang="en-US" sz="28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đặt ở địa chỉ nào đó</a:t>
            </a: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(không biết trước). 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	🡺 chứa </a:t>
            </a:r>
            <a:r>
              <a:rPr b="0" i="0" lang="en-US" sz="28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giá trị không xác định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	🡺 </a:t>
            </a:r>
            <a:r>
              <a:rPr b="0" i="0" lang="en-US" sz="28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trỏ đến vùng nhớ không biết trước</a:t>
            </a: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Đặt địa chỉ của biến vào con trỏ (toán tử </a:t>
            </a:r>
            <a:r>
              <a:rPr b="0" i="0" lang="en-US" sz="28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&amp;</a:t>
            </a: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/>
          </a:p>
          <a:p>
            <a:pPr indent="-1651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Noto Sans Symbols"/>
              <a:buChar char="❖"/>
            </a:pPr>
            <a:r>
              <a:rPr b="0" i="0" lang="en-US" sz="2800" u="none" cap="none" strike="noStrike">
                <a:solidFill>
                  <a:srgbClr val="0A85FF"/>
                </a:solidFill>
                <a:latin typeface="Tahoma"/>
                <a:ea typeface="Tahoma"/>
                <a:cs typeface="Tahoma"/>
                <a:sym typeface="Tahoma"/>
              </a:rPr>
              <a:t>Ví dụ</a:t>
            </a:r>
            <a:endParaRPr/>
          </a:p>
        </p:txBody>
      </p:sp>
      <p:sp>
        <p:nvSpPr>
          <p:cNvPr id="502" name="Google Shape;502;p9"/>
          <p:cNvSpPr txBox="1"/>
          <p:nvPr/>
        </p:nvSpPr>
        <p:spPr>
          <a:xfrm>
            <a:off x="5181600" y="6477000"/>
            <a:ext cx="2895600" cy="233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None/>
            </a:pPr>
            <a:r>
              <a:rPr b="0" i="0" lang="en-US" sz="11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Dữ liệu kiểu con trỏ (cơ bản)</a:t>
            </a:r>
            <a:endParaRPr/>
          </a:p>
        </p:txBody>
      </p:sp>
      <p:sp>
        <p:nvSpPr>
          <p:cNvPr id="503" name="Google Shape;503;p9"/>
          <p:cNvSpPr/>
          <p:nvPr/>
        </p:nvSpPr>
        <p:spPr>
          <a:xfrm>
            <a:off x="685800" y="4552950"/>
            <a:ext cx="152400" cy="381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9"/>
          <p:cNvSpPr txBox="1"/>
          <p:nvPr/>
        </p:nvSpPr>
        <p:spPr>
          <a:xfrm>
            <a:off x="838200" y="4552950"/>
            <a:ext cx="70104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&lt;tên biến con trỏ&gt; = </a:t>
            </a:r>
            <a:r>
              <a:rPr b="1" i="0" lang="en-US" sz="2000" u="non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&amp;</a:t>
            </a: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&lt;tên biến&gt;;</a:t>
            </a:r>
            <a:endParaRPr/>
          </a:p>
        </p:txBody>
      </p:sp>
      <p:sp>
        <p:nvSpPr>
          <p:cNvPr id="505" name="Google Shape;505;p9"/>
          <p:cNvSpPr/>
          <p:nvPr/>
        </p:nvSpPr>
        <p:spPr>
          <a:xfrm>
            <a:off x="685800" y="5486400"/>
            <a:ext cx="152400" cy="9144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9"/>
          <p:cNvSpPr txBox="1"/>
          <p:nvPr/>
        </p:nvSpPr>
        <p:spPr>
          <a:xfrm>
            <a:off x="838200" y="5486400"/>
            <a:ext cx="701040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a, b;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*pa = </a:t>
            </a:r>
            <a:r>
              <a:rPr b="1" i="0" lang="en-US" sz="2000" u="non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&amp;</a:t>
            </a: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a, *pb;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pb = </a:t>
            </a:r>
            <a:r>
              <a:rPr b="1" i="0" lang="en-US" sz="2000" u="non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&amp;</a:t>
            </a: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b;</a:t>
            </a:r>
            <a:endParaRPr/>
          </a:p>
        </p:txBody>
      </p:sp>
      <p:sp>
        <p:nvSpPr>
          <p:cNvPr id="507" name="Google Shape;507;p9"/>
          <p:cNvSpPr txBox="1"/>
          <p:nvPr/>
        </p:nvSpPr>
        <p:spPr>
          <a:xfrm>
            <a:off x="0" y="5486400"/>
            <a:ext cx="9128125" cy="304800"/>
          </a:xfrm>
          <a:prstGeom prst="rect">
            <a:avLst/>
          </a:prstGeom>
          <a:solidFill>
            <a:srgbClr val="0099FF">
              <a:alpha val="19607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9"/>
          <p:cNvSpPr txBox="1"/>
          <p:nvPr/>
        </p:nvSpPr>
        <p:spPr>
          <a:xfrm>
            <a:off x="0" y="5791200"/>
            <a:ext cx="9128125" cy="304800"/>
          </a:xfrm>
          <a:prstGeom prst="rect">
            <a:avLst/>
          </a:prstGeom>
          <a:solidFill>
            <a:srgbClr val="0099FF">
              <a:alpha val="19607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9"/>
          <p:cNvSpPr txBox="1"/>
          <p:nvPr/>
        </p:nvSpPr>
        <p:spPr>
          <a:xfrm>
            <a:off x="0" y="6096000"/>
            <a:ext cx="9128125" cy="304800"/>
          </a:xfrm>
          <a:prstGeom prst="rect">
            <a:avLst/>
          </a:prstGeom>
          <a:solidFill>
            <a:srgbClr val="0099FF">
              <a:alpha val="19607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10"/>
          <p:cNvSpPr txBox="1"/>
          <p:nvPr>
            <p:ph type="title"/>
          </p:nvPr>
        </p:nvSpPr>
        <p:spPr>
          <a:xfrm>
            <a:off x="1143000" y="381000"/>
            <a:ext cx="67056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Verdana"/>
              <a:buNone/>
            </a:pP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Sử dụng con trỏ</a:t>
            </a:r>
            <a:endParaRPr/>
          </a:p>
        </p:txBody>
      </p:sp>
      <p:sp>
        <p:nvSpPr>
          <p:cNvPr id="516" name="Google Shape;516;p10"/>
          <p:cNvSpPr txBox="1"/>
          <p:nvPr>
            <p:ph idx="1" type="body"/>
          </p:nvPr>
        </p:nvSpPr>
        <p:spPr>
          <a:xfrm>
            <a:off x="457200" y="1524000"/>
            <a:ext cx="82296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Noto Sans Symbols"/>
              <a:buChar char="❖"/>
            </a:pPr>
            <a:r>
              <a:rPr b="0" i="0" lang="en-US" sz="2800" u="none" cap="none" strike="noStrike">
                <a:solidFill>
                  <a:srgbClr val="0A85FF"/>
                </a:solidFill>
                <a:latin typeface="Tahoma"/>
                <a:ea typeface="Tahoma"/>
                <a:cs typeface="Tahoma"/>
                <a:sym typeface="Tahoma"/>
              </a:rPr>
              <a:t>Truy xuất đến ô nhớ mà con trỏ trỏ đến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Con trỏ chứa </a:t>
            </a:r>
            <a:r>
              <a:rPr b="0" i="0" lang="en-US" sz="28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một số nguyên chỉ địa chỉ</a:t>
            </a: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Vùng nhớ mà nó trỏ đến, sử dụng toán tử </a:t>
            </a:r>
            <a:r>
              <a:rPr b="0" i="0" lang="en-US" sz="28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*</a:t>
            </a: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Noto Sans Symbols"/>
              <a:buChar char="❖"/>
            </a:pPr>
            <a:r>
              <a:rPr b="0" i="0" lang="en-US" sz="2800" u="none" cap="none" strike="noStrike">
                <a:solidFill>
                  <a:srgbClr val="0A85FF"/>
                </a:solidFill>
                <a:latin typeface="Tahoma"/>
                <a:ea typeface="Tahoma"/>
                <a:cs typeface="Tahoma"/>
                <a:sym typeface="Tahoma"/>
              </a:rPr>
              <a:t>Ví dụ</a:t>
            </a:r>
            <a:endParaRPr/>
          </a:p>
        </p:txBody>
      </p:sp>
      <p:sp>
        <p:nvSpPr>
          <p:cNvPr id="517" name="Google Shape;517;p10"/>
          <p:cNvSpPr txBox="1"/>
          <p:nvPr/>
        </p:nvSpPr>
        <p:spPr>
          <a:xfrm>
            <a:off x="5181600" y="6477000"/>
            <a:ext cx="2895600" cy="233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None/>
            </a:pPr>
            <a:r>
              <a:rPr b="0" i="0" lang="en-US" sz="11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Dữ liệu kiểu con trỏ (cơ bản)</a:t>
            </a:r>
            <a:endParaRPr/>
          </a:p>
        </p:txBody>
      </p:sp>
      <p:sp>
        <p:nvSpPr>
          <p:cNvPr id="518" name="Google Shape;518;p10"/>
          <p:cNvSpPr/>
          <p:nvPr/>
        </p:nvSpPr>
        <p:spPr>
          <a:xfrm>
            <a:off x="685800" y="3581400"/>
            <a:ext cx="152400" cy="1219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10"/>
          <p:cNvSpPr txBox="1"/>
          <p:nvPr/>
        </p:nvSpPr>
        <p:spPr>
          <a:xfrm>
            <a:off x="838200" y="3581400"/>
            <a:ext cx="8305800" cy="1323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a = 5, *pa = </a:t>
            </a:r>
            <a:r>
              <a:rPr b="1" i="0" lang="en-US" sz="2000" u="non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&amp;</a:t>
            </a: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printf(“%d\n”, pa);  // Giá trị biến pa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printf(“%d\n”, *pa); // Giá trị vùng nhớ pa trỏ đến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printf(“%d\n”, &amp;pa); // Địa chỉ biến pa</a:t>
            </a:r>
            <a:endParaRPr/>
          </a:p>
        </p:txBody>
      </p:sp>
      <p:sp>
        <p:nvSpPr>
          <p:cNvPr id="520" name="Google Shape;520;p10"/>
          <p:cNvSpPr txBox="1"/>
          <p:nvPr/>
        </p:nvSpPr>
        <p:spPr>
          <a:xfrm>
            <a:off x="0" y="3581400"/>
            <a:ext cx="9128125" cy="304800"/>
          </a:xfrm>
          <a:prstGeom prst="rect">
            <a:avLst/>
          </a:prstGeom>
          <a:solidFill>
            <a:srgbClr val="0099FF">
              <a:alpha val="19607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10"/>
          <p:cNvSpPr txBox="1"/>
          <p:nvPr/>
        </p:nvSpPr>
        <p:spPr>
          <a:xfrm>
            <a:off x="0" y="3886200"/>
            <a:ext cx="9128125" cy="304800"/>
          </a:xfrm>
          <a:prstGeom prst="rect">
            <a:avLst/>
          </a:prstGeom>
          <a:solidFill>
            <a:srgbClr val="0099FF">
              <a:alpha val="19607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10"/>
          <p:cNvSpPr/>
          <p:nvPr/>
        </p:nvSpPr>
        <p:spPr>
          <a:xfrm>
            <a:off x="7543800" y="5562600"/>
            <a:ext cx="457200" cy="457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…</a:t>
            </a:r>
            <a:endParaRPr/>
          </a:p>
        </p:txBody>
      </p:sp>
      <p:sp>
        <p:nvSpPr>
          <p:cNvPr id="523" name="Google Shape;523;p10"/>
          <p:cNvSpPr/>
          <p:nvPr/>
        </p:nvSpPr>
        <p:spPr>
          <a:xfrm>
            <a:off x="685800" y="5562600"/>
            <a:ext cx="457200" cy="457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…</a:t>
            </a:r>
            <a:endParaRPr/>
          </a:p>
        </p:txBody>
      </p:sp>
      <p:sp>
        <p:nvSpPr>
          <p:cNvPr id="524" name="Google Shape;524;p10"/>
          <p:cNvSpPr/>
          <p:nvPr/>
        </p:nvSpPr>
        <p:spPr>
          <a:xfrm>
            <a:off x="1143000" y="55626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10"/>
          <p:cNvSpPr/>
          <p:nvPr/>
        </p:nvSpPr>
        <p:spPr>
          <a:xfrm>
            <a:off x="1143000" y="51054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3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0A</a:t>
            </a:r>
            <a:endParaRPr sz="900"/>
          </a:p>
        </p:txBody>
      </p:sp>
      <p:sp>
        <p:nvSpPr>
          <p:cNvPr id="526" name="Google Shape;526;p10"/>
          <p:cNvSpPr/>
          <p:nvPr/>
        </p:nvSpPr>
        <p:spPr>
          <a:xfrm>
            <a:off x="1600200" y="55626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10"/>
          <p:cNvSpPr/>
          <p:nvPr/>
        </p:nvSpPr>
        <p:spPr>
          <a:xfrm>
            <a:off x="1600200" y="51054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3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0B</a:t>
            </a:r>
            <a:endParaRPr sz="900"/>
          </a:p>
        </p:txBody>
      </p:sp>
      <p:sp>
        <p:nvSpPr>
          <p:cNvPr id="528" name="Google Shape;528;p10"/>
          <p:cNvSpPr/>
          <p:nvPr/>
        </p:nvSpPr>
        <p:spPr>
          <a:xfrm>
            <a:off x="2057400" y="55626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10"/>
          <p:cNvSpPr/>
          <p:nvPr/>
        </p:nvSpPr>
        <p:spPr>
          <a:xfrm>
            <a:off x="2057400" y="51054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3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0C</a:t>
            </a:r>
            <a:endParaRPr sz="900"/>
          </a:p>
        </p:txBody>
      </p:sp>
      <p:sp>
        <p:nvSpPr>
          <p:cNvPr id="530" name="Google Shape;530;p10"/>
          <p:cNvSpPr/>
          <p:nvPr/>
        </p:nvSpPr>
        <p:spPr>
          <a:xfrm>
            <a:off x="2514600" y="55626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10"/>
          <p:cNvSpPr/>
          <p:nvPr/>
        </p:nvSpPr>
        <p:spPr>
          <a:xfrm>
            <a:off x="2514600" y="51054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3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0D</a:t>
            </a:r>
            <a:endParaRPr sz="900"/>
          </a:p>
        </p:txBody>
      </p:sp>
      <p:sp>
        <p:nvSpPr>
          <p:cNvPr id="532" name="Google Shape;532;p10"/>
          <p:cNvSpPr/>
          <p:nvPr/>
        </p:nvSpPr>
        <p:spPr>
          <a:xfrm>
            <a:off x="2971800" y="55626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10"/>
          <p:cNvSpPr/>
          <p:nvPr/>
        </p:nvSpPr>
        <p:spPr>
          <a:xfrm>
            <a:off x="2971800" y="51054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3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0E</a:t>
            </a:r>
            <a:endParaRPr sz="900"/>
          </a:p>
        </p:txBody>
      </p:sp>
      <p:sp>
        <p:nvSpPr>
          <p:cNvPr id="534" name="Google Shape;534;p10"/>
          <p:cNvSpPr/>
          <p:nvPr/>
        </p:nvSpPr>
        <p:spPr>
          <a:xfrm>
            <a:off x="3429000" y="55626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10"/>
          <p:cNvSpPr/>
          <p:nvPr/>
        </p:nvSpPr>
        <p:spPr>
          <a:xfrm>
            <a:off x="3429000" y="51054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3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0F</a:t>
            </a:r>
            <a:endParaRPr sz="900"/>
          </a:p>
        </p:txBody>
      </p:sp>
      <p:sp>
        <p:nvSpPr>
          <p:cNvPr id="536" name="Google Shape;536;p10"/>
          <p:cNvSpPr/>
          <p:nvPr/>
        </p:nvSpPr>
        <p:spPr>
          <a:xfrm>
            <a:off x="3886200" y="55626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10"/>
          <p:cNvSpPr/>
          <p:nvPr/>
        </p:nvSpPr>
        <p:spPr>
          <a:xfrm>
            <a:off x="3886200" y="51054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3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10</a:t>
            </a:r>
            <a:endParaRPr sz="900"/>
          </a:p>
        </p:txBody>
      </p:sp>
      <p:sp>
        <p:nvSpPr>
          <p:cNvPr id="538" name="Google Shape;538;p10"/>
          <p:cNvSpPr/>
          <p:nvPr/>
        </p:nvSpPr>
        <p:spPr>
          <a:xfrm>
            <a:off x="4343400" y="55626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10"/>
          <p:cNvSpPr/>
          <p:nvPr/>
        </p:nvSpPr>
        <p:spPr>
          <a:xfrm>
            <a:off x="4343400" y="51054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3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11</a:t>
            </a:r>
            <a:endParaRPr sz="900"/>
          </a:p>
        </p:txBody>
      </p:sp>
      <p:sp>
        <p:nvSpPr>
          <p:cNvPr id="540" name="Google Shape;540;p10"/>
          <p:cNvSpPr/>
          <p:nvPr/>
        </p:nvSpPr>
        <p:spPr>
          <a:xfrm>
            <a:off x="4800600" y="55626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10"/>
          <p:cNvSpPr/>
          <p:nvPr/>
        </p:nvSpPr>
        <p:spPr>
          <a:xfrm>
            <a:off x="4800600" y="51054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3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12</a:t>
            </a:r>
            <a:endParaRPr sz="900"/>
          </a:p>
        </p:txBody>
      </p:sp>
      <p:sp>
        <p:nvSpPr>
          <p:cNvPr id="542" name="Google Shape;542;p10"/>
          <p:cNvSpPr/>
          <p:nvPr/>
        </p:nvSpPr>
        <p:spPr>
          <a:xfrm>
            <a:off x="5257800" y="55626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10"/>
          <p:cNvSpPr/>
          <p:nvPr/>
        </p:nvSpPr>
        <p:spPr>
          <a:xfrm>
            <a:off x="5257800" y="51054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3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13</a:t>
            </a:r>
            <a:endParaRPr sz="900"/>
          </a:p>
        </p:txBody>
      </p:sp>
      <p:sp>
        <p:nvSpPr>
          <p:cNvPr id="544" name="Google Shape;544;p10"/>
          <p:cNvSpPr/>
          <p:nvPr/>
        </p:nvSpPr>
        <p:spPr>
          <a:xfrm>
            <a:off x="5715000" y="55626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10"/>
          <p:cNvSpPr/>
          <p:nvPr/>
        </p:nvSpPr>
        <p:spPr>
          <a:xfrm>
            <a:off x="5715000" y="51054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3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14</a:t>
            </a:r>
            <a:endParaRPr sz="900"/>
          </a:p>
        </p:txBody>
      </p:sp>
      <p:sp>
        <p:nvSpPr>
          <p:cNvPr id="546" name="Google Shape;546;p10"/>
          <p:cNvSpPr/>
          <p:nvPr/>
        </p:nvSpPr>
        <p:spPr>
          <a:xfrm>
            <a:off x="6172200" y="55626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10"/>
          <p:cNvSpPr/>
          <p:nvPr/>
        </p:nvSpPr>
        <p:spPr>
          <a:xfrm>
            <a:off x="6172200" y="51054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3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15</a:t>
            </a:r>
            <a:endParaRPr sz="900"/>
          </a:p>
        </p:txBody>
      </p:sp>
      <p:sp>
        <p:nvSpPr>
          <p:cNvPr id="548" name="Google Shape;548;p10"/>
          <p:cNvSpPr/>
          <p:nvPr/>
        </p:nvSpPr>
        <p:spPr>
          <a:xfrm>
            <a:off x="6629400" y="55626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p10"/>
          <p:cNvSpPr/>
          <p:nvPr/>
        </p:nvSpPr>
        <p:spPr>
          <a:xfrm>
            <a:off x="6629400" y="51054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3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16</a:t>
            </a:r>
            <a:endParaRPr sz="900"/>
          </a:p>
        </p:txBody>
      </p:sp>
      <p:sp>
        <p:nvSpPr>
          <p:cNvPr id="550" name="Google Shape;550;p10"/>
          <p:cNvSpPr/>
          <p:nvPr/>
        </p:nvSpPr>
        <p:spPr>
          <a:xfrm>
            <a:off x="7086600" y="55626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10"/>
          <p:cNvSpPr/>
          <p:nvPr/>
        </p:nvSpPr>
        <p:spPr>
          <a:xfrm>
            <a:off x="7086600" y="51054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3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17</a:t>
            </a:r>
            <a:endParaRPr sz="900"/>
          </a:p>
        </p:txBody>
      </p:sp>
      <p:sp>
        <p:nvSpPr>
          <p:cNvPr id="552" name="Google Shape;552;p10"/>
          <p:cNvSpPr/>
          <p:nvPr/>
        </p:nvSpPr>
        <p:spPr>
          <a:xfrm>
            <a:off x="1600200" y="6400800"/>
            <a:ext cx="457200" cy="457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a</a:t>
            </a:r>
            <a:endParaRPr/>
          </a:p>
        </p:txBody>
      </p:sp>
      <p:cxnSp>
        <p:nvCxnSpPr>
          <p:cNvPr id="553" name="Google Shape;553;p10"/>
          <p:cNvCxnSpPr/>
          <p:nvPr/>
        </p:nvCxnSpPr>
        <p:spPr>
          <a:xfrm rot="-5400000">
            <a:off x="1639887" y="6284912"/>
            <a:ext cx="379412" cy="1587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sp>
        <p:nvSpPr>
          <p:cNvPr id="554" name="Google Shape;554;p10"/>
          <p:cNvSpPr/>
          <p:nvPr/>
        </p:nvSpPr>
        <p:spPr>
          <a:xfrm>
            <a:off x="4343400" y="6400800"/>
            <a:ext cx="457200" cy="457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13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pa</a:t>
            </a:r>
            <a:endParaRPr sz="300"/>
          </a:p>
        </p:txBody>
      </p:sp>
      <p:cxnSp>
        <p:nvCxnSpPr>
          <p:cNvPr id="555" name="Google Shape;555;p10"/>
          <p:cNvCxnSpPr/>
          <p:nvPr/>
        </p:nvCxnSpPr>
        <p:spPr>
          <a:xfrm rot="-5400000">
            <a:off x="4383087" y="6284912"/>
            <a:ext cx="379412" cy="1587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556" name="Google Shape;556;p10"/>
          <p:cNvCxnSpPr/>
          <p:nvPr/>
        </p:nvCxnSpPr>
        <p:spPr>
          <a:xfrm rot="-5400000">
            <a:off x="4420393" y="5028406"/>
            <a:ext cx="303212" cy="3175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557" name="Google Shape;557;p10"/>
          <p:cNvCxnSpPr/>
          <p:nvPr/>
        </p:nvCxnSpPr>
        <p:spPr>
          <a:xfrm rot="5400000">
            <a:off x="1676400" y="5029200"/>
            <a:ext cx="304800" cy="3175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558" name="Google Shape;558;p10"/>
          <p:cNvCxnSpPr/>
          <p:nvPr/>
        </p:nvCxnSpPr>
        <p:spPr>
          <a:xfrm rot="10800000">
            <a:off x="1828800" y="4875212"/>
            <a:ext cx="2743200" cy="1587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559" name="Google Shape;559;p10"/>
          <p:cNvSpPr/>
          <p:nvPr/>
        </p:nvSpPr>
        <p:spPr>
          <a:xfrm>
            <a:off x="1600200" y="5486400"/>
            <a:ext cx="1828800" cy="609600"/>
          </a:xfrm>
          <a:prstGeom prst="roundRect">
            <a:avLst>
              <a:gd fmla="val 16667" name="adj"/>
            </a:avLst>
          </a:prstGeom>
          <a:noFill/>
          <a:ln cap="flat" cmpd="sng" w="254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p10"/>
          <p:cNvSpPr/>
          <p:nvPr/>
        </p:nvSpPr>
        <p:spPr>
          <a:xfrm>
            <a:off x="4343400" y="55626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13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0B</a:t>
            </a:r>
            <a:endParaRPr sz="300"/>
          </a:p>
        </p:txBody>
      </p:sp>
      <p:sp>
        <p:nvSpPr>
          <p:cNvPr id="561" name="Google Shape;561;p10"/>
          <p:cNvSpPr/>
          <p:nvPr/>
        </p:nvSpPr>
        <p:spPr>
          <a:xfrm>
            <a:off x="4800600" y="55626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13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00</a:t>
            </a:r>
            <a:endParaRPr sz="300"/>
          </a:p>
        </p:txBody>
      </p:sp>
      <p:sp>
        <p:nvSpPr>
          <p:cNvPr id="562" name="Google Shape;562;p10"/>
          <p:cNvSpPr/>
          <p:nvPr/>
        </p:nvSpPr>
        <p:spPr>
          <a:xfrm>
            <a:off x="5257800" y="55626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13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00</a:t>
            </a:r>
            <a:endParaRPr sz="300"/>
          </a:p>
        </p:txBody>
      </p:sp>
      <p:sp>
        <p:nvSpPr>
          <p:cNvPr id="563" name="Google Shape;563;p10"/>
          <p:cNvSpPr/>
          <p:nvPr/>
        </p:nvSpPr>
        <p:spPr>
          <a:xfrm>
            <a:off x="5715000" y="55626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13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00</a:t>
            </a:r>
            <a:endParaRPr sz="300"/>
          </a:p>
        </p:txBody>
      </p:sp>
      <p:sp>
        <p:nvSpPr>
          <p:cNvPr id="564" name="Google Shape;564;p10"/>
          <p:cNvSpPr/>
          <p:nvPr/>
        </p:nvSpPr>
        <p:spPr>
          <a:xfrm>
            <a:off x="4343400" y="5486400"/>
            <a:ext cx="1828800" cy="609600"/>
          </a:xfrm>
          <a:prstGeom prst="roundRect">
            <a:avLst>
              <a:gd fmla="val 16667" name="adj"/>
            </a:avLst>
          </a:prstGeom>
          <a:noFill/>
          <a:ln cap="flat" cmpd="sng" w="254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10"/>
          <p:cNvSpPr/>
          <p:nvPr/>
        </p:nvSpPr>
        <p:spPr>
          <a:xfrm>
            <a:off x="1600200" y="55626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13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05</a:t>
            </a:r>
            <a:endParaRPr sz="300"/>
          </a:p>
        </p:txBody>
      </p:sp>
      <p:sp>
        <p:nvSpPr>
          <p:cNvPr id="566" name="Google Shape;566;p10"/>
          <p:cNvSpPr/>
          <p:nvPr/>
        </p:nvSpPr>
        <p:spPr>
          <a:xfrm>
            <a:off x="2057400" y="55626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13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00</a:t>
            </a:r>
            <a:endParaRPr sz="300"/>
          </a:p>
        </p:txBody>
      </p:sp>
      <p:sp>
        <p:nvSpPr>
          <p:cNvPr id="567" name="Google Shape;567;p10"/>
          <p:cNvSpPr/>
          <p:nvPr/>
        </p:nvSpPr>
        <p:spPr>
          <a:xfrm>
            <a:off x="2514600" y="55626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13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00</a:t>
            </a:r>
            <a:endParaRPr sz="300"/>
          </a:p>
        </p:txBody>
      </p:sp>
      <p:sp>
        <p:nvSpPr>
          <p:cNvPr id="568" name="Google Shape;568;p10"/>
          <p:cNvSpPr/>
          <p:nvPr/>
        </p:nvSpPr>
        <p:spPr>
          <a:xfrm>
            <a:off x="2971800" y="55626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13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00</a:t>
            </a:r>
            <a:endParaRPr sz="300"/>
          </a:p>
        </p:txBody>
      </p:sp>
      <p:sp>
        <p:nvSpPr>
          <p:cNvPr id="569" name="Google Shape;569;p10"/>
          <p:cNvSpPr txBox="1"/>
          <p:nvPr/>
        </p:nvSpPr>
        <p:spPr>
          <a:xfrm>
            <a:off x="0" y="4191000"/>
            <a:ext cx="9128125" cy="304800"/>
          </a:xfrm>
          <a:prstGeom prst="rect">
            <a:avLst/>
          </a:prstGeom>
          <a:solidFill>
            <a:srgbClr val="0099FF">
              <a:alpha val="19607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p10"/>
          <p:cNvSpPr txBox="1"/>
          <p:nvPr/>
        </p:nvSpPr>
        <p:spPr>
          <a:xfrm>
            <a:off x="0" y="4495800"/>
            <a:ext cx="9128125" cy="304800"/>
          </a:xfrm>
          <a:prstGeom prst="rect">
            <a:avLst/>
          </a:prstGeom>
          <a:solidFill>
            <a:srgbClr val="0099FF">
              <a:alpha val="19607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11"/>
          <p:cNvSpPr txBox="1"/>
          <p:nvPr>
            <p:ph type="title"/>
          </p:nvPr>
        </p:nvSpPr>
        <p:spPr>
          <a:xfrm>
            <a:off x="1143000" y="381000"/>
            <a:ext cx="67056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Verdana"/>
              <a:buNone/>
            </a:pP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Kích thước của con trỏ</a:t>
            </a:r>
            <a:endParaRPr/>
          </a:p>
        </p:txBody>
      </p:sp>
      <p:sp>
        <p:nvSpPr>
          <p:cNvPr id="577" name="Google Shape;577;p11"/>
          <p:cNvSpPr txBox="1"/>
          <p:nvPr>
            <p:ph idx="1" type="body"/>
          </p:nvPr>
        </p:nvSpPr>
        <p:spPr>
          <a:xfrm>
            <a:off x="457200" y="1524000"/>
            <a:ext cx="82296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Noto Sans Symbols"/>
              <a:buChar char="❖"/>
            </a:pPr>
            <a:r>
              <a:rPr b="0" i="0" lang="en-US" sz="2800" u="none" cap="none" strike="noStrike">
                <a:solidFill>
                  <a:srgbClr val="0A85FF"/>
                </a:solidFill>
                <a:latin typeface="Tahoma"/>
                <a:ea typeface="Tahoma"/>
                <a:cs typeface="Tahoma"/>
                <a:sym typeface="Tahoma"/>
              </a:rPr>
              <a:t>Kích thước của con trỏ</a:t>
            </a:r>
            <a:endParaRPr/>
          </a:p>
          <a:p>
            <a:pPr indent="-1079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079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079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Con trỏ </a:t>
            </a:r>
            <a:r>
              <a:rPr b="0" i="0" lang="en-US" sz="28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chỉ lưu địa chỉ</a:t>
            </a: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nên kích thước của mọi con trỏ là như nhau:</a:t>
            </a:r>
            <a:endParaRPr/>
          </a:p>
          <a:p>
            <a:pPr indent="-228600" lvl="2" marL="11430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Môi trường MD-DOS (</a:t>
            </a:r>
            <a:r>
              <a:rPr b="0" i="0" lang="en-US" sz="24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16 bit</a:t>
            </a: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):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bytes (64KB)</a:t>
            </a:r>
            <a:endParaRPr/>
          </a:p>
          <a:p>
            <a:pPr indent="-228600" lvl="2" marL="11430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Môi trường Windows (</a:t>
            </a:r>
            <a:r>
              <a:rPr b="0" i="0" lang="en-US" sz="24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32 bit</a:t>
            </a: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):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4</a:t>
            </a: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bytes (4GB)</a:t>
            </a:r>
            <a:endParaRPr/>
          </a:p>
        </p:txBody>
      </p:sp>
      <p:sp>
        <p:nvSpPr>
          <p:cNvPr id="578" name="Google Shape;578;p11"/>
          <p:cNvSpPr txBox="1"/>
          <p:nvPr/>
        </p:nvSpPr>
        <p:spPr>
          <a:xfrm>
            <a:off x="5181600" y="6477000"/>
            <a:ext cx="2895600" cy="233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None/>
            </a:pPr>
            <a:r>
              <a:rPr b="0" i="0" lang="en-US" sz="11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Dữ liệu kiểu con trỏ (cơ bản)</a:t>
            </a:r>
            <a:endParaRPr/>
          </a:p>
        </p:txBody>
      </p:sp>
      <p:sp>
        <p:nvSpPr>
          <p:cNvPr id="579" name="Google Shape;579;p11"/>
          <p:cNvSpPr/>
          <p:nvPr/>
        </p:nvSpPr>
        <p:spPr>
          <a:xfrm>
            <a:off x="685800" y="2057400"/>
            <a:ext cx="152400" cy="1600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p11"/>
          <p:cNvSpPr txBox="1"/>
          <p:nvPr/>
        </p:nvSpPr>
        <p:spPr>
          <a:xfrm>
            <a:off x="838200" y="2057400"/>
            <a:ext cx="7010400" cy="163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char </a:t>
            </a:r>
            <a:r>
              <a:rPr b="1" i="0" lang="en-US" sz="2000" u="non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p1;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</a:t>
            </a:r>
            <a:r>
              <a:rPr b="1" i="0" lang="en-US" sz="2000" u="non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p2;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float *p3;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double *p4;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…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12"/>
          <p:cNvSpPr txBox="1"/>
          <p:nvPr>
            <p:ph type="title"/>
          </p:nvPr>
        </p:nvSpPr>
        <p:spPr>
          <a:xfrm>
            <a:off x="1143000" y="381000"/>
            <a:ext cx="67056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Verdana"/>
              <a:buNone/>
            </a:pP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Các cách truyền đối số</a:t>
            </a:r>
            <a:endParaRPr/>
          </a:p>
        </p:txBody>
      </p:sp>
      <p:sp>
        <p:nvSpPr>
          <p:cNvPr id="587" name="Google Shape;587;p12"/>
          <p:cNvSpPr txBox="1"/>
          <p:nvPr>
            <p:ph idx="1" type="body"/>
          </p:nvPr>
        </p:nvSpPr>
        <p:spPr>
          <a:xfrm>
            <a:off x="457200" y="1524000"/>
            <a:ext cx="82296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Noto Sans Symbols"/>
              <a:buChar char="❖"/>
            </a:pPr>
            <a:r>
              <a:rPr b="0" i="0" lang="en-US" sz="2800" u="none" cap="none" strike="noStrike">
                <a:solidFill>
                  <a:srgbClr val="0A85FF"/>
                </a:solidFill>
                <a:latin typeface="Tahoma"/>
                <a:ea typeface="Tahoma"/>
                <a:cs typeface="Tahoma"/>
                <a:sym typeface="Tahoma"/>
              </a:rPr>
              <a:t>Truyền giá trị (tham trị)</a:t>
            </a:r>
            <a:endParaRPr/>
          </a:p>
        </p:txBody>
      </p:sp>
      <p:sp>
        <p:nvSpPr>
          <p:cNvPr id="588" name="Google Shape;588;p12"/>
          <p:cNvSpPr txBox="1"/>
          <p:nvPr/>
        </p:nvSpPr>
        <p:spPr>
          <a:xfrm>
            <a:off x="5181600" y="6477000"/>
            <a:ext cx="2895600" cy="233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None/>
            </a:pPr>
            <a:r>
              <a:rPr b="0" i="0" lang="en-US" sz="11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Dữ liệu kiểu con trỏ (cơ bản)</a:t>
            </a:r>
            <a:endParaRPr/>
          </a:p>
        </p:txBody>
      </p:sp>
      <p:sp>
        <p:nvSpPr>
          <p:cNvPr id="589" name="Google Shape;589;p12"/>
          <p:cNvSpPr/>
          <p:nvPr/>
        </p:nvSpPr>
        <p:spPr>
          <a:xfrm>
            <a:off x="685800" y="2057400"/>
            <a:ext cx="152400" cy="44196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p12"/>
          <p:cNvSpPr txBox="1"/>
          <p:nvPr/>
        </p:nvSpPr>
        <p:spPr>
          <a:xfrm>
            <a:off x="838200" y="2057400"/>
            <a:ext cx="7010400" cy="4400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#include &lt;stdio.h&gt;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i="0" sz="2000" u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void hoanvi(int x, int y);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i="0" sz="2000" u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void main()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int a = 3; b = 6;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hoanvi(a, b);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printf(“a = %d, b = %d”, a, b);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void hoanvi(</a:t>
            </a:r>
            <a:r>
              <a:rPr b="1" i="0" lang="en-US" sz="2000" u="non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int x</a:t>
            </a: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i="0" lang="en-US" sz="2000" u="non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int y</a:t>
            </a: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int </a:t>
            </a:r>
            <a:r>
              <a:rPr b="1" i="0" lang="en-US" sz="2000" u="non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t = x; x = y; y = t;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  <p:sp>
        <p:nvSpPr>
          <p:cNvPr id="591" name="Google Shape;591;p12"/>
          <p:cNvSpPr txBox="1"/>
          <p:nvPr/>
        </p:nvSpPr>
        <p:spPr>
          <a:xfrm>
            <a:off x="2743200" y="5105400"/>
            <a:ext cx="1828800" cy="381000"/>
          </a:xfrm>
          <a:prstGeom prst="rect">
            <a:avLst/>
          </a:prstGeom>
          <a:solidFill>
            <a:srgbClr val="0099FF">
              <a:alpha val="19607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12"/>
          <p:cNvSpPr txBox="1"/>
          <p:nvPr/>
        </p:nvSpPr>
        <p:spPr>
          <a:xfrm>
            <a:off x="2438400" y="5715000"/>
            <a:ext cx="3048000" cy="381000"/>
          </a:xfrm>
          <a:prstGeom prst="rect">
            <a:avLst/>
          </a:prstGeom>
          <a:solidFill>
            <a:srgbClr val="0099FF">
              <a:alpha val="19607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13"/>
          <p:cNvSpPr/>
          <p:nvPr/>
        </p:nvSpPr>
        <p:spPr>
          <a:xfrm>
            <a:off x="5410200" y="3505200"/>
            <a:ext cx="1828800" cy="914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85FF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0A85FF"/>
                </a:solidFill>
                <a:latin typeface="Verdana"/>
                <a:ea typeface="Verdana"/>
                <a:cs typeface="Verdana"/>
                <a:sym typeface="Verdana"/>
              </a:rPr>
              <a:t>int t = x;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85FF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0A85FF"/>
                </a:solidFill>
                <a:latin typeface="Verdana"/>
                <a:ea typeface="Verdana"/>
                <a:cs typeface="Verdana"/>
                <a:sym typeface="Verdana"/>
              </a:rPr>
              <a:t>x = y;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85FF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0A85FF"/>
                </a:solidFill>
                <a:latin typeface="Verdana"/>
                <a:ea typeface="Verdana"/>
                <a:cs typeface="Verdana"/>
                <a:sym typeface="Verdana"/>
              </a:rPr>
              <a:t>y = t;</a:t>
            </a:r>
            <a:endParaRPr/>
          </a:p>
        </p:txBody>
      </p:sp>
      <p:sp>
        <p:nvSpPr>
          <p:cNvPr id="599" name="Google Shape;599;p13"/>
          <p:cNvSpPr txBox="1"/>
          <p:nvPr>
            <p:ph type="title"/>
          </p:nvPr>
        </p:nvSpPr>
        <p:spPr>
          <a:xfrm>
            <a:off x="1143000" y="381000"/>
            <a:ext cx="67056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Verdana"/>
              <a:buNone/>
            </a:pP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Truyền giá trị (tham trị)</a:t>
            </a:r>
            <a:endParaRPr/>
          </a:p>
        </p:txBody>
      </p:sp>
      <p:sp>
        <p:nvSpPr>
          <p:cNvPr id="600" name="Google Shape;600;p13"/>
          <p:cNvSpPr txBox="1"/>
          <p:nvPr/>
        </p:nvSpPr>
        <p:spPr>
          <a:xfrm>
            <a:off x="5181600" y="6477000"/>
            <a:ext cx="2895600" cy="233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None/>
            </a:pPr>
            <a:r>
              <a:rPr b="0" i="0" lang="en-US" sz="11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Dữ liệu kiểu con trỏ (cơ bản)</a:t>
            </a:r>
            <a:endParaRPr/>
          </a:p>
        </p:txBody>
      </p:sp>
      <p:sp>
        <p:nvSpPr>
          <p:cNvPr id="601" name="Google Shape;601;p13"/>
          <p:cNvSpPr/>
          <p:nvPr/>
        </p:nvSpPr>
        <p:spPr>
          <a:xfrm>
            <a:off x="7543800" y="5410200"/>
            <a:ext cx="457200" cy="457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…</a:t>
            </a:r>
            <a:endParaRPr/>
          </a:p>
        </p:txBody>
      </p:sp>
      <p:sp>
        <p:nvSpPr>
          <p:cNvPr id="602" name="Google Shape;602;p13"/>
          <p:cNvSpPr/>
          <p:nvPr/>
        </p:nvSpPr>
        <p:spPr>
          <a:xfrm>
            <a:off x="685800" y="5410200"/>
            <a:ext cx="457200" cy="457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…</a:t>
            </a:r>
            <a:endParaRPr/>
          </a:p>
        </p:txBody>
      </p:sp>
      <p:sp>
        <p:nvSpPr>
          <p:cNvPr id="603" name="Google Shape;603;p13"/>
          <p:cNvSpPr/>
          <p:nvPr/>
        </p:nvSpPr>
        <p:spPr>
          <a:xfrm>
            <a:off x="11430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p13"/>
          <p:cNvSpPr/>
          <p:nvPr/>
        </p:nvSpPr>
        <p:spPr>
          <a:xfrm>
            <a:off x="16002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13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05</a:t>
            </a:r>
            <a:endParaRPr sz="300"/>
          </a:p>
        </p:txBody>
      </p:sp>
      <p:sp>
        <p:nvSpPr>
          <p:cNvPr id="605" name="Google Shape;605;p13"/>
          <p:cNvSpPr/>
          <p:nvPr/>
        </p:nvSpPr>
        <p:spPr>
          <a:xfrm>
            <a:off x="20574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11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00</a:t>
            </a:r>
            <a:endParaRPr sz="100"/>
          </a:p>
        </p:txBody>
      </p:sp>
      <p:sp>
        <p:nvSpPr>
          <p:cNvPr id="606" name="Google Shape;606;p13"/>
          <p:cNvSpPr/>
          <p:nvPr/>
        </p:nvSpPr>
        <p:spPr>
          <a:xfrm>
            <a:off x="25146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11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00</a:t>
            </a:r>
            <a:endParaRPr sz="100"/>
          </a:p>
        </p:txBody>
      </p:sp>
      <p:sp>
        <p:nvSpPr>
          <p:cNvPr id="607" name="Google Shape;607;p13"/>
          <p:cNvSpPr/>
          <p:nvPr/>
        </p:nvSpPr>
        <p:spPr>
          <a:xfrm>
            <a:off x="29718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11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00</a:t>
            </a:r>
            <a:endParaRPr sz="100"/>
          </a:p>
        </p:txBody>
      </p:sp>
      <p:sp>
        <p:nvSpPr>
          <p:cNvPr id="608" name="Google Shape;608;p13"/>
          <p:cNvSpPr/>
          <p:nvPr/>
        </p:nvSpPr>
        <p:spPr>
          <a:xfrm>
            <a:off x="34290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13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06</a:t>
            </a:r>
            <a:endParaRPr sz="300"/>
          </a:p>
        </p:txBody>
      </p:sp>
      <p:sp>
        <p:nvSpPr>
          <p:cNvPr id="609" name="Google Shape;609;p13"/>
          <p:cNvSpPr/>
          <p:nvPr/>
        </p:nvSpPr>
        <p:spPr>
          <a:xfrm>
            <a:off x="38862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11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00</a:t>
            </a:r>
            <a:endParaRPr sz="100"/>
          </a:p>
        </p:txBody>
      </p:sp>
      <p:sp>
        <p:nvSpPr>
          <p:cNvPr id="610" name="Google Shape;610;p13"/>
          <p:cNvSpPr/>
          <p:nvPr/>
        </p:nvSpPr>
        <p:spPr>
          <a:xfrm>
            <a:off x="43434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11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00</a:t>
            </a:r>
            <a:endParaRPr sz="100"/>
          </a:p>
        </p:txBody>
      </p:sp>
      <p:sp>
        <p:nvSpPr>
          <p:cNvPr id="611" name="Google Shape;611;p13"/>
          <p:cNvSpPr/>
          <p:nvPr/>
        </p:nvSpPr>
        <p:spPr>
          <a:xfrm>
            <a:off x="48006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11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00</a:t>
            </a:r>
            <a:endParaRPr sz="100"/>
          </a:p>
        </p:txBody>
      </p:sp>
      <p:sp>
        <p:nvSpPr>
          <p:cNvPr id="612" name="Google Shape;612;p13"/>
          <p:cNvSpPr/>
          <p:nvPr/>
        </p:nvSpPr>
        <p:spPr>
          <a:xfrm>
            <a:off x="52578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13"/>
          <p:cNvSpPr/>
          <p:nvPr/>
        </p:nvSpPr>
        <p:spPr>
          <a:xfrm>
            <a:off x="57150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13"/>
          <p:cNvSpPr/>
          <p:nvPr/>
        </p:nvSpPr>
        <p:spPr>
          <a:xfrm>
            <a:off x="61722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13"/>
          <p:cNvSpPr/>
          <p:nvPr/>
        </p:nvSpPr>
        <p:spPr>
          <a:xfrm>
            <a:off x="66294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p13"/>
          <p:cNvSpPr/>
          <p:nvPr/>
        </p:nvSpPr>
        <p:spPr>
          <a:xfrm>
            <a:off x="70866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13"/>
          <p:cNvSpPr/>
          <p:nvPr/>
        </p:nvSpPr>
        <p:spPr>
          <a:xfrm>
            <a:off x="1600200" y="6248400"/>
            <a:ext cx="1007100" cy="457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11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int </a:t>
            </a:r>
            <a:r>
              <a:rPr b="0" i="0" lang="en-US" sz="1100" u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a</a:t>
            </a:r>
            <a:r>
              <a:rPr b="0" i="0" lang="en-US" sz="11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 = 3</a:t>
            </a:r>
            <a:endParaRPr sz="100"/>
          </a:p>
        </p:txBody>
      </p:sp>
      <p:sp>
        <p:nvSpPr>
          <p:cNvPr id="618" name="Google Shape;618;p13"/>
          <p:cNvSpPr/>
          <p:nvPr/>
        </p:nvSpPr>
        <p:spPr>
          <a:xfrm>
            <a:off x="11430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9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0A</a:t>
            </a:r>
            <a:endParaRPr sz="500"/>
          </a:p>
        </p:txBody>
      </p:sp>
      <p:sp>
        <p:nvSpPr>
          <p:cNvPr id="619" name="Google Shape;619;p13"/>
          <p:cNvSpPr/>
          <p:nvPr/>
        </p:nvSpPr>
        <p:spPr>
          <a:xfrm>
            <a:off x="16002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8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0B</a:t>
            </a:r>
            <a:endParaRPr sz="400"/>
          </a:p>
        </p:txBody>
      </p:sp>
      <p:sp>
        <p:nvSpPr>
          <p:cNvPr id="620" name="Google Shape;620;p13"/>
          <p:cNvSpPr/>
          <p:nvPr/>
        </p:nvSpPr>
        <p:spPr>
          <a:xfrm>
            <a:off x="20574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9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0C</a:t>
            </a:r>
            <a:endParaRPr sz="500"/>
          </a:p>
        </p:txBody>
      </p:sp>
      <p:sp>
        <p:nvSpPr>
          <p:cNvPr id="621" name="Google Shape;621;p13"/>
          <p:cNvSpPr/>
          <p:nvPr/>
        </p:nvSpPr>
        <p:spPr>
          <a:xfrm>
            <a:off x="25146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9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0D</a:t>
            </a:r>
            <a:endParaRPr sz="500"/>
          </a:p>
        </p:txBody>
      </p:sp>
      <p:sp>
        <p:nvSpPr>
          <p:cNvPr id="622" name="Google Shape;622;p13"/>
          <p:cNvSpPr/>
          <p:nvPr/>
        </p:nvSpPr>
        <p:spPr>
          <a:xfrm>
            <a:off x="29718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9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0E</a:t>
            </a:r>
            <a:endParaRPr sz="500"/>
          </a:p>
        </p:txBody>
      </p:sp>
      <p:sp>
        <p:nvSpPr>
          <p:cNvPr id="623" name="Google Shape;623;p13"/>
          <p:cNvSpPr/>
          <p:nvPr/>
        </p:nvSpPr>
        <p:spPr>
          <a:xfrm>
            <a:off x="34290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9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0F</a:t>
            </a:r>
            <a:endParaRPr sz="500"/>
          </a:p>
        </p:txBody>
      </p:sp>
      <p:sp>
        <p:nvSpPr>
          <p:cNvPr id="624" name="Google Shape;624;p13"/>
          <p:cNvSpPr/>
          <p:nvPr/>
        </p:nvSpPr>
        <p:spPr>
          <a:xfrm>
            <a:off x="38862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9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10</a:t>
            </a:r>
            <a:endParaRPr sz="500"/>
          </a:p>
        </p:txBody>
      </p:sp>
      <p:sp>
        <p:nvSpPr>
          <p:cNvPr id="625" name="Google Shape;625;p13"/>
          <p:cNvSpPr/>
          <p:nvPr/>
        </p:nvSpPr>
        <p:spPr>
          <a:xfrm>
            <a:off x="43434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9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11</a:t>
            </a:r>
            <a:endParaRPr sz="500"/>
          </a:p>
        </p:txBody>
      </p:sp>
      <p:sp>
        <p:nvSpPr>
          <p:cNvPr id="626" name="Google Shape;626;p13"/>
          <p:cNvSpPr/>
          <p:nvPr/>
        </p:nvSpPr>
        <p:spPr>
          <a:xfrm>
            <a:off x="48006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9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12</a:t>
            </a:r>
            <a:endParaRPr sz="500"/>
          </a:p>
        </p:txBody>
      </p:sp>
      <p:sp>
        <p:nvSpPr>
          <p:cNvPr id="627" name="Google Shape;627;p13"/>
          <p:cNvSpPr/>
          <p:nvPr/>
        </p:nvSpPr>
        <p:spPr>
          <a:xfrm>
            <a:off x="52578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9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13</a:t>
            </a:r>
            <a:endParaRPr sz="500"/>
          </a:p>
        </p:txBody>
      </p:sp>
      <p:sp>
        <p:nvSpPr>
          <p:cNvPr id="628" name="Google Shape;628;p13"/>
          <p:cNvSpPr/>
          <p:nvPr/>
        </p:nvSpPr>
        <p:spPr>
          <a:xfrm>
            <a:off x="57150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9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14</a:t>
            </a:r>
            <a:endParaRPr sz="500"/>
          </a:p>
        </p:txBody>
      </p:sp>
      <p:sp>
        <p:nvSpPr>
          <p:cNvPr id="629" name="Google Shape;629;p13"/>
          <p:cNvSpPr/>
          <p:nvPr/>
        </p:nvSpPr>
        <p:spPr>
          <a:xfrm>
            <a:off x="61722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9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15</a:t>
            </a:r>
            <a:endParaRPr sz="500"/>
          </a:p>
        </p:txBody>
      </p:sp>
      <p:sp>
        <p:nvSpPr>
          <p:cNvPr id="630" name="Google Shape;630;p13"/>
          <p:cNvSpPr/>
          <p:nvPr/>
        </p:nvSpPr>
        <p:spPr>
          <a:xfrm>
            <a:off x="66294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9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16</a:t>
            </a:r>
            <a:endParaRPr sz="500"/>
          </a:p>
        </p:txBody>
      </p:sp>
      <p:sp>
        <p:nvSpPr>
          <p:cNvPr id="631" name="Google Shape;631;p13"/>
          <p:cNvSpPr/>
          <p:nvPr/>
        </p:nvSpPr>
        <p:spPr>
          <a:xfrm>
            <a:off x="70866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9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17</a:t>
            </a:r>
            <a:endParaRPr sz="500"/>
          </a:p>
        </p:txBody>
      </p:sp>
      <p:cxnSp>
        <p:nvCxnSpPr>
          <p:cNvPr id="632" name="Google Shape;632;p13"/>
          <p:cNvCxnSpPr/>
          <p:nvPr/>
        </p:nvCxnSpPr>
        <p:spPr>
          <a:xfrm rot="-5400000">
            <a:off x="1639887" y="6132512"/>
            <a:ext cx="379412" cy="1587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sp>
        <p:nvSpPr>
          <p:cNvPr id="633" name="Google Shape;633;p13"/>
          <p:cNvSpPr/>
          <p:nvPr/>
        </p:nvSpPr>
        <p:spPr>
          <a:xfrm>
            <a:off x="1600200" y="5302250"/>
            <a:ext cx="1828800" cy="609600"/>
          </a:xfrm>
          <a:prstGeom prst="roundRect">
            <a:avLst>
              <a:gd fmla="val 16667" name="adj"/>
            </a:avLst>
          </a:prstGeom>
          <a:noFill/>
          <a:ln cap="flat" cmpd="sng" w="254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p13"/>
          <p:cNvSpPr/>
          <p:nvPr/>
        </p:nvSpPr>
        <p:spPr>
          <a:xfrm>
            <a:off x="3429000" y="5302250"/>
            <a:ext cx="1828800" cy="609600"/>
          </a:xfrm>
          <a:prstGeom prst="roundRect">
            <a:avLst>
              <a:gd fmla="val 16667" name="adj"/>
            </a:avLst>
          </a:prstGeom>
          <a:noFill/>
          <a:ln cap="flat" cmpd="sng" w="254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p13"/>
          <p:cNvSpPr/>
          <p:nvPr/>
        </p:nvSpPr>
        <p:spPr>
          <a:xfrm>
            <a:off x="3429000" y="6248400"/>
            <a:ext cx="1219200" cy="457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11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int </a:t>
            </a:r>
            <a:r>
              <a:rPr b="0" i="0" lang="en-US" sz="1100" u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b</a:t>
            </a:r>
            <a:r>
              <a:rPr b="0" i="0" lang="en-US" sz="11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 = 6</a:t>
            </a:r>
            <a:endParaRPr sz="100"/>
          </a:p>
        </p:txBody>
      </p:sp>
      <p:cxnSp>
        <p:nvCxnSpPr>
          <p:cNvPr id="636" name="Google Shape;636;p13"/>
          <p:cNvCxnSpPr/>
          <p:nvPr/>
        </p:nvCxnSpPr>
        <p:spPr>
          <a:xfrm rot="-5400000">
            <a:off x="3468687" y="6132512"/>
            <a:ext cx="379412" cy="1587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sp>
        <p:nvSpPr>
          <p:cNvPr id="637" name="Google Shape;637;p13"/>
          <p:cNvSpPr/>
          <p:nvPr/>
        </p:nvSpPr>
        <p:spPr>
          <a:xfrm>
            <a:off x="2514600" y="3733800"/>
            <a:ext cx="1219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int </a:t>
            </a:r>
            <a:r>
              <a:rPr b="0" i="0" lang="en-US" sz="2400" u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x</a:t>
            </a:r>
            <a:endParaRPr/>
          </a:p>
        </p:txBody>
      </p:sp>
      <p:sp>
        <p:nvSpPr>
          <p:cNvPr id="638" name="Google Shape;638;p13"/>
          <p:cNvSpPr/>
          <p:nvPr/>
        </p:nvSpPr>
        <p:spPr>
          <a:xfrm>
            <a:off x="3886200" y="3733800"/>
            <a:ext cx="12954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int </a:t>
            </a:r>
            <a:r>
              <a:rPr b="0" i="0" lang="en-US" sz="2400" u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y</a:t>
            </a:r>
            <a:endParaRPr/>
          </a:p>
        </p:txBody>
      </p:sp>
      <p:sp>
        <p:nvSpPr>
          <p:cNvPr id="639" name="Google Shape;639;p13"/>
          <p:cNvSpPr/>
          <p:nvPr/>
        </p:nvSpPr>
        <p:spPr>
          <a:xfrm>
            <a:off x="1143000" y="3657600"/>
            <a:ext cx="4114800" cy="609600"/>
          </a:xfrm>
          <a:prstGeom prst="roundRect">
            <a:avLst>
              <a:gd fmla="val 16667" name="adj"/>
            </a:avLst>
          </a:prstGeom>
          <a:noFill/>
          <a:ln cap="flat" cmpd="sng" w="254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" name="Google Shape;640;p13"/>
          <p:cNvSpPr/>
          <p:nvPr/>
        </p:nvSpPr>
        <p:spPr>
          <a:xfrm>
            <a:off x="1295400" y="3733800"/>
            <a:ext cx="1066800" cy="457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85FF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0A85FF"/>
                </a:solidFill>
                <a:latin typeface="Verdana"/>
                <a:ea typeface="Verdana"/>
                <a:cs typeface="Verdana"/>
                <a:sym typeface="Verdana"/>
              </a:rPr>
              <a:t>hoanvi</a:t>
            </a:r>
            <a:endParaRPr/>
          </a:p>
        </p:txBody>
      </p:sp>
      <p:cxnSp>
        <p:nvCxnSpPr>
          <p:cNvPr id="641" name="Google Shape;641;p13"/>
          <p:cNvCxnSpPr/>
          <p:nvPr/>
        </p:nvCxnSpPr>
        <p:spPr>
          <a:xfrm rot="5400000">
            <a:off x="2857500" y="4457700"/>
            <a:ext cx="533400" cy="3175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stealth"/>
            <a:tailEnd len="med" w="med" type="none"/>
          </a:ln>
        </p:spPr>
      </p:cxnSp>
      <p:cxnSp>
        <p:nvCxnSpPr>
          <p:cNvPr id="642" name="Google Shape;642;p13"/>
          <p:cNvCxnSpPr/>
          <p:nvPr/>
        </p:nvCxnSpPr>
        <p:spPr>
          <a:xfrm rot="5400000">
            <a:off x="1639093" y="4914106"/>
            <a:ext cx="381000" cy="1587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643" name="Google Shape;643;p13"/>
          <p:cNvCxnSpPr/>
          <p:nvPr/>
        </p:nvCxnSpPr>
        <p:spPr>
          <a:xfrm>
            <a:off x="1828800" y="4724400"/>
            <a:ext cx="1295400" cy="1587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644" name="Google Shape;644;p13"/>
          <p:cNvCxnSpPr/>
          <p:nvPr/>
        </p:nvCxnSpPr>
        <p:spPr>
          <a:xfrm flipH="1" rot="-5400000">
            <a:off x="4264818" y="4460081"/>
            <a:ext cx="546100" cy="7937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stealth"/>
            <a:tailEnd len="med" w="med" type="none"/>
          </a:ln>
        </p:spPr>
      </p:cxnSp>
      <p:cxnSp>
        <p:nvCxnSpPr>
          <p:cNvPr id="645" name="Google Shape;645;p13"/>
          <p:cNvCxnSpPr/>
          <p:nvPr/>
        </p:nvCxnSpPr>
        <p:spPr>
          <a:xfrm rot="5400000">
            <a:off x="3467893" y="4914106"/>
            <a:ext cx="381000" cy="1587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646" name="Google Shape;646;p13"/>
          <p:cNvCxnSpPr/>
          <p:nvPr/>
        </p:nvCxnSpPr>
        <p:spPr>
          <a:xfrm flipH="1" rot="10800000">
            <a:off x="3657600" y="4724400"/>
            <a:ext cx="884237" cy="1587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647" name="Google Shape;647;p13"/>
          <p:cNvSpPr/>
          <p:nvPr/>
        </p:nvSpPr>
        <p:spPr>
          <a:xfrm>
            <a:off x="7543800" y="2209800"/>
            <a:ext cx="457200" cy="457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…</a:t>
            </a:r>
            <a:endParaRPr/>
          </a:p>
        </p:txBody>
      </p:sp>
      <p:sp>
        <p:nvSpPr>
          <p:cNvPr id="648" name="Google Shape;648;p13"/>
          <p:cNvSpPr/>
          <p:nvPr/>
        </p:nvSpPr>
        <p:spPr>
          <a:xfrm>
            <a:off x="685800" y="2209800"/>
            <a:ext cx="457200" cy="457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…</a:t>
            </a:r>
            <a:endParaRPr/>
          </a:p>
        </p:txBody>
      </p:sp>
      <p:sp>
        <p:nvSpPr>
          <p:cNvPr id="649" name="Google Shape;649;p13"/>
          <p:cNvSpPr/>
          <p:nvPr/>
        </p:nvSpPr>
        <p:spPr>
          <a:xfrm>
            <a:off x="1143000" y="22098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" name="Google Shape;650;p13"/>
          <p:cNvSpPr/>
          <p:nvPr/>
        </p:nvSpPr>
        <p:spPr>
          <a:xfrm>
            <a:off x="1600200" y="22098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1" name="Google Shape;651;p13"/>
          <p:cNvSpPr/>
          <p:nvPr/>
        </p:nvSpPr>
        <p:spPr>
          <a:xfrm>
            <a:off x="2057400" y="22098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" name="Google Shape;652;p13"/>
          <p:cNvSpPr/>
          <p:nvPr/>
        </p:nvSpPr>
        <p:spPr>
          <a:xfrm>
            <a:off x="2514600" y="22098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p13"/>
          <p:cNvSpPr/>
          <p:nvPr/>
        </p:nvSpPr>
        <p:spPr>
          <a:xfrm>
            <a:off x="2971800" y="22098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4" name="Google Shape;654;p13"/>
          <p:cNvSpPr/>
          <p:nvPr/>
        </p:nvSpPr>
        <p:spPr>
          <a:xfrm>
            <a:off x="3429000" y="22098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5" name="Google Shape;655;p13"/>
          <p:cNvSpPr/>
          <p:nvPr/>
        </p:nvSpPr>
        <p:spPr>
          <a:xfrm>
            <a:off x="3886200" y="22098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6" name="Google Shape;656;p13"/>
          <p:cNvSpPr/>
          <p:nvPr/>
        </p:nvSpPr>
        <p:spPr>
          <a:xfrm>
            <a:off x="4343400" y="22098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7" name="Google Shape;657;p13"/>
          <p:cNvSpPr/>
          <p:nvPr/>
        </p:nvSpPr>
        <p:spPr>
          <a:xfrm>
            <a:off x="4800600" y="22098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8" name="Google Shape;658;p13"/>
          <p:cNvSpPr/>
          <p:nvPr/>
        </p:nvSpPr>
        <p:spPr>
          <a:xfrm>
            <a:off x="5257800" y="22098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" name="Google Shape;659;p13"/>
          <p:cNvSpPr/>
          <p:nvPr/>
        </p:nvSpPr>
        <p:spPr>
          <a:xfrm>
            <a:off x="5715000" y="22098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0" name="Google Shape;660;p13"/>
          <p:cNvSpPr/>
          <p:nvPr/>
        </p:nvSpPr>
        <p:spPr>
          <a:xfrm>
            <a:off x="6172200" y="22098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1" name="Google Shape;661;p13"/>
          <p:cNvSpPr/>
          <p:nvPr/>
        </p:nvSpPr>
        <p:spPr>
          <a:xfrm>
            <a:off x="6629400" y="22098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2" name="Google Shape;662;p13"/>
          <p:cNvSpPr/>
          <p:nvPr/>
        </p:nvSpPr>
        <p:spPr>
          <a:xfrm>
            <a:off x="7086600" y="22098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3" name="Google Shape;663;p13"/>
          <p:cNvSpPr/>
          <p:nvPr/>
        </p:nvSpPr>
        <p:spPr>
          <a:xfrm>
            <a:off x="1143000" y="17526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2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18</a:t>
            </a:r>
            <a:endParaRPr sz="800"/>
          </a:p>
        </p:txBody>
      </p:sp>
      <p:sp>
        <p:nvSpPr>
          <p:cNvPr id="664" name="Google Shape;664;p13"/>
          <p:cNvSpPr/>
          <p:nvPr/>
        </p:nvSpPr>
        <p:spPr>
          <a:xfrm>
            <a:off x="1600200" y="17526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2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19</a:t>
            </a:r>
            <a:endParaRPr sz="800"/>
          </a:p>
        </p:txBody>
      </p:sp>
      <p:sp>
        <p:nvSpPr>
          <p:cNvPr id="665" name="Google Shape;665;p13"/>
          <p:cNvSpPr/>
          <p:nvPr/>
        </p:nvSpPr>
        <p:spPr>
          <a:xfrm>
            <a:off x="2057400" y="17526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2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1A</a:t>
            </a:r>
            <a:endParaRPr sz="800"/>
          </a:p>
        </p:txBody>
      </p:sp>
      <p:sp>
        <p:nvSpPr>
          <p:cNvPr id="666" name="Google Shape;666;p13"/>
          <p:cNvSpPr/>
          <p:nvPr/>
        </p:nvSpPr>
        <p:spPr>
          <a:xfrm>
            <a:off x="2514600" y="17526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2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1B</a:t>
            </a:r>
            <a:endParaRPr sz="800"/>
          </a:p>
        </p:txBody>
      </p:sp>
      <p:sp>
        <p:nvSpPr>
          <p:cNvPr id="667" name="Google Shape;667;p13"/>
          <p:cNvSpPr/>
          <p:nvPr/>
        </p:nvSpPr>
        <p:spPr>
          <a:xfrm>
            <a:off x="2971800" y="17526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2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1C</a:t>
            </a:r>
            <a:endParaRPr sz="800"/>
          </a:p>
        </p:txBody>
      </p:sp>
      <p:sp>
        <p:nvSpPr>
          <p:cNvPr id="668" name="Google Shape;668;p13"/>
          <p:cNvSpPr/>
          <p:nvPr/>
        </p:nvSpPr>
        <p:spPr>
          <a:xfrm>
            <a:off x="3429000" y="17526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2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1D</a:t>
            </a:r>
            <a:endParaRPr sz="800"/>
          </a:p>
        </p:txBody>
      </p:sp>
      <p:sp>
        <p:nvSpPr>
          <p:cNvPr id="669" name="Google Shape;669;p13"/>
          <p:cNvSpPr/>
          <p:nvPr/>
        </p:nvSpPr>
        <p:spPr>
          <a:xfrm>
            <a:off x="3886200" y="17526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2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1E</a:t>
            </a:r>
            <a:endParaRPr sz="800"/>
          </a:p>
        </p:txBody>
      </p:sp>
      <p:sp>
        <p:nvSpPr>
          <p:cNvPr id="670" name="Google Shape;670;p13"/>
          <p:cNvSpPr/>
          <p:nvPr/>
        </p:nvSpPr>
        <p:spPr>
          <a:xfrm>
            <a:off x="4343400" y="17526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2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1F</a:t>
            </a:r>
            <a:endParaRPr sz="800"/>
          </a:p>
        </p:txBody>
      </p:sp>
      <p:sp>
        <p:nvSpPr>
          <p:cNvPr id="671" name="Google Shape;671;p13"/>
          <p:cNvSpPr/>
          <p:nvPr/>
        </p:nvSpPr>
        <p:spPr>
          <a:xfrm>
            <a:off x="4800600" y="17526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2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20</a:t>
            </a:r>
            <a:endParaRPr sz="800"/>
          </a:p>
        </p:txBody>
      </p:sp>
      <p:sp>
        <p:nvSpPr>
          <p:cNvPr id="672" name="Google Shape;672;p13"/>
          <p:cNvSpPr/>
          <p:nvPr/>
        </p:nvSpPr>
        <p:spPr>
          <a:xfrm>
            <a:off x="5257800" y="17526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2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21</a:t>
            </a:r>
            <a:endParaRPr sz="800"/>
          </a:p>
        </p:txBody>
      </p:sp>
      <p:sp>
        <p:nvSpPr>
          <p:cNvPr id="673" name="Google Shape;673;p13"/>
          <p:cNvSpPr/>
          <p:nvPr/>
        </p:nvSpPr>
        <p:spPr>
          <a:xfrm>
            <a:off x="5715000" y="17526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2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22</a:t>
            </a:r>
            <a:endParaRPr sz="800"/>
          </a:p>
        </p:txBody>
      </p:sp>
      <p:sp>
        <p:nvSpPr>
          <p:cNvPr id="674" name="Google Shape;674;p13"/>
          <p:cNvSpPr/>
          <p:nvPr/>
        </p:nvSpPr>
        <p:spPr>
          <a:xfrm>
            <a:off x="6172200" y="17526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2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23</a:t>
            </a:r>
            <a:endParaRPr sz="800"/>
          </a:p>
        </p:txBody>
      </p:sp>
      <p:sp>
        <p:nvSpPr>
          <p:cNvPr id="675" name="Google Shape;675;p13"/>
          <p:cNvSpPr/>
          <p:nvPr/>
        </p:nvSpPr>
        <p:spPr>
          <a:xfrm>
            <a:off x="6629400" y="17526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2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24</a:t>
            </a:r>
            <a:endParaRPr sz="800"/>
          </a:p>
        </p:txBody>
      </p:sp>
      <p:sp>
        <p:nvSpPr>
          <p:cNvPr id="676" name="Google Shape;676;p13"/>
          <p:cNvSpPr/>
          <p:nvPr/>
        </p:nvSpPr>
        <p:spPr>
          <a:xfrm>
            <a:off x="7086600" y="17526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2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25</a:t>
            </a:r>
            <a:endParaRPr sz="800"/>
          </a:p>
        </p:txBody>
      </p:sp>
      <p:sp>
        <p:nvSpPr>
          <p:cNvPr id="677" name="Google Shape;677;p13"/>
          <p:cNvSpPr/>
          <p:nvPr/>
        </p:nvSpPr>
        <p:spPr>
          <a:xfrm>
            <a:off x="1600200" y="990600"/>
            <a:ext cx="1219200" cy="457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int x</a:t>
            </a:r>
            <a:endParaRPr/>
          </a:p>
        </p:txBody>
      </p:sp>
      <p:cxnSp>
        <p:nvCxnSpPr>
          <p:cNvPr id="678" name="Google Shape;678;p13"/>
          <p:cNvCxnSpPr/>
          <p:nvPr/>
        </p:nvCxnSpPr>
        <p:spPr>
          <a:xfrm rot="5400000">
            <a:off x="1600993" y="1675606"/>
            <a:ext cx="457200" cy="1587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sp>
        <p:nvSpPr>
          <p:cNvPr id="679" name="Google Shape;679;p13"/>
          <p:cNvSpPr/>
          <p:nvPr/>
        </p:nvSpPr>
        <p:spPr>
          <a:xfrm>
            <a:off x="3429000" y="990600"/>
            <a:ext cx="1458300" cy="457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int y</a:t>
            </a:r>
            <a:endParaRPr/>
          </a:p>
        </p:txBody>
      </p:sp>
      <p:cxnSp>
        <p:nvCxnSpPr>
          <p:cNvPr id="680" name="Google Shape;680;p13"/>
          <p:cNvCxnSpPr/>
          <p:nvPr/>
        </p:nvCxnSpPr>
        <p:spPr>
          <a:xfrm rot="5400000">
            <a:off x="3429793" y="1675606"/>
            <a:ext cx="457200" cy="1587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sp>
        <p:nvSpPr>
          <p:cNvPr id="681" name="Google Shape;681;p13"/>
          <p:cNvSpPr/>
          <p:nvPr/>
        </p:nvSpPr>
        <p:spPr>
          <a:xfrm>
            <a:off x="5257800" y="3276600"/>
            <a:ext cx="2133600" cy="1371600"/>
          </a:xfrm>
          <a:prstGeom prst="roundRect">
            <a:avLst>
              <a:gd fmla="val 16667" name="adj"/>
            </a:avLst>
          </a:prstGeom>
          <a:noFill/>
          <a:ln cap="flat" cmpd="sng" w="254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2" name="Google Shape;682;p13"/>
          <p:cNvSpPr/>
          <p:nvPr/>
        </p:nvSpPr>
        <p:spPr>
          <a:xfrm>
            <a:off x="1600200" y="22098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05</a:t>
            </a:r>
            <a:endParaRPr sz="400"/>
          </a:p>
        </p:txBody>
      </p:sp>
      <p:sp>
        <p:nvSpPr>
          <p:cNvPr id="683" name="Google Shape;683;p13"/>
          <p:cNvSpPr/>
          <p:nvPr/>
        </p:nvSpPr>
        <p:spPr>
          <a:xfrm>
            <a:off x="2057400" y="22098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00</a:t>
            </a:r>
            <a:endParaRPr sz="400"/>
          </a:p>
        </p:txBody>
      </p:sp>
      <p:sp>
        <p:nvSpPr>
          <p:cNvPr id="684" name="Google Shape;684;p13"/>
          <p:cNvSpPr/>
          <p:nvPr/>
        </p:nvSpPr>
        <p:spPr>
          <a:xfrm>
            <a:off x="2514600" y="22098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00</a:t>
            </a:r>
            <a:endParaRPr sz="400"/>
          </a:p>
        </p:txBody>
      </p:sp>
      <p:sp>
        <p:nvSpPr>
          <p:cNvPr id="685" name="Google Shape;685;p13"/>
          <p:cNvSpPr/>
          <p:nvPr/>
        </p:nvSpPr>
        <p:spPr>
          <a:xfrm>
            <a:off x="2971800" y="22098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00</a:t>
            </a:r>
            <a:endParaRPr sz="400"/>
          </a:p>
        </p:txBody>
      </p:sp>
      <p:sp>
        <p:nvSpPr>
          <p:cNvPr id="686" name="Google Shape;686;p13"/>
          <p:cNvSpPr/>
          <p:nvPr/>
        </p:nvSpPr>
        <p:spPr>
          <a:xfrm>
            <a:off x="3429000" y="22098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06</a:t>
            </a:r>
            <a:endParaRPr sz="400"/>
          </a:p>
        </p:txBody>
      </p:sp>
      <p:sp>
        <p:nvSpPr>
          <p:cNvPr id="687" name="Google Shape;687;p13"/>
          <p:cNvSpPr/>
          <p:nvPr/>
        </p:nvSpPr>
        <p:spPr>
          <a:xfrm>
            <a:off x="3886200" y="22098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00</a:t>
            </a:r>
            <a:endParaRPr sz="400"/>
          </a:p>
        </p:txBody>
      </p:sp>
      <p:sp>
        <p:nvSpPr>
          <p:cNvPr id="688" name="Google Shape;688;p13"/>
          <p:cNvSpPr/>
          <p:nvPr/>
        </p:nvSpPr>
        <p:spPr>
          <a:xfrm>
            <a:off x="4343400" y="22098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00</a:t>
            </a:r>
            <a:endParaRPr sz="400"/>
          </a:p>
        </p:txBody>
      </p:sp>
      <p:sp>
        <p:nvSpPr>
          <p:cNvPr id="689" name="Google Shape;689;p13"/>
          <p:cNvSpPr/>
          <p:nvPr/>
        </p:nvSpPr>
        <p:spPr>
          <a:xfrm>
            <a:off x="4800600" y="22098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00</a:t>
            </a:r>
            <a:endParaRPr sz="400"/>
          </a:p>
        </p:txBody>
      </p:sp>
      <p:sp>
        <p:nvSpPr>
          <p:cNvPr id="690" name="Google Shape;690;p13"/>
          <p:cNvSpPr/>
          <p:nvPr/>
        </p:nvSpPr>
        <p:spPr>
          <a:xfrm>
            <a:off x="1600200" y="2133600"/>
            <a:ext cx="1828800" cy="609600"/>
          </a:xfrm>
          <a:prstGeom prst="roundRect">
            <a:avLst>
              <a:gd fmla="val 16667" name="adj"/>
            </a:avLst>
          </a:prstGeom>
          <a:noFill/>
          <a:ln cap="flat" cmpd="sng" w="254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1" name="Google Shape;691;p13"/>
          <p:cNvSpPr/>
          <p:nvPr/>
        </p:nvSpPr>
        <p:spPr>
          <a:xfrm>
            <a:off x="3429000" y="2133600"/>
            <a:ext cx="1828800" cy="609600"/>
          </a:xfrm>
          <a:prstGeom prst="roundRect">
            <a:avLst>
              <a:gd fmla="val 16667" name="adj"/>
            </a:avLst>
          </a:prstGeom>
          <a:noFill/>
          <a:ln cap="flat" cmpd="sng" w="254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14"/>
          <p:cNvSpPr txBox="1"/>
          <p:nvPr>
            <p:ph type="title"/>
          </p:nvPr>
        </p:nvSpPr>
        <p:spPr>
          <a:xfrm>
            <a:off x="1143000" y="381000"/>
            <a:ext cx="67056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Verdana"/>
              <a:buNone/>
            </a:pP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Các cách truyền đối số</a:t>
            </a:r>
            <a:endParaRPr/>
          </a:p>
        </p:txBody>
      </p:sp>
      <p:sp>
        <p:nvSpPr>
          <p:cNvPr id="698" name="Google Shape;698;p14"/>
          <p:cNvSpPr txBox="1"/>
          <p:nvPr>
            <p:ph idx="1" type="body"/>
          </p:nvPr>
        </p:nvSpPr>
        <p:spPr>
          <a:xfrm>
            <a:off x="457200" y="1524000"/>
            <a:ext cx="82296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Noto Sans Symbols"/>
              <a:buChar char="❖"/>
            </a:pPr>
            <a:r>
              <a:rPr b="0" i="0" lang="en-US" sz="2800" u="none" cap="none" strike="noStrike">
                <a:solidFill>
                  <a:srgbClr val="0A85FF"/>
                </a:solidFill>
                <a:latin typeface="Tahoma"/>
                <a:ea typeface="Tahoma"/>
                <a:cs typeface="Tahoma"/>
                <a:sym typeface="Tahoma"/>
              </a:rPr>
              <a:t>Truyền địa chỉ (con trỏ)</a:t>
            </a:r>
            <a:endParaRPr/>
          </a:p>
        </p:txBody>
      </p:sp>
      <p:sp>
        <p:nvSpPr>
          <p:cNvPr id="699" name="Google Shape;699;p14"/>
          <p:cNvSpPr txBox="1"/>
          <p:nvPr/>
        </p:nvSpPr>
        <p:spPr>
          <a:xfrm>
            <a:off x="5181600" y="6477000"/>
            <a:ext cx="2895600" cy="233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None/>
            </a:pPr>
            <a:r>
              <a:rPr b="0" i="0" lang="en-US" sz="11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Dữ liệu kiểu con trỏ (cơ bản)</a:t>
            </a:r>
            <a:endParaRPr/>
          </a:p>
        </p:txBody>
      </p:sp>
      <p:sp>
        <p:nvSpPr>
          <p:cNvPr id="700" name="Google Shape;700;p14"/>
          <p:cNvSpPr/>
          <p:nvPr/>
        </p:nvSpPr>
        <p:spPr>
          <a:xfrm>
            <a:off x="685800" y="2057400"/>
            <a:ext cx="152400" cy="44196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1" name="Google Shape;701;p14"/>
          <p:cNvSpPr txBox="1"/>
          <p:nvPr/>
        </p:nvSpPr>
        <p:spPr>
          <a:xfrm>
            <a:off x="838200" y="2057400"/>
            <a:ext cx="7010400" cy="4400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#include &lt;stdio.h&gt;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i="0" sz="2000" u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void hoanvi(int </a:t>
            </a:r>
            <a:r>
              <a:rPr b="1" i="0" lang="en-US" sz="2000" u="non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x, int </a:t>
            </a:r>
            <a:r>
              <a:rPr b="1" i="0" lang="en-US" sz="2000" u="non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y);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i="0" sz="2000" u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void main()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int a = 3; b = 6;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hoanvi(</a:t>
            </a:r>
            <a:r>
              <a:rPr b="1" i="0" lang="en-US" sz="2000" u="non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&amp;</a:t>
            </a: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a, </a:t>
            </a:r>
            <a:r>
              <a:rPr b="1" i="0" lang="en-US" sz="2000" u="non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&amp;</a:t>
            </a: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b);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printf(“a = %d, b = %d”, a, b);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void hoanvi(int </a:t>
            </a:r>
            <a:r>
              <a:rPr b="1" i="0" lang="en-US" sz="2000" u="non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x, int </a:t>
            </a:r>
            <a:r>
              <a:rPr b="1" i="0" lang="en-US" sz="2000" u="non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y)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int t = </a:t>
            </a:r>
            <a:r>
              <a:rPr b="1" i="0" lang="en-US" sz="2000" u="non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x; </a:t>
            </a:r>
            <a:r>
              <a:rPr b="1" i="0" lang="en-US" sz="2000" u="non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x = </a:t>
            </a:r>
            <a:r>
              <a:rPr b="1" i="0" lang="en-US" sz="2000" u="non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y; </a:t>
            </a:r>
            <a:r>
              <a:rPr b="1" i="0" lang="en-US" sz="2000" u="non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y = t;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  <p:sp>
        <p:nvSpPr>
          <p:cNvPr id="702" name="Google Shape;702;p14"/>
          <p:cNvSpPr txBox="1"/>
          <p:nvPr/>
        </p:nvSpPr>
        <p:spPr>
          <a:xfrm>
            <a:off x="2743200" y="5105400"/>
            <a:ext cx="2133600" cy="381000"/>
          </a:xfrm>
          <a:prstGeom prst="rect">
            <a:avLst/>
          </a:prstGeom>
          <a:solidFill>
            <a:srgbClr val="0099FF">
              <a:alpha val="19607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3" name="Google Shape;703;p14"/>
          <p:cNvSpPr txBox="1"/>
          <p:nvPr/>
        </p:nvSpPr>
        <p:spPr>
          <a:xfrm>
            <a:off x="2438400" y="5715000"/>
            <a:ext cx="3657600" cy="381000"/>
          </a:xfrm>
          <a:prstGeom prst="rect">
            <a:avLst/>
          </a:prstGeom>
          <a:solidFill>
            <a:srgbClr val="0099FF">
              <a:alpha val="19607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15"/>
          <p:cNvSpPr/>
          <p:nvPr/>
        </p:nvSpPr>
        <p:spPr>
          <a:xfrm>
            <a:off x="5410200" y="3505200"/>
            <a:ext cx="1828800" cy="914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85FF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0A85FF"/>
                </a:solidFill>
                <a:latin typeface="Verdana"/>
                <a:ea typeface="Verdana"/>
                <a:cs typeface="Verdana"/>
                <a:sym typeface="Verdana"/>
              </a:rPr>
              <a:t>int t = *x;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85FF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0A85FF"/>
                </a:solidFill>
                <a:latin typeface="Verdana"/>
                <a:ea typeface="Verdana"/>
                <a:cs typeface="Verdana"/>
                <a:sym typeface="Verdana"/>
              </a:rPr>
              <a:t>*x = *y;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85FF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0A85FF"/>
                </a:solidFill>
                <a:latin typeface="Verdana"/>
                <a:ea typeface="Verdana"/>
                <a:cs typeface="Verdana"/>
                <a:sym typeface="Verdana"/>
              </a:rPr>
              <a:t>*y = t;</a:t>
            </a:r>
            <a:endParaRPr/>
          </a:p>
        </p:txBody>
      </p:sp>
      <p:sp>
        <p:nvSpPr>
          <p:cNvPr id="710" name="Google Shape;710;p15"/>
          <p:cNvSpPr/>
          <p:nvPr/>
        </p:nvSpPr>
        <p:spPr>
          <a:xfrm>
            <a:off x="16002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p15"/>
          <p:cNvSpPr/>
          <p:nvPr/>
        </p:nvSpPr>
        <p:spPr>
          <a:xfrm>
            <a:off x="20574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2" name="Google Shape;712;p15"/>
          <p:cNvSpPr/>
          <p:nvPr/>
        </p:nvSpPr>
        <p:spPr>
          <a:xfrm>
            <a:off x="25146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3" name="Google Shape;713;p15"/>
          <p:cNvSpPr/>
          <p:nvPr/>
        </p:nvSpPr>
        <p:spPr>
          <a:xfrm>
            <a:off x="29718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4" name="Google Shape;714;p15"/>
          <p:cNvSpPr/>
          <p:nvPr/>
        </p:nvSpPr>
        <p:spPr>
          <a:xfrm>
            <a:off x="34290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p15"/>
          <p:cNvSpPr/>
          <p:nvPr/>
        </p:nvSpPr>
        <p:spPr>
          <a:xfrm>
            <a:off x="38862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6" name="Google Shape;716;p15"/>
          <p:cNvSpPr/>
          <p:nvPr/>
        </p:nvSpPr>
        <p:spPr>
          <a:xfrm>
            <a:off x="43434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7" name="Google Shape;717;p15"/>
          <p:cNvSpPr/>
          <p:nvPr/>
        </p:nvSpPr>
        <p:spPr>
          <a:xfrm>
            <a:off x="48006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8" name="Google Shape;718;p15"/>
          <p:cNvSpPr txBox="1"/>
          <p:nvPr>
            <p:ph type="title"/>
          </p:nvPr>
        </p:nvSpPr>
        <p:spPr>
          <a:xfrm>
            <a:off x="1143000" y="381000"/>
            <a:ext cx="67056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Verdana"/>
              <a:buNone/>
            </a:pP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Truyền địa chỉ (con trỏ)</a:t>
            </a:r>
            <a:endParaRPr/>
          </a:p>
        </p:txBody>
      </p:sp>
      <p:sp>
        <p:nvSpPr>
          <p:cNvPr id="719" name="Google Shape;719;p15"/>
          <p:cNvSpPr txBox="1"/>
          <p:nvPr/>
        </p:nvSpPr>
        <p:spPr>
          <a:xfrm>
            <a:off x="5181600" y="6477000"/>
            <a:ext cx="2895600" cy="233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None/>
            </a:pPr>
            <a:r>
              <a:rPr b="0" i="0" lang="en-US" sz="11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Dữ liệu kiểu con trỏ (cơ bản)</a:t>
            </a:r>
            <a:endParaRPr/>
          </a:p>
        </p:txBody>
      </p:sp>
      <p:sp>
        <p:nvSpPr>
          <p:cNvPr id="720" name="Google Shape;720;p15"/>
          <p:cNvSpPr/>
          <p:nvPr/>
        </p:nvSpPr>
        <p:spPr>
          <a:xfrm>
            <a:off x="7543800" y="5410200"/>
            <a:ext cx="457200" cy="457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…</a:t>
            </a:r>
            <a:endParaRPr/>
          </a:p>
        </p:txBody>
      </p:sp>
      <p:sp>
        <p:nvSpPr>
          <p:cNvPr id="721" name="Google Shape;721;p15"/>
          <p:cNvSpPr/>
          <p:nvPr/>
        </p:nvSpPr>
        <p:spPr>
          <a:xfrm>
            <a:off x="685800" y="5410200"/>
            <a:ext cx="457200" cy="457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…</a:t>
            </a:r>
            <a:endParaRPr/>
          </a:p>
        </p:txBody>
      </p:sp>
      <p:sp>
        <p:nvSpPr>
          <p:cNvPr id="722" name="Google Shape;722;p15"/>
          <p:cNvSpPr/>
          <p:nvPr/>
        </p:nvSpPr>
        <p:spPr>
          <a:xfrm>
            <a:off x="11430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3" name="Google Shape;723;p15"/>
          <p:cNvSpPr/>
          <p:nvPr/>
        </p:nvSpPr>
        <p:spPr>
          <a:xfrm>
            <a:off x="52578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4" name="Google Shape;724;p15"/>
          <p:cNvSpPr/>
          <p:nvPr/>
        </p:nvSpPr>
        <p:spPr>
          <a:xfrm>
            <a:off x="57150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5" name="Google Shape;725;p15"/>
          <p:cNvSpPr/>
          <p:nvPr/>
        </p:nvSpPr>
        <p:spPr>
          <a:xfrm>
            <a:off x="61722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6" name="Google Shape;726;p15"/>
          <p:cNvSpPr/>
          <p:nvPr/>
        </p:nvSpPr>
        <p:spPr>
          <a:xfrm>
            <a:off x="66294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7" name="Google Shape;727;p15"/>
          <p:cNvSpPr/>
          <p:nvPr/>
        </p:nvSpPr>
        <p:spPr>
          <a:xfrm>
            <a:off x="70866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8" name="Google Shape;728;p15"/>
          <p:cNvSpPr/>
          <p:nvPr/>
        </p:nvSpPr>
        <p:spPr>
          <a:xfrm>
            <a:off x="1600200" y="6248400"/>
            <a:ext cx="1828800" cy="457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int </a:t>
            </a:r>
            <a:r>
              <a:rPr b="0" i="0" lang="en-US" sz="2400" u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a</a:t>
            </a:r>
            <a:r>
              <a:rPr b="0" i="0" lang="en-US" sz="24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 = 3</a:t>
            </a:r>
            <a:endParaRPr/>
          </a:p>
        </p:txBody>
      </p:sp>
      <p:sp>
        <p:nvSpPr>
          <p:cNvPr id="729" name="Google Shape;729;p15"/>
          <p:cNvSpPr/>
          <p:nvPr/>
        </p:nvSpPr>
        <p:spPr>
          <a:xfrm>
            <a:off x="11430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2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0A</a:t>
            </a:r>
            <a:endParaRPr sz="800"/>
          </a:p>
        </p:txBody>
      </p:sp>
      <p:sp>
        <p:nvSpPr>
          <p:cNvPr id="730" name="Google Shape;730;p15"/>
          <p:cNvSpPr/>
          <p:nvPr/>
        </p:nvSpPr>
        <p:spPr>
          <a:xfrm>
            <a:off x="16002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2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0B</a:t>
            </a:r>
            <a:endParaRPr sz="800"/>
          </a:p>
        </p:txBody>
      </p:sp>
      <p:sp>
        <p:nvSpPr>
          <p:cNvPr id="731" name="Google Shape;731;p15"/>
          <p:cNvSpPr/>
          <p:nvPr/>
        </p:nvSpPr>
        <p:spPr>
          <a:xfrm>
            <a:off x="20574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2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0C</a:t>
            </a:r>
            <a:endParaRPr sz="800"/>
          </a:p>
        </p:txBody>
      </p:sp>
      <p:sp>
        <p:nvSpPr>
          <p:cNvPr id="732" name="Google Shape;732;p15"/>
          <p:cNvSpPr/>
          <p:nvPr/>
        </p:nvSpPr>
        <p:spPr>
          <a:xfrm>
            <a:off x="25146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2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0D</a:t>
            </a:r>
            <a:endParaRPr sz="800"/>
          </a:p>
        </p:txBody>
      </p:sp>
      <p:sp>
        <p:nvSpPr>
          <p:cNvPr id="733" name="Google Shape;733;p15"/>
          <p:cNvSpPr/>
          <p:nvPr/>
        </p:nvSpPr>
        <p:spPr>
          <a:xfrm>
            <a:off x="29718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2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0E</a:t>
            </a:r>
            <a:endParaRPr sz="800"/>
          </a:p>
        </p:txBody>
      </p:sp>
      <p:sp>
        <p:nvSpPr>
          <p:cNvPr id="734" name="Google Shape;734;p15"/>
          <p:cNvSpPr/>
          <p:nvPr/>
        </p:nvSpPr>
        <p:spPr>
          <a:xfrm>
            <a:off x="34290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2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0F</a:t>
            </a:r>
            <a:endParaRPr sz="800"/>
          </a:p>
        </p:txBody>
      </p:sp>
      <p:sp>
        <p:nvSpPr>
          <p:cNvPr id="735" name="Google Shape;735;p15"/>
          <p:cNvSpPr/>
          <p:nvPr/>
        </p:nvSpPr>
        <p:spPr>
          <a:xfrm>
            <a:off x="38862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2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10</a:t>
            </a:r>
            <a:endParaRPr sz="800"/>
          </a:p>
        </p:txBody>
      </p:sp>
      <p:sp>
        <p:nvSpPr>
          <p:cNvPr id="736" name="Google Shape;736;p15"/>
          <p:cNvSpPr/>
          <p:nvPr/>
        </p:nvSpPr>
        <p:spPr>
          <a:xfrm>
            <a:off x="43434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2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11</a:t>
            </a:r>
            <a:endParaRPr sz="800"/>
          </a:p>
        </p:txBody>
      </p:sp>
      <p:sp>
        <p:nvSpPr>
          <p:cNvPr id="737" name="Google Shape;737;p15"/>
          <p:cNvSpPr/>
          <p:nvPr/>
        </p:nvSpPr>
        <p:spPr>
          <a:xfrm>
            <a:off x="48006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2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12</a:t>
            </a:r>
            <a:endParaRPr sz="800"/>
          </a:p>
        </p:txBody>
      </p:sp>
      <p:sp>
        <p:nvSpPr>
          <p:cNvPr id="738" name="Google Shape;738;p15"/>
          <p:cNvSpPr/>
          <p:nvPr/>
        </p:nvSpPr>
        <p:spPr>
          <a:xfrm>
            <a:off x="52578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2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13</a:t>
            </a:r>
            <a:endParaRPr sz="800"/>
          </a:p>
        </p:txBody>
      </p:sp>
      <p:sp>
        <p:nvSpPr>
          <p:cNvPr id="739" name="Google Shape;739;p15"/>
          <p:cNvSpPr/>
          <p:nvPr/>
        </p:nvSpPr>
        <p:spPr>
          <a:xfrm>
            <a:off x="57150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2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14</a:t>
            </a:r>
            <a:endParaRPr sz="800"/>
          </a:p>
        </p:txBody>
      </p:sp>
      <p:sp>
        <p:nvSpPr>
          <p:cNvPr id="740" name="Google Shape;740;p15"/>
          <p:cNvSpPr/>
          <p:nvPr/>
        </p:nvSpPr>
        <p:spPr>
          <a:xfrm>
            <a:off x="61722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2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15</a:t>
            </a:r>
            <a:endParaRPr sz="800"/>
          </a:p>
        </p:txBody>
      </p:sp>
      <p:sp>
        <p:nvSpPr>
          <p:cNvPr id="741" name="Google Shape;741;p15"/>
          <p:cNvSpPr/>
          <p:nvPr/>
        </p:nvSpPr>
        <p:spPr>
          <a:xfrm>
            <a:off x="66294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2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16</a:t>
            </a:r>
            <a:endParaRPr sz="800"/>
          </a:p>
        </p:txBody>
      </p:sp>
      <p:sp>
        <p:nvSpPr>
          <p:cNvPr id="742" name="Google Shape;742;p15"/>
          <p:cNvSpPr/>
          <p:nvPr/>
        </p:nvSpPr>
        <p:spPr>
          <a:xfrm>
            <a:off x="70866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2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17</a:t>
            </a:r>
            <a:endParaRPr sz="800"/>
          </a:p>
        </p:txBody>
      </p:sp>
      <p:cxnSp>
        <p:nvCxnSpPr>
          <p:cNvPr id="743" name="Google Shape;743;p15"/>
          <p:cNvCxnSpPr/>
          <p:nvPr/>
        </p:nvCxnSpPr>
        <p:spPr>
          <a:xfrm rot="-5400000">
            <a:off x="1639887" y="6132512"/>
            <a:ext cx="379412" cy="1587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sp>
        <p:nvSpPr>
          <p:cNvPr id="744" name="Google Shape;744;p15"/>
          <p:cNvSpPr/>
          <p:nvPr/>
        </p:nvSpPr>
        <p:spPr>
          <a:xfrm>
            <a:off x="3429000" y="6248400"/>
            <a:ext cx="1626300" cy="457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int </a:t>
            </a:r>
            <a:r>
              <a:rPr b="0" i="0" lang="en-US" sz="2400" u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b</a:t>
            </a:r>
            <a:r>
              <a:rPr b="0" i="0" lang="en-US" sz="24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 = 6</a:t>
            </a:r>
            <a:endParaRPr/>
          </a:p>
        </p:txBody>
      </p:sp>
      <p:cxnSp>
        <p:nvCxnSpPr>
          <p:cNvPr id="745" name="Google Shape;745;p15"/>
          <p:cNvCxnSpPr/>
          <p:nvPr/>
        </p:nvCxnSpPr>
        <p:spPr>
          <a:xfrm rot="-5400000">
            <a:off x="3468687" y="6132512"/>
            <a:ext cx="379412" cy="1587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sp>
        <p:nvSpPr>
          <p:cNvPr id="746" name="Google Shape;746;p15"/>
          <p:cNvSpPr/>
          <p:nvPr/>
        </p:nvSpPr>
        <p:spPr>
          <a:xfrm>
            <a:off x="2514600" y="3733800"/>
            <a:ext cx="1219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int </a:t>
            </a:r>
            <a:r>
              <a:rPr b="0" i="0" lang="en-US" sz="2400" u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*x</a:t>
            </a:r>
            <a:endParaRPr/>
          </a:p>
        </p:txBody>
      </p:sp>
      <p:sp>
        <p:nvSpPr>
          <p:cNvPr id="747" name="Google Shape;747;p15"/>
          <p:cNvSpPr/>
          <p:nvPr/>
        </p:nvSpPr>
        <p:spPr>
          <a:xfrm>
            <a:off x="3886200" y="3733800"/>
            <a:ext cx="12954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int </a:t>
            </a:r>
            <a:r>
              <a:rPr b="0" i="0" lang="en-US" sz="2400" u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*y</a:t>
            </a:r>
            <a:endParaRPr/>
          </a:p>
        </p:txBody>
      </p:sp>
      <p:sp>
        <p:nvSpPr>
          <p:cNvPr id="748" name="Google Shape;748;p15"/>
          <p:cNvSpPr/>
          <p:nvPr/>
        </p:nvSpPr>
        <p:spPr>
          <a:xfrm>
            <a:off x="1143000" y="3657600"/>
            <a:ext cx="4114800" cy="609600"/>
          </a:xfrm>
          <a:prstGeom prst="roundRect">
            <a:avLst>
              <a:gd fmla="val 16667" name="adj"/>
            </a:avLst>
          </a:prstGeom>
          <a:noFill/>
          <a:ln cap="flat" cmpd="sng" w="254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9" name="Google Shape;749;p15"/>
          <p:cNvSpPr/>
          <p:nvPr/>
        </p:nvSpPr>
        <p:spPr>
          <a:xfrm>
            <a:off x="1295400" y="3733800"/>
            <a:ext cx="1066800" cy="457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85FF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0A85FF"/>
                </a:solidFill>
                <a:latin typeface="Verdana"/>
                <a:ea typeface="Verdana"/>
                <a:cs typeface="Verdana"/>
                <a:sym typeface="Verdana"/>
              </a:rPr>
              <a:t>hoanvi</a:t>
            </a:r>
            <a:endParaRPr/>
          </a:p>
        </p:txBody>
      </p:sp>
      <p:cxnSp>
        <p:nvCxnSpPr>
          <p:cNvPr id="750" name="Google Shape;750;p15"/>
          <p:cNvCxnSpPr/>
          <p:nvPr/>
        </p:nvCxnSpPr>
        <p:spPr>
          <a:xfrm rot="5400000">
            <a:off x="2857500" y="4457700"/>
            <a:ext cx="533400" cy="3175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stealth"/>
            <a:tailEnd len="med" w="med" type="none"/>
          </a:ln>
        </p:spPr>
      </p:cxnSp>
      <p:cxnSp>
        <p:nvCxnSpPr>
          <p:cNvPr id="751" name="Google Shape;751;p15"/>
          <p:cNvCxnSpPr/>
          <p:nvPr/>
        </p:nvCxnSpPr>
        <p:spPr>
          <a:xfrm rot="5400000">
            <a:off x="1639093" y="4914106"/>
            <a:ext cx="381000" cy="1587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752" name="Google Shape;752;p15"/>
          <p:cNvCxnSpPr/>
          <p:nvPr/>
        </p:nvCxnSpPr>
        <p:spPr>
          <a:xfrm>
            <a:off x="1828800" y="4724400"/>
            <a:ext cx="1295400" cy="1587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753" name="Google Shape;753;p15"/>
          <p:cNvCxnSpPr/>
          <p:nvPr/>
        </p:nvCxnSpPr>
        <p:spPr>
          <a:xfrm flipH="1" rot="-5400000">
            <a:off x="4264818" y="4460081"/>
            <a:ext cx="546100" cy="7937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stealth"/>
            <a:tailEnd len="med" w="med" type="none"/>
          </a:ln>
        </p:spPr>
      </p:cxnSp>
      <p:cxnSp>
        <p:nvCxnSpPr>
          <p:cNvPr id="754" name="Google Shape;754;p15"/>
          <p:cNvCxnSpPr/>
          <p:nvPr/>
        </p:nvCxnSpPr>
        <p:spPr>
          <a:xfrm rot="5400000">
            <a:off x="3467893" y="4914106"/>
            <a:ext cx="381000" cy="1587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755" name="Google Shape;755;p15"/>
          <p:cNvCxnSpPr/>
          <p:nvPr/>
        </p:nvCxnSpPr>
        <p:spPr>
          <a:xfrm flipH="1" rot="10800000">
            <a:off x="3657600" y="4724400"/>
            <a:ext cx="884237" cy="1587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756" name="Google Shape;756;p15"/>
          <p:cNvSpPr/>
          <p:nvPr/>
        </p:nvSpPr>
        <p:spPr>
          <a:xfrm>
            <a:off x="7543800" y="2209800"/>
            <a:ext cx="457200" cy="457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…</a:t>
            </a:r>
            <a:endParaRPr/>
          </a:p>
        </p:txBody>
      </p:sp>
      <p:sp>
        <p:nvSpPr>
          <p:cNvPr id="757" name="Google Shape;757;p15"/>
          <p:cNvSpPr/>
          <p:nvPr/>
        </p:nvSpPr>
        <p:spPr>
          <a:xfrm>
            <a:off x="685800" y="2209800"/>
            <a:ext cx="457200" cy="457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…</a:t>
            </a:r>
            <a:endParaRPr/>
          </a:p>
        </p:txBody>
      </p:sp>
      <p:sp>
        <p:nvSpPr>
          <p:cNvPr id="758" name="Google Shape;758;p15"/>
          <p:cNvSpPr/>
          <p:nvPr/>
        </p:nvSpPr>
        <p:spPr>
          <a:xfrm>
            <a:off x="1143000" y="22098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9" name="Google Shape;759;p15"/>
          <p:cNvSpPr/>
          <p:nvPr/>
        </p:nvSpPr>
        <p:spPr>
          <a:xfrm>
            <a:off x="1600200" y="22098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0" name="Google Shape;760;p15"/>
          <p:cNvSpPr/>
          <p:nvPr/>
        </p:nvSpPr>
        <p:spPr>
          <a:xfrm>
            <a:off x="2057400" y="22098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1" name="Google Shape;761;p15"/>
          <p:cNvSpPr/>
          <p:nvPr/>
        </p:nvSpPr>
        <p:spPr>
          <a:xfrm>
            <a:off x="2514600" y="22098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2" name="Google Shape;762;p15"/>
          <p:cNvSpPr/>
          <p:nvPr/>
        </p:nvSpPr>
        <p:spPr>
          <a:xfrm>
            <a:off x="2971800" y="22098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3" name="Google Shape;763;p15"/>
          <p:cNvSpPr/>
          <p:nvPr/>
        </p:nvSpPr>
        <p:spPr>
          <a:xfrm>
            <a:off x="3429000" y="22098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4" name="Google Shape;764;p15"/>
          <p:cNvSpPr/>
          <p:nvPr/>
        </p:nvSpPr>
        <p:spPr>
          <a:xfrm>
            <a:off x="3886200" y="22098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5" name="Google Shape;765;p15"/>
          <p:cNvSpPr/>
          <p:nvPr/>
        </p:nvSpPr>
        <p:spPr>
          <a:xfrm>
            <a:off x="4343400" y="22098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6" name="Google Shape;766;p15"/>
          <p:cNvSpPr/>
          <p:nvPr/>
        </p:nvSpPr>
        <p:spPr>
          <a:xfrm>
            <a:off x="4800600" y="22098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7" name="Google Shape;767;p15"/>
          <p:cNvSpPr/>
          <p:nvPr/>
        </p:nvSpPr>
        <p:spPr>
          <a:xfrm>
            <a:off x="5257800" y="22098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8" name="Google Shape;768;p15"/>
          <p:cNvSpPr/>
          <p:nvPr/>
        </p:nvSpPr>
        <p:spPr>
          <a:xfrm>
            <a:off x="5715000" y="22098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9" name="Google Shape;769;p15"/>
          <p:cNvSpPr/>
          <p:nvPr/>
        </p:nvSpPr>
        <p:spPr>
          <a:xfrm>
            <a:off x="6172200" y="22098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0" name="Google Shape;770;p15"/>
          <p:cNvSpPr/>
          <p:nvPr/>
        </p:nvSpPr>
        <p:spPr>
          <a:xfrm>
            <a:off x="6629400" y="22098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1" name="Google Shape;771;p15"/>
          <p:cNvSpPr/>
          <p:nvPr/>
        </p:nvSpPr>
        <p:spPr>
          <a:xfrm>
            <a:off x="7086600" y="22098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2" name="Google Shape;772;p15"/>
          <p:cNvSpPr/>
          <p:nvPr/>
        </p:nvSpPr>
        <p:spPr>
          <a:xfrm>
            <a:off x="1143000" y="17526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3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18</a:t>
            </a:r>
            <a:endParaRPr sz="900"/>
          </a:p>
        </p:txBody>
      </p:sp>
      <p:sp>
        <p:nvSpPr>
          <p:cNvPr id="773" name="Google Shape;773;p15"/>
          <p:cNvSpPr/>
          <p:nvPr/>
        </p:nvSpPr>
        <p:spPr>
          <a:xfrm>
            <a:off x="1600200" y="17526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3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19</a:t>
            </a:r>
            <a:endParaRPr sz="900"/>
          </a:p>
        </p:txBody>
      </p:sp>
      <p:sp>
        <p:nvSpPr>
          <p:cNvPr id="774" name="Google Shape;774;p15"/>
          <p:cNvSpPr/>
          <p:nvPr/>
        </p:nvSpPr>
        <p:spPr>
          <a:xfrm>
            <a:off x="2057400" y="17526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3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1A</a:t>
            </a:r>
            <a:endParaRPr sz="900"/>
          </a:p>
        </p:txBody>
      </p:sp>
      <p:sp>
        <p:nvSpPr>
          <p:cNvPr id="775" name="Google Shape;775;p15"/>
          <p:cNvSpPr/>
          <p:nvPr/>
        </p:nvSpPr>
        <p:spPr>
          <a:xfrm>
            <a:off x="2514600" y="17526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3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1B</a:t>
            </a:r>
            <a:endParaRPr sz="900"/>
          </a:p>
        </p:txBody>
      </p:sp>
      <p:sp>
        <p:nvSpPr>
          <p:cNvPr id="776" name="Google Shape;776;p15"/>
          <p:cNvSpPr/>
          <p:nvPr/>
        </p:nvSpPr>
        <p:spPr>
          <a:xfrm>
            <a:off x="2971800" y="17526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3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1C</a:t>
            </a:r>
            <a:endParaRPr sz="900"/>
          </a:p>
        </p:txBody>
      </p:sp>
      <p:sp>
        <p:nvSpPr>
          <p:cNvPr id="777" name="Google Shape;777;p15"/>
          <p:cNvSpPr/>
          <p:nvPr/>
        </p:nvSpPr>
        <p:spPr>
          <a:xfrm>
            <a:off x="3429000" y="17526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2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1D</a:t>
            </a:r>
            <a:endParaRPr sz="800"/>
          </a:p>
        </p:txBody>
      </p:sp>
      <p:sp>
        <p:nvSpPr>
          <p:cNvPr id="778" name="Google Shape;778;p15"/>
          <p:cNvSpPr/>
          <p:nvPr/>
        </p:nvSpPr>
        <p:spPr>
          <a:xfrm>
            <a:off x="3886200" y="17526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3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1E</a:t>
            </a:r>
            <a:endParaRPr sz="900"/>
          </a:p>
        </p:txBody>
      </p:sp>
      <p:sp>
        <p:nvSpPr>
          <p:cNvPr id="779" name="Google Shape;779;p15"/>
          <p:cNvSpPr/>
          <p:nvPr/>
        </p:nvSpPr>
        <p:spPr>
          <a:xfrm>
            <a:off x="4343400" y="17526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3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1F</a:t>
            </a:r>
            <a:endParaRPr sz="900"/>
          </a:p>
        </p:txBody>
      </p:sp>
      <p:sp>
        <p:nvSpPr>
          <p:cNvPr id="780" name="Google Shape;780;p15"/>
          <p:cNvSpPr/>
          <p:nvPr/>
        </p:nvSpPr>
        <p:spPr>
          <a:xfrm>
            <a:off x="4800600" y="17526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3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20</a:t>
            </a:r>
            <a:endParaRPr sz="900"/>
          </a:p>
        </p:txBody>
      </p:sp>
      <p:sp>
        <p:nvSpPr>
          <p:cNvPr id="781" name="Google Shape;781;p15"/>
          <p:cNvSpPr/>
          <p:nvPr/>
        </p:nvSpPr>
        <p:spPr>
          <a:xfrm>
            <a:off x="5257800" y="17526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3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21</a:t>
            </a:r>
            <a:endParaRPr sz="900"/>
          </a:p>
        </p:txBody>
      </p:sp>
      <p:sp>
        <p:nvSpPr>
          <p:cNvPr id="782" name="Google Shape;782;p15"/>
          <p:cNvSpPr/>
          <p:nvPr/>
        </p:nvSpPr>
        <p:spPr>
          <a:xfrm>
            <a:off x="5715000" y="17526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3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22</a:t>
            </a:r>
            <a:endParaRPr sz="900"/>
          </a:p>
        </p:txBody>
      </p:sp>
      <p:sp>
        <p:nvSpPr>
          <p:cNvPr id="783" name="Google Shape;783;p15"/>
          <p:cNvSpPr/>
          <p:nvPr/>
        </p:nvSpPr>
        <p:spPr>
          <a:xfrm>
            <a:off x="6172200" y="17526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3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23</a:t>
            </a:r>
            <a:endParaRPr sz="900"/>
          </a:p>
        </p:txBody>
      </p:sp>
      <p:sp>
        <p:nvSpPr>
          <p:cNvPr id="784" name="Google Shape;784;p15"/>
          <p:cNvSpPr/>
          <p:nvPr/>
        </p:nvSpPr>
        <p:spPr>
          <a:xfrm>
            <a:off x="6629400" y="17526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3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24</a:t>
            </a:r>
            <a:endParaRPr sz="900"/>
          </a:p>
        </p:txBody>
      </p:sp>
      <p:sp>
        <p:nvSpPr>
          <p:cNvPr id="785" name="Google Shape;785;p15"/>
          <p:cNvSpPr/>
          <p:nvPr/>
        </p:nvSpPr>
        <p:spPr>
          <a:xfrm>
            <a:off x="7086600" y="17526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3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25</a:t>
            </a:r>
            <a:endParaRPr sz="900"/>
          </a:p>
        </p:txBody>
      </p:sp>
      <p:sp>
        <p:nvSpPr>
          <p:cNvPr id="786" name="Google Shape;786;p15"/>
          <p:cNvSpPr/>
          <p:nvPr/>
        </p:nvSpPr>
        <p:spPr>
          <a:xfrm>
            <a:off x="1600200" y="990600"/>
            <a:ext cx="1295400" cy="457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int *x</a:t>
            </a:r>
            <a:endParaRPr/>
          </a:p>
        </p:txBody>
      </p:sp>
      <p:cxnSp>
        <p:nvCxnSpPr>
          <p:cNvPr id="787" name="Google Shape;787;p15"/>
          <p:cNvCxnSpPr/>
          <p:nvPr/>
        </p:nvCxnSpPr>
        <p:spPr>
          <a:xfrm rot="5400000">
            <a:off x="1600993" y="1675606"/>
            <a:ext cx="457200" cy="1587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sp>
        <p:nvSpPr>
          <p:cNvPr id="788" name="Google Shape;788;p15"/>
          <p:cNvSpPr/>
          <p:nvPr/>
        </p:nvSpPr>
        <p:spPr>
          <a:xfrm>
            <a:off x="3429000" y="990600"/>
            <a:ext cx="1371600" cy="457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int *y</a:t>
            </a:r>
            <a:endParaRPr/>
          </a:p>
        </p:txBody>
      </p:sp>
      <p:cxnSp>
        <p:nvCxnSpPr>
          <p:cNvPr id="789" name="Google Shape;789;p15"/>
          <p:cNvCxnSpPr/>
          <p:nvPr/>
        </p:nvCxnSpPr>
        <p:spPr>
          <a:xfrm rot="5400000">
            <a:off x="3429793" y="1675606"/>
            <a:ext cx="457200" cy="1587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sp>
        <p:nvSpPr>
          <p:cNvPr id="790" name="Google Shape;790;p15"/>
          <p:cNvSpPr/>
          <p:nvPr/>
        </p:nvSpPr>
        <p:spPr>
          <a:xfrm>
            <a:off x="1600200" y="22098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13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0B</a:t>
            </a:r>
            <a:endParaRPr sz="300"/>
          </a:p>
        </p:txBody>
      </p:sp>
      <p:sp>
        <p:nvSpPr>
          <p:cNvPr id="791" name="Google Shape;791;p15"/>
          <p:cNvSpPr/>
          <p:nvPr/>
        </p:nvSpPr>
        <p:spPr>
          <a:xfrm>
            <a:off x="2057400" y="22098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13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00</a:t>
            </a:r>
            <a:endParaRPr sz="300"/>
          </a:p>
        </p:txBody>
      </p:sp>
      <p:sp>
        <p:nvSpPr>
          <p:cNvPr id="792" name="Google Shape;792;p15"/>
          <p:cNvSpPr/>
          <p:nvPr/>
        </p:nvSpPr>
        <p:spPr>
          <a:xfrm>
            <a:off x="2514600" y="22098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13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00</a:t>
            </a:r>
            <a:endParaRPr sz="300"/>
          </a:p>
        </p:txBody>
      </p:sp>
      <p:sp>
        <p:nvSpPr>
          <p:cNvPr id="793" name="Google Shape;793;p15"/>
          <p:cNvSpPr/>
          <p:nvPr/>
        </p:nvSpPr>
        <p:spPr>
          <a:xfrm>
            <a:off x="2971800" y="22098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13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00</a:t>
            </a:r>
            <a:endParaRPr sz="300"/>
          </a:p>
        </p:txBody>
      </p:sp>
      <p:sp>
        <p:nvSpPr>
          <p:cNvPr id="794" name="Google Shape;794;p15"/>
          <p:cNvSpPr/>
          <p:nvPr/>
        </p:nvSpPr>
        <p:spPr>
          <a:xfrm>
            <a:off x="3429000" y="22098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13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0F</a:t>
            </a:r>
            <a:endParaRPr sz="300"/>
          </a:p>
        </p:txBody>
      </p:sp>
      <p:sp>
        <p:nvSpPr>
          <p:cNvPr id="795" name="Google Shape;795;p15"/>
          <p:cNvSpPr/>
          <p:nvPr/>
        </p:nvSpPr>
        <p:spPr>
          <a:xfrm>
            <a:off x="3886200" y="22098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13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00</a:t>
            </a:r>
            <a:endParaRPr sz="300"/>
          </a:p>
        </p:txBody>
      </p:sp>
      <p:sp>
        <p:nvSpPr>
          <p:cNvPr id="796" name="Google Shape;796;p15"/>
          <p:cNvSpPr/>
          <p:nvPr/>
        </p:nvSpPr>
        <p:spPr>
          <a:xfrm>
            <a:off x="4343400" y="22098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13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00</a:t>
            </a:r>
            <a:endParaRPr sz="300"/>
          </a:p>
        </p:txBody>
      </p:sp>
      <p:sp>
        <p:nvSpPr>
          <p:cNvPr id="797" name="Google Shape;797;p15"/>
          <p:cNvSpPr/>
          <p:nvPr/>
        </p:nvSpPr>
        <p:spPr>
          <a:xfrm>
            <a:off x="4800600" y="22098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13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00</a:t>
            </a:r>
            <a:endParaRPr sz="300"/>
          </a:p>
        </p:txBody>
      </p:sp>
      <p:sp>
        <p:nvSpPr>
          <p:cNvPr id="798" name="Google Shape;798;p15"/>
          <p:cNvSpPr/>
          <p:nvPr/>
        </p:nvSpPr>
        <p:spPr>
          <a:xfrm>
            <a:off x="5257800" y="3276600"/>
            <a:ext cx="2133600" cy="1371600"/>
          </a:xfrm>
          <a:prstGeom prst="roundRect">
            <a:avLst>
              <a:gd fmla="val 16667" name="adj"/>
            </a:avLst>
          </a:prstGeom>
          <a:noFill/>
          <a:ln cap="flat" cmpd="sng" w="254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9" name="Google Shape;799;p15"/>
          <p:cNvSpPr/>
          <p:nvPr/>
        </p:nvSpPr>
        <p:spPr>
          <a:xfrm>
            <a:off x="1600200" y="2209800"/>
            <a:ext cx="1828800" cy="609600"/>
          </a:xfrm>
          <a:prstGeom prst="roundRect">
            <a:avLst>
              <a:gd fmla="val 16667" name="adj"/>
            </a:avLst>
          </a:prstGeom>
          <a:noFill/>
          <a:ln cap="flat" cmpd="sng" w="254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0" name="Google Shape;800;p15"/>
          <p:cNvSpPr/>
          <p:nvPr/>
        </p:nvSpPr>
        <p:spPr>
          <a:xfrm>
            <a:off x="3429000" y="2209800"/>
            <a:ext cx="1828800" cy="609600"/>
          </a:xfrm>
          <a:prstGeom prst="roundRect">
            <a:avLst>
              <a:gd fmla="val 16667" name="adj"/>
            </a:avLst>
          </a:prstGeom>
          <a:noFill/>
          <a:ln cap="flat" cmpd="sng" w="254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1" name="Google Shape;801;p15"/>
          <p:cNvSpPr/>
          <p:nvPr/>
        </p:nvSpPr>
        <p:spPr>
          <a:xfrm>
            <a:off x="16002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12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05</a:t>
            </a:r>
            <a:endParaRPr sz="200"/>
          </a:p>
        </p:txBody>
      </p:sp>
      <p:sp>
        <p:nvSpPr>
          <p:cNvPr id="802" name="Google Shape;802;p15"/>
          <p:cNvSpPr/>
          <p:nvPr/>
        </p:nvSpPr>
        <p:spPr>
          <a:xfrm>
            <a:off x="20574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12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00</a:t>
            </a:r>
            <a:endParaRPr sz="200"/>
          </a:p>
        </p:txBody>
      </p:sp>
      <p:sp>
        <p:nvSpPr>
          <p:cNvPr id="803" name="Google Shape;803;p15"/>
          <p:cNvSpPr/>
          <p:nvPr/>
        </p:nvSpPr>
        <p:spPr>
          <a:xfrm>
            <a:off x="25146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12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00</a:t>
            </a:r>
            <a:endParaRPr sz="200"/>
          </a:p>
        </p:txBody>
      </p:sp>
      <p:sp>
        <p:nvSpPr>
          <p:cNvPr id="804" name="Google Shape;804;p15"/>
          <p:cNvSpPr/>
          <p:nvPr/>
        </p:nvSpPr>
        <p:spPr>
          <a:xfrm>
            <a:off x="29718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12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00</a:t>
            </a:r>
            <a:endParaRPr sz="200"/>
          </a:p>
        </p:txBody>
      </p:sp>
      <p:sp>
        <p:nvSpPr>
          <p:cNvPr id="805" name="Google Shape;805;p15"/>
          <p:cNvSpPr/>
          <p:nvPr/>
        </p:nvSpPr>
        <p:spPr>
          <a:xfrm>
            <a:off x="34290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12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06</a:t>
            </a:r>
            <a:endParaRPr sz="200"/>
          </a:p>
        </p:txBody>
      </p:sp>
      <p:sp>
        <p:nvSpPr>
          <p:cNvPr id="806" name="Google Shape;806;p15"/>
          <p:cNvSpPr/>
          <p:nvPr/>
        </p:nvSpPr>
        <p:spPr>
          <a:xfrm>
            <a:off x="38862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12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00</a:t>
            </a:r>
            <a:endParaRPr sz="200"/>
          </a:p>
        </p:txBody>
      </p:sp>
      <p:sp>
        <p:nvSpPr>
          <p:cNvPr id="807" name="Google Shape;807;p15"/>
          <p:cNvSpPr/>
          <p:nvPr/>
        </p:nvSpPr>
        <p:spPr>
          <a:xfrm>
            <a:off x="43434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12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00</a:t>
            </a:r>
            <a:endParaRPr sz="200"/>
          </a:p>
        </p:txBody>
      </p:sp>
      <p:sp>
        <p:nvSpPr>
          <p:cNvPr id="808" name="Google Shape;808;p15"/>
          <p:cNvSpPr/>
          <p:nvPr/>
        </p:nvSpPr>
        <p:spPr>
          <a:xfrm>
            <a:off x="48006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12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00</a:t>
            </a:r>
            <a:endParaRPr sz="200"/>
          </a:p>
        </p:txBody>
      </p:sp>
      <p:sp>
        <p:nvSpPr>
          <p:cNvPr id="809" name="Google Shape;809;p15"/>
          <p:cNvSpPr/>
          <p:nvPr/>
        </p:nvSpPr>
        <p:spPr>
          <a:xfrm>
            <a:off x="1600200" y="5410200"/>
            <a:ext cx="1828800" cy="609600"/>
          </a:xfrm>
          <a:prstGeom prst="roundRect">
            <a:avLst>
              <a:gd fmla="val 16667" name="adj"/>
            </a:avLst>
          </a:prstGeom>
          <a:noFill/>
          <a:ln cap="flat" cmpd="sng" w="254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0" name="Google Shape;810;p15"/>
          <p:cNvSpPr/>
          <p:nvPr/>
        </p:nvSpPr>
        <p:spPr>
          <a:xfrm>
            <a:off x="3429000" y="5410200"/>
            <a:ext cx="1828800" cy="609600"/>
          </a:xfrm>
          <a:prstGeom prst="roundRect">
            <a:avLst>
              <a:gd fmla="val 16667" name="adj"/>
            </a:avLst>
          </a:prstGeom>
          <a:noFill/>
          <a:ln cap="flat" cmpd="sng" w="254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p16"/>
          <p:cNvSpPr txBox="1"/>
          <p:nvPr>
            <p:ph type="title"/>
          </p:nvPr>
        </p:nvSpPr>
        <p:spPr>
          <a:xfrm>
            <a:off x="1143000" y="381000"/>
            <a:ext cx="67056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Verdana"/>
              <a:buNone/>
            </a:pP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Các cách truyền đối số</a:t>
            </a:r>
            <a:endParaRPr/>
          </a:p>
        </p:txBody>
      </p:sp>
      <p:sp>
        <p:nvSpPr>
          <p:cNvPr id="817" name="Google Shape;817;p16"/>
          <p:cNvSpPr txBox="1"/>
          <p:nvPr>
            <p:ph idx="1" type="body"/>
          </p:nvPr>
        </p:nvSpPr>
        <p:spPr>
          <a:xfrm>
            <a:off x="457200" y="1524000"/>
            <a:ext cx="82296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Noto Sans Symbols"/>
              <a:buChar char="❖"/>
            </a:pPr>
            <a:r>
              <a:rPr b="0" i="0" lang="en-US" sz="2800" u="none" cap="none" strike="noStrike">
                <a:solidFill>
                  <a:srgbClr val="0A85FF"/>
                </a:solidFill>
                <a:latin typeface="Tahoma"/>
                <a:ea typeface="Tahoma"/>
                <a:cs typeface="Tahoma"/>
                <a:sym typeface="Tahoma"/>
              </a:rPr>
              <a:t>Truyền tham chiếu (C++)</a:t>
            </a:r>
            <a:endParaRPr/>
          </a:p>
        </p:txBody>
      </p:sp>
      <p:sp>
        <p:nvSpPr>
          <p:cNvPr id="818" name="Google Shape;818;p16"/>
          <p:cNvSpPr txBox="1"/>
          <p:nvPr/>
        </p:nvSpPr>
        <p:spPr>
          <a:xfrm>
            <a:off x="5181600" y="6477000"/>
            <a:ext cx="2895600" cy="233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None/>
            </a:pPr>
            <a:r>
              <a:rPr b="0" i="0" lang="en-US" sz="11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Dữ liệu kiểu con trỏ (cơ bản)</a:t>
            </a:r>
            <a:endParaRPr/>
          </a:p>
        </p:txBody>
      </p:sp>
      <p:sp>
        <p:nvSpPr>
          <p:cNvPr id="819" name="Google Shape;819;p16"/>
          <p:cNvSpPr/>
          <p:nvPr/>
        </p:nvSpPr>
        <p:spPr>
          <a:xfrm>
            <a:off x="685800" y="2057400"/>
            <a:ext cx="152400" cy="44196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0" name="Google Shape;820;p16"/>
          <p:cNvSpPr txBox="1"/>
          <p:nvPr/>
        </p:nvSpPr>
        <p:spPr>
          <a:xfrm>
            <a:off x="838200" y="2057400"/>
            <a:ext cx="7010400" cy="4400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#include &lt;stdio.h&gt;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i="0" sz="2000" u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void hoanvi(int </a:t>
            </a:r>
            <a:r>
              <a:rPr b="1" i="0" lang="en-US" sz="2000" u="non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&amp;</a:t>
            </a: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x, int </a:t>
            </a:r>
            <a:r>
              <a:rPr b="1" i="0" lang="en-US" sz="2000" u="non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&amp;</a:t>
            </a: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y);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i="0" sz="2000" u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void main()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int a = 3; b = 6;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hoanvi(a, b);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printf(“a = %d, b = %d”, a, b);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void hoanvi(int </a:t>
            </a:r>
            <a:r>
              <a:rPr b="1" i="0" lang="en-US" sz="2000" u="non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&amp;</a:t>
            </a: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x, int </a:t>
            </a:r>
            <a:r>
              <a:rPr b="1" i="0" lang="en-US" sz="2000" u="non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&amp;</a:t>
            </a: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y)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int t = x; x = y; y = t;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  <p:sp>
        <p:nvSpPr>
          <p:cNvPr id="821" name="Google Shape;821;p16"/>
          <p:cNvSpPr txBox="1"/>
          <p:nvPr/>
        </p:nvSpPr>
        <p:spPr>
          <a:xfrm>
            <a:off x="2743200" y="5105400"/>
            <a:ext cx="2133600" cy="381000"/>
          </a:xfrm>
          <a:prstGeom prst="rect">
            <a:avLst/>
          </a:prstGeom>
          <a:solidFill>
            <a:srgbClr val="0099FF">
              <a:alpha val="19607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2" name="Google Shape;822;p16"/>
          <p:cNvSpPr txBox="1"/>
          <p:nvPr/>
        </p:nvSpPr>
        <p:spPr>
          <a:xfrm>
            <a:off x="2438400" y="5715000"/>
            <a:ext cx="3048000" cy="381000"/>
          </a:xfrm>
          <a:prstGeom prst="rect">
            <a:avLst/>
          </a:prstGeom>
          <a:solidFill>
            <a:srgbClr val="0099FF">
              <a:alpha val="19607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8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p17"/>
          <p:cNvSpPr/>
          <p:nvPr/>
        </p:nvSpPr>
        <p:spPr>
          <a:xfrm>
            <a:off x="5410200" y="3505200"/>
            <a:ext cx="1828800" cy="914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85FF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0A85FF"/>
                </a:solidFill>
                <a:latin typeface="Verdana"/>
                <a:ea typeface="Verdana"/>
                <a:cs typeface="Verdana"/>
                <a:sym typeface="Verdana"/>
              </a:rPr>
              <a:t>int t = x;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85FF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0A85FF"/>
                </a:solidFill>
                <a:latin typeface="Verdana"/>
                <a:ea typeface="Verdana"/>
                <a:cs typeface="Verdana"/>
                <a:sym typeface="Verdana"/>
              </a:rPr>
              <a:t>x = y;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85FF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0A85FF"/>
                </a:solidFill>
                <a:latin typeface="Verdana"/>
                <a:ea typeface="Verdana"/>
                <a:cs typeface="Verdana"/>
                <a:sym typeface="Verdana"/>
              </a:rPr>
              <a:t>y = t;</a:t>
            </a:r>
            <a:endParaRPr/>
          </a:p>
        </p:txBody>
      </p:sp>
      <p:sp>
        <p:nvSpPr>
          <p:cNvPr id="829" name="Google Shape;829;p17"/>
          <p:cNvSpPr/>
          <p:nvPr/>
        </p:nvSpPr>
        <p:spPr>
          <a:xfrm>
            <a:off x="16002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0" name="Google Shape;830;p17"/>
          <p:cNvSpPr/>
          <p:nvPr/>
        </p:nvSpPr>
        <p:spPr>
          <a:xfrm>
            <a:off x="20574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1" name="Google Shape;831;p17"/>
          <p:cNvSpPr/>
          <p:nvPr/>
        </p:nvSpPr>
        <p:spPr>
          <a:xfrm>
            <a:off x="25146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2" name="Google Shape;832;p17"/>
          <p:cNvSpPr/>
          <p:nvPr/>
        </p:nvSpPr>
        <p:spPr>
          <a:xfrm>
            <a:off x="29718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3" name="Google Shape;833;p17"/>
          <p:cNvSpPr/>
          <p:nvPr/>
        </p:nvSpPr>
        <p:spPr>
          <a:xfrm>
            <a:off x="34290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4" name="Google Shape;834;p17"/>
          <p:cNvSpPr/>
          <p:nvPr/>
        </p:nvSpPr>
        <p:spPr>
          <a:xfrm>
            <a:off x="38862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5" name="Google Shape;835;p17"/>
          <p:cNvSpPr/>
          <p:nvPr/>
        </p:nvSpPr>
        <p:spPr>
          <a:xfrm>
            <a:off x="43434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6" name="Google Shape;836;p17"/>
          <p:cNvSpPr/>
          <p:nvPr/>
        </p:nvSpPr>
        <p:spPr>
          <a:xfrm>
            <a:off x="48006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7" name="Google Shape;837;p17"/>
          <p:cNvSpPr txBox="1"/>
          <p:nvPr>
            <p:ph type="title"/>
          </p:nvPr>
        </p:nvSpPr>
        <p:spPr>
          <a:xfrm>
            <a:off x="1143000" y="381000"/>
            <a:ext cx="67056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Verdana"/>
              <a:buNone/>
            </a:pP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Truyền tham chiếu (C++)</a:t>
            </a:r>
            <a:endParaRPr/>
          </a:p>
        </p:txBody>
      </p:sp>
      <p:sp>
        <p:nvSpPr>
          <p:cNvPr id="838" name="Google Shape;838;p17"/>
          <p:cNvSpPr txBox="1"/>
          <p:nvPr/>
        </p:nvSpPr>
        <p:spPr>
          <a:xfrm>
            <a:off x="5181600" y="6477000"/>
            <a:ext cx="2895600" cy="233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None/>
            </a:pPr>
            <a:r>
              <a:rPr b="0" i="0" lang="en-US" sz="11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Dữ liệu kiểu con trỏ (cơ bản)</a:t>
            </a:r>
            <a:endParaRPr/>
          </a:p>
        </p:txBody>
      </p:sp>
      <p:sp>
        <p:nvSpPr>
          <p:cNvPr id="839" name="Google Shape;839;p17"/>
          <p:cNvSpPr/>
          <p:nvPr/>
        </p:nvSpPr>
        <p:spPr>
          <a:xfrm>
            <a:off x="7543800" y="5410200"/>
            <a:ext cx="457200" cy="457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…</a:t>
            </a:r>
            <a:endParaRPr/>
          </a:p>
        </p:txBody>
      </p:sp>
      <p:sp>
        <p:nvSpPr>
          <p:cNvPr id="840" name="Google Shape;840;p17"/>
          <p:cNvSpPr/>
          <p:nvPr/>
        </p:nvSpPr>
        <p:spPr>
          <a:xfrm>
            <a:off x="685800" y="5410200"/>
            <a:ext cx="457200" cy="457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…</a:t>
            </a:r>
            <a:endParaRPr/>
          </a:p>
        </p:txBody>
      </p:sp>
      <p:sp>
        <p:nvSpPr>
          <p:cNvPr id="841" name="Google Shape;841;p17"/>
          <p:cNvSpPr/>
          <p:nvPr/>
        </p:nvSpPr>
        <p:spPr>
          <a:xfrm>
            <a:off x="11430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2" name="Google Shape;842;p17"/>
          <p:cNvSpPr/>
          <p:nvPr/>
        </p:nvSpPr>
        <p:spPr>
          <a:xfrm>
            <a:off x="52578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3" name="Google Shape;843;p17"/>
          <p:cNvSpPr/>
          <p:nvPr/>
        </p:nvSpPr>
        <p:spPr>
          <a:xfrm>
            <a:off x="57150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4" name="Google Shape;844;p17"/>
          <p:cNvSpPr/>
          <p:nvPr/>
        </p:nvSpPr>
        <p:spPr>
          <a:xfrm>
            <a:off x="61722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5" name="Google Shape;845;p17"/>
          <p:cNvSpPr/>
          <p:nvPr/>
        </p:nvSpPr>
        <p:spPr>
          <a:xfrm>
            <a:off x="66294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6" name="Google Shape;846;p17"/>
          <p:cNvSpPr/>
          <p:nvPr/>
        </p:nvSpPr>
        <p:spPr>
          <a:xfrm>
            <a:off x="70866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7" name="Google Shape;847;p17"/>
          <p:cNvSpPr/>
          <p:nvPr/>
        </p:nvSpPr>
        <p:spPr>
          <a:xfrm>
            <a:off x="1600200" y="6248400"/>
            <a:ext cx="1610700" cy="457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int </a:t>
            </a:r>
            <a:r>
              <a:rPr b="0" i="0" lang="en-US" sz="2400" u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a</a:t>
            </a:r>
            <a:r>
              <a:rPr b="0" i="0" lang="en-US" sz="24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 = 3</a:t>
            </a:r>
            <a:endParaRPr/>
          </a:p>
        </p:txBody>
      </p:sp>
      <p:sp>
        <p:nvSpPr>
          <p:cNvPr id="848" name="Google Shape;848;p17"/>
          <p:cNvSpPr/>
          <p:nvPr/>
        </p:nvSpPr>
        <p:spPr>
          <a:xfrm>
            <a:off x="11430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2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0A</a:t>
            </a:r>
            <a:endParaRPr sz="800"/>
          </a:p>
        </p:txBody>
      </p:sp>
      <p:sp>
        <p:nvSpPr>
          <p:cNvPr id="849" name="Google Shape;849;p17"/>
          <p:cNvSpPr/>
          <p:nvPr/>
        </p:nvSpPr>
        <p:spPr>
          <a:xfrm>
            <a:off x="16002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2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0B</a:t>
            </a:r>
            <a:endParaRPr sz="800"/>
          </a:p>
        </p:txBody>
      </p:sp>
      <p:sp>
        <p:nvSpPr>
          <p:cNvPr id="850" name="Google Shape;850;p17"/>
          <p:cNvSpPr/>
          <p:nvPr/>
        </p:nvSpPr>
        <p:spPr>
          <a:xfrm>
            <a:off x="20574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2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0C</a:t>
            </a:r>
            <a:endParaRPr sz="800"/>
          </a:p>
        </p:txBody>
      </p:sp>
      <p:sp>
        <p:nvSpPr>
          <p:cNvPr id="851" name="Google Shape;851;p17"/>
          <p:cNvSpPr/>
          <p:nvPr/>
        </p:nvSpPr>
        <p:spPr>
          <a:xfrm>
            <a:off x="25146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2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0D</a:t>
            </a:r>
            <a:endParaRPr sz="800"/>
          </a:p>
        </p:txBody>
      </p:sp>
      <p:sp>
        <p:nvSpPr>
          <p:cNvPr id="852" name="Google Shape;852;p17"/>
          <p:cNvSpPr/>
          <p:nvPr/>
        </p:nvSpPr>
        <p:spPr>
          <a:xfrm>
            <a:off x="29718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2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0E</a:t>
            </a:r>
            <a:endParaRPr sz="800"/>
          </a:p>
        </p:txBody>
      </p:sp>
      <p:sp>
        <p:nvSpPr>
          <p:cNvPr id="853" name="Google Shape;853;p17"/>
          <p:cNvSpPr/>
          <p:nvPr/>
        </p:nvSpPr>
        <p:spPr>
          <a:xfrm>
            <a:off x="34290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2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0F</a:t>
            </a:r>
            <a:endParaRPr sz="800"/>
          </a:p>
        </p:txBody>
      </p:sp>
      <p:sp>
        <p:nvSpPr>
          <p:cNvPr id="854" name="Google Shape;854;p17"/>
          <p:cNvSpPr/>
          <p:nvPr/>
        </p:nvSpPr>
        <p:spPr>
          <a:xfrm>
            <a:off x="38862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2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10</a:t>
            </a:r>
            <a:endParaRPr sz="800"/>
          </a:p>
        </p:txBody>
      </p:sp>
      <p:sp>
        <p:nvSpPr>
          <p:cNvPr id="855" name="Google Shape;855;p17"/>
          <p:cNvSpPr/>
          <p:nvPr/>
        </p:nvSpPr>
        <p:spPr>
          <a:xfrm>
            <a:off x="43434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2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11</a:t>
            </a:r>
            <a:endParaRPr sz="800"/>
          </a:p>
        </p:txBody>
      </p:sp>
      <p:sp>
        <p:nvSpPr>
          <p:cNvPr id="856" name="Google Shape;856;p17"/>
          <p:cNvSpPr/>
          <p:nvPr/>
        </p:nvSpPr>
        <p:spPr>
          <a:xfrm>
            <a:off x="48006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2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12</a:t>
            </a:r>
            <a:endParaRPr sz="800"/>
          </a:p>
        </p:txBody>
      </p:sp>
      <p:sp>
        <p:nvSpPr>
          <p:cNvPr id="857" name="Google Shape;857;p17"/>
          <p:cNvSpPr/>
          <p:nvPr/>
        </p:nvSpPr>
        <p:spPr>
          <a:xfrm>
            <a:off x="52578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2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13</a:t>
            </a:r>
            <a:endParaRPr sz="800"/>
          </a:p>
        </p:txBody>
      </p:sp>
      <p:sp>
        <p:nvSpPr>
          <p:cNvPr id="858" name="Google Shape;858;p17"/>
          <p:cNvSpPr/>
          <p:nvPr/>
        </p:nvSpPr>
        <p:spPr>
          <a:xfrm>
            <a:off x="57150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2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14</a:t>
            </a:r>
            <a:endParaRPr sz="800"/>
          </a:p>
        </p:txBody>
      </p:sp>
      <p:sp>
        <p:nvSpPr>
          <p:cNvPr id="859" name="Google Shape;859;p17"/>
          <p:cNvSpPr/>
          <p:nvPr/>
        </p:nvSpPr>
        <p:spPr>
          <a:xfrm>
            <a:off x="61722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2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15</a:t>
            </a:r>
            <a:endParaRPr sz="800"/>
          </a:p>
        </p:txBody>
      </p:sp>
      <p:sp>
        <p:nvSpPr>
          <p:cNvPr id="860" name="Google Shape;860;p17"/>
          <p:cNvSpPr/>
          <p:nvPr/>
        </p:nvSpPr>
        <p:spPr>
          <a:xfrm>
            <a:off x="66294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2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16</a:t>
            </a:r>
            <a:endParaRPr sz="800"/>
          </a:p>
        </p:txBody>
      </p:sp>
      <p:sp>
        <p:nvSpPr>
          <p:cNvPr id="861" name="Google Shape;861;p17"/>
          <p:cNvSpPr/>
          <p:nvPr/>
        </p:nvSpPr>
        <p:spPr>
          <a:xfrm>
            <a:off x="70866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2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17</a:t>
            </a:r>
            <a:endParaRPr sz="800"/>
          </a:p>
        </p:txBody>
      </p:sp>
      <p:cxnSp>
        <p:nvCxnSpPr>
          <p:cNvPr id="862" name="Google Shape;862;p17"/>
          <p:cNvCxnSpPr/>
          <p:nvPr/>
        </p:nvCxnSpPr>
        <p:spPr>
          <a:xfrm rot="-5400000">
            <a:off x="1639887" y="6132512"/>
            <a:ext cx="379412" cy="1587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sp>
        <p:nvSpPr>
          <p:cNvPr id="863" name="Google Shape;863;p17"/>
          <p:cNvSpPr/>
          <p:nvPr/>
        </p:nvSpPr>
        <p:spPr>
          <a:xfrm>
            <a:off x="3429000" y="6248400"/>
            <a:ext cx="1752600" cy="457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int </a:t>
            </a:r>
            <a:r>
              <a:rPr b="0" i="0" lang="en-US" sz="2400" u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b</a:t>
            </a:r>
            <a:r>
              <a:rPr b="0" i="0" lang="en-US" sz="24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 = 6</a:t>
            </a:r>
            <a:endParaRPr/>
          </a:p>
        </p:txBody>
      </p:sp>
      <p:cxnSp>
        <p:nvCxnSpPr>
          <p:cNvPr id="864" name="Google Shape;864;p17"/>
          <p:cNvCxnSpPr/>
          <p:nvPr/>
        </p:nvCxnSpPr>
        <p:spPr>
          <a:xfrm rot="-5400000">
            <a:off x="3468687" y="6132512"/>
            <a:ext cx="379412" cy="1587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sp>
        <p:nvSpPr>
          <p:cNvPr id="865" name="Google Shape;865;p17"/>
          <p:cNvSpPr/>
          <p:nvPr/>
        </p:nvSpPr>
        <p:spPr>
          <a:xfrm>
            <a:off x="2514600" y="3733800"/>
            <a:ext cx="1219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int </a:t>
            </a:r>
            <a:r>
              <a:rPr b="0" i="0" lang="en-US" sz="2400" u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&amp;x</a:t>
            </a:r>
            <a:endParaRPr/>
          </a:p>
        </p:txBody>
      </p:sp>
      <p:sp>
        <p:nvSpPr>
          <p:cNvPr id="866" name="Google Shape;866;p17"/>
          <p:cNvSpPr/>
          <p:nvPr/>
        </p:nvSpPr>
        <p:spPr>
          <a:xfrm>
            <a:off x="3886200" y="3733800"/>
            <a:ext cx="12954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int </a:t>
            </a:r>
            <a:r>
              <a:rPr b="0" i="0" lang="en-US" sz="2400" u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&amp;y</a:t>
            </a:r>
            <a:endParaRPr/>
          </a:p>
        </p:txBody>
      </p:sp>
      <p:sp>
        <p:nvSpPr>
          <p:cNvPr id="867" name="Google Shape;867;p17"/>
          <p:cNvSpPr/>
          <p:nvPr/>
        </p:nvSpPr>
        <p:spPr>
          <a:xfrm>
            <a:off x="1143000" y="3657600"/>
            <a:ext cx="4114800" cy="609600"/>
          </a:xfrm>
          <a:prstGeom prst="roundRect">
            <a:avLst>
              <a:gd fmla="val 16667" name="adj"/>
            </a:avLst>
          </a:prstGeom>
          <a:noFill/>
          <a:ln cap="flat" cmpd="sng" w="254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8" name="Google Shape;868;p17"/>
          <p:cNvSpPr/>
          <p:nvPr/>
        </p:nvSpPr>
        <p:spPr>
          <a:xfrm>
            <a:off x="1295400" y="3733800"/>
            <a:ext cx="1066800" cy="457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85FF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0A85FF"/>
                </a:solidFill>
                <a:latin typeface="Verdana"/>
                <a:ea typeface="Verdana"/>
                <a:cs typeface="Verdana"/>
                <a:sym typeface="Verdana"/>
              </a:rPr>
              <a:t>hoanvi</a:t>
            </a:r>
            <a:endParaRPr/>
          </a:p>
        </p:txBody>
      </p:sp>
      <p:cxnSp>
        <p:nvCxnSpPr>
          <p:cNvPr id="869" name="Google Shape;869;p17"/>
          <p:cNvCxnSpPr/>
          <p:nvPr/>
        </p:nvCxnSpPr>
        <p:spPr>
          <a:xfrm rot="5400000">
            <a:off x="2857500" y="4457700"/>
            <a:ext cx="533400" cy="3175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stealth"/>
            <a:tailEnd len="med" w="med" type="none"/>
          </a:ln>
        </p:spPr>
      </p:cxnSp>
      <p:cxnSp>
        <p:nvCxnSpPr>
          <p:cNvPr id="870" name="Google Shape;870;p17"/>
          <p:cNvCxnSpPr/>
          <p:nvPr/>
        </p:nvCxnSpPr>
        <p:spPr>
          <a:xfrm rot="5400000">
            <a:off x="1639093" y="4914106"/>
            <a:ext cx="381000" cy="1587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871" name="Google Shape;871;p17"/>
          <p:cNvCxnSpPr/>
          <p:nvPr/>
        </p:nvCxnSpPr>
        <p:spPr>
          <a:xfrm>
            <a:off x="1828800" y="4724400"/>
            <a:ext cx="1295400" cy="1587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872" name="Google Shape;872;p17"/>
          <p:cNvCxnSpPr/>
          <p:nvPr/>
        </p:nvCxnSpPr>
        <p:spPr>
          <a:xfrm flipH="1" rot="-5400000">
            <a:off x="4264818" y="4460081"/>
            <a:ext cx="546100" cy="7937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stealth"/>
            <a:tailEnd len="med" w="med" type="none"/>
          </a:ln>
        </p:spPr>
      </p:cxnSp>
      <p:cxnSp>
        <p:nvCxnSpPr>
          <p:cNvPr id="873" name="Google Shape;873;p17"/>
          <p:cNvCxnSpPr/>
          <p:nvPr/>
        </p:nvCxnSpPr>
        <p:spPr>
          <a:xfrm rot="5400000">
            <a:off x="3467893" y="4914106"/>
            <a:ext cx="381000" cy="1587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874" name="Google Shape;874;p17"/>
          <p:cNvCxnSpPr/>
          <p:nvPr/>
        </p:nvCxnSpPr>
        <p:spPr>
          <a:xfrm flipH="1" rot="10800000">
            <a:off x="3657600" y="4724400"/>
            <a:ext cx="884237" cy="1587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875" name="Google Shape;875;p17"/>
          <p:cNvSpPr/>
          <p:nvPr/>
        </p:nvSpPr>
        <p:spPr>
          <a:xfrm>
            <a:off x="5257800" y="3276600"/>
            <a:ext cx="2133600" cy="1371600"/>
          </a:xfrm>
          <a:prstGeom prst="roundRect">
            <a:avLst>
              <a:gd fmla="val 16667" name="adj"/>
            </a:avLst>
          </a:prstGeom>
          <a:noFill/>
          <a:ln cap="flat" cmpd="sng" w="254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6" name="Google Shape;876;p17"/>
          <p:cNvSpPr/>
          <p:nvPr/>
        </p:nvSpPr>
        <p:spPr>
          <a:xfrm>
            <a:off x="16002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13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05</a:t>
            </a:r>
            <a:endParaRPr sz="300"/>
          </a:p>
        </p:txBody>
      </p:sp>
      <p:sp>
        <p:nvSpPr>
          <p:cNvPr id="877" name="Google Shape;877;p17"/>
          <p:cNvSpPr/>
          <p:nvPr/>
        </p:nvSpPr>
        <p:spPr>
          <a:xfrm>
            <a:off x="20574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13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00</a:t>
            </a:r>
            <a:endParaRPr sz="300"/>
          </a:p>
        </p:txBody>
      </p:sp>
      <p:sp>
        <p:nvSpPr>
          <p:cNvPr id="878" name="Google Shape;878;p17"/>
          <p:cNvSpPr/>
          <p:nvPr/>
        </p:nvSpPr>
        <p:spPr>
          <a:xfrm>
            <a:off x="25146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13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00</a:t>
            </a:r>
            <a:endParaRPr sz="300"/>
          </a:p>
        </p:txBody>
      </p:sp>
      <p:sp>
        <p:nvSpPr>
          <p:cNvPr id="879" name="Google Shape;879;p17"/>
          <p:cNvSpPr/>
          <p:nvPr/>
        </p:nvSpPr>
        <p:spPr>
          <a:xfrm>
            <a:off x="29718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13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00</a:t>
            </a:r>
            <a:endParaRPr sz="300"/>
          </a:p>
        </p:txBody>
      </p:sp>
      <p:sp>
        <p:nvSpPr>
          <p:cNvPr id="880" name="Google Shape;880;p17"/>
          <p:cNvSpPr/>
          <p:nvPr/>
        </p:nvSpPr>
        <p:spPr>
          <a:xfrm>
            <a:off x="34290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13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06</a:t>
            </a:r>
            <a:endParaRPr sz="300"/>
          </a:p>
        </p:txBody>
      </p:sp>
      <p:sp>
        <p:nvSpPr>
          <p:cNvPr id="881" name="Google Shape;881;p17"/>
          <p:cNvSpPr/>
          <p:nvPr/>
        </p:nvSpPr>
        <p:spPr>
          <a:xfrm>
            <a:off x="38862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13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00</a:t>
            </a:r>
            <a:endParaRPr sz="300"/>
          </a:p>
        </p:txBody>
      </p:sp>
      <p:sp>
        <p:nvSpPr>
          <p:cNvPr id="882" name="Google Shape;882;p17"/>
          <p:cNvSpPr/>
          <p:nvPr/>
        </p:nvSpPr>
        <p:spPr>
          <a:xfrm>
            <a:off x="43434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13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00</a:t>
            </a:r>
            <a:endParaRPr sz="300"/>
          </a:p>
        </p:txBody>
      </p:sp>
      <p:sp>
        <p:nvSpPr>
          <p:cNvPr id="883" name="Google Shape;883;p17"/>
          <p:cNvSpPr/>
          <p:nvPr/>
        </p:nvSpPr>
        <p:spPr>
          <a:xfrm>
            <a:off x="48006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13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00</a:t>
            </a:r>
            <a:endParaRPr sz="300"/>
          </a:p>
        </p:txBody>
      </p:sp>
      <p:sp>
        <p:nvSpPr>
          <p:cNvPr id="884" name="Google Shape;884;p17"/>
          <p:cNvSpPr/>
          <p:nvPr/>
        </p:nvSpPr>
        <p:spPr>
          <a:xfrm>
            <a:off x="1600200" y="5372100"/>
            <a:ext cx="1828800" cy="609600"/>
          </a:xfrm>
          <a:prstGeom prst="roundRect">
            <a:avLst>
              <a:gd fmla="val 16667" name="adj"/>
            </a:avLst>
          </a:prstGeom>
          <a:noFill/>
          <a:ln cap="flat" cmpd="sng" w="254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5" name="Google Shape;885;p17"/>
          <p:cNvSpPr/>
          <p:nvPr/>
        </p:nvSpPr>
        <p:spPr>
          <a:xfrm>
            <a:off x="3429000" y="5372100"/>
            <a:ext cx="1828800" cy="609600"/>
          </a:xfrm>
          <a:prstGeom prst="roundRect">
            <a:avLst>
              <a:gd fmla="val 16667" name="adj"/>
            </a:avLst>
          </a:prstGeom>
          <a:noFill/>
          <a:ln cap="flat" cmpd="sng" w="254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18"/>
          <p:cNvSpPr txBox="1"/>
          <p:nvPr>
            <p:ph type="title"/>
          </p:nvPr>
        </p:nvSpPr>
        <p:spPr>
          <a:xfrm>
            <a:off x="1143000" y="381000"/>
            <a:ext cx="67056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Verdana"/>
              <a:buNone/>
            </a:pP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Một số lưu ý</a:t>
            </a:r>
            <a:endParaRPr/>
          </a:p>
        </p:txBody>
      </p:sp>
      <p:sp>
        <p:nvSpPr>
          <p:cNvPr id="892" name="Google Shape;892;p18"/>
          <p:cNvSpPr txBox="1"/>
          <p:nvPr>
            <p:ph idx="1" type="body"/>
          </p:nvPr>
        </p:nvSpPr>
        <p:spPr>
          <a:xfrm>
            <a:off x="457200" y="1524000"/>
            <a:ext cx="82296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Noto Sans Symbols"/>
              <a:buChar char="❖"/>
            </a:pPr>
            <a:r>
              <a:rPr b="0" i="0" lang="en-US" sz="2800" u="none" cap="none" strike="noStrike">
                <a:solidFill>
                  <a:srgbClr val="0A85FF"/>
                </a:solidFill>
                <a:latin typeface="Tahoma"/>
                <a:ea typeface="Tahoma"/>
                <a:cs typeface="Tahoma"/>
                <a:sym typeface="Tahoma"/>
              </a:rPr>
              <a:t>Một số lưu ý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Con trỏ là khái niệm quan trọng và khó nhất trong C. Mức độ thành thạo C được đánh giá qua mức độ sử dụng con trỏ.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Nắm rõ quy tắc sau, ví dụ </a:t>
            </a:r>
            <a:r>
              <a:rPr b="0" i="0" lang="en-US" sz="28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int a, *pa = &amp;a;</a:t>
            </a:r>
            <a:endParaRPr/>
          </a:p>
          <a:p>
            <a:pPr indent="-228600" lvl="2" marL="11430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Char char="•"/>
            </a:pPr>
            <a:r>
              <a:rPr b="0" i="0" lang="en-US" sz="24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*pa</a:t>
            </a: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và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a</a:t>
            </a: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đều chỉ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nội dung</a:t>
            </a: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của biến a.</a:t>
            </a:r>
            <a:endParaRPr/>
          </a:p>
          <a:p>
            <a:pPr indent="-228600" lvl="2" marL="11430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Char char="•"/>
            </a:pPr>
            <a:r>
              <a:rPr b="0" i="0" lang="en-US" sz="24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pa</a:t>
            </a: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và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&amp;a</a:t>
            </a: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đều chỉ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địa chỉ</a:t>
            </a: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của biến a.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Không nên</a:t>
            </a: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sử dụng con trỏ khi chưa được khởi tạo. Kết quả sẽ không lường trước được.</a:t>
            </a:r>
            <a:endParaRPr/>
          </a:p>
        </p:txBody>
      </p:sp>
      <p:sp>
        <p:nvSpPr>
          <p:cNvPr id="893" name="Google Shape;893;p18"/>
          <p:cNvSpPr txBox="1"/>
          <p:nvPr/>
        </p:nvSpPr>
        <p:spPr>
          <a:xfrm>
            <a:off x="5181600" y="6477000"/>
            <a:ext cx="2895600" cy="233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None/>
            </a:pPr>
            <a:r>
              <a:rPr b="0" i="0" lang="en-US" sz="11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Dữ liệu kiểu con trỏ (cơ bản)</a:t>
            </a:r>
            <a:endParaRPr/>
          </a:p>
        </p:txBody>
      </p:sp>
      <p:sp>
        <p:nvSpPr>
          <p:cNvPr id="894" name="Google Shape;894;p18"/>
          <p:cNvSpPr/>
          <p:nvPr/>
        </p:nvSpPr>
        <p:spPr>
          <a:xfrm>
            <a:off x="685800" y="5715000"/>
            <a:ext cx="152400" cy="381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5" name="Google Shape;895;p18"/>
          <p:cNvSpPr txBox="1"/>
          <p:nvPr/>
        </p:nvSpPr>
        <p:spPr>
          <a:xfrm>
            <a:off x="838200" y="5715000"/>
            <a:ext cx="70104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*pa; </a:t>
            </a:r>
            <a:r>
              <a:rPr b="1" i="0" lang="en-US" sz="2000" u="non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*pa = 1904; // !!!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p19"/>
          <p:cNvSpPr txBox="1"/>
          <p:nvPr>
            <p:ph type="title"/>
          </p:nvPr>
        </p:nvSpPr>
        <p:spPr>
          <a:xfrm>
            <a:off x="1143000" y="381000"/>
            <a:ext cx="67056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Verdana"/>
              <a:buNone/>
            </a:pP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Con trỏ và mảng một chiều</a:t>
            </a:r>
            <a:endParaRPr/>
          </a:p>
        </p:txBody>
      </p:sp>
      <p:sp>
        <p:nvSpPr>
          <p:cNvPr id="902" name="Google Shape;902;p19"/>
          <p:cNvSpPr txBox="1"/>
          <p:nvPr>
            <p:ph idx="1" type="body"/>
          </p:nvPr>
        </p:nvSpPr>
        <p:spPr>
          <a:xfrm>
            <a:off x="457200" y="1524000"/>
            <a:ext cx="82296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Noto Sans Symbols"/>
              <a:buChar char="❖"/>
            </a:pPr>
            <a:r>
              <a:rPr b="0" i="0" lang="en-US" sz="2800" u="none" cap="none" strike="noStrike">
                <a:solidFill>
                  <a:srgbClr val="0A85FF"/>
                </a:solidFill>
                <a:latin typeface="Tahoma"/>
                <a:ea typeface="Tahoma"/>
                <a:cs typeface="Tahoma"/>
                <a:sym typeface="Tahoma"/>
              </a:rPr>
              <a:t>Mảng một chiều</a:t>
            </a:r>
            <a:endParaRPr/>
          </a:p>
          <a:p>
            <a:pPr indent="-1651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Tên mảng array là một </a:t>
            </a:r>
            <a:r>
              <a:rPr b="0" i="0" lang="en-US" sz="28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hằng con trỏ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	🡺 </a:t>
            </a:r>
            <a:r>
              <a:rPr b="0" i="0" lang="en-US" sz="28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không thể thay đổi</a:t>
            </a: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giá trị của hằng này.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Giá trị của array là địa chỉ phần tử đầu tiên của mảng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	🡺</a:t>
            </a:r>
            <a:r>
              <a:rPr b="0" i="0" lang="en-US" sz="28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array</a:t>
            </a: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== </a:t>
            </a:r>
            <a:r>
              <a:rPr b="0" i="0" lang="en-US" sz="28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&amp;array[0]</a:t>
            </a:r>
            <a:endParaRPr/>
          </a:p>
        </p:txBody>
      </p:sp>
      <p:sp>
        <p:nvSpPr>
          <p:cNvPr id="903" name="Google Shape;903;p19"/>
          <p:cNvSpPr txBox="1"/>
          <p:nvPr/>
        </p:nvSpPr>
        <p:spPr>
          <a:xfrm>
            <a:off x="5181600" y="6477000"/>
            <a:ext cx="2895600" cy="233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None/>
            </a:pPr>
            <a:r>
              <a:rPr b="0" i="0" lang="en-US" sz="11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Dữ liệu kiểu con trỏ (cơ bản)</a:t>
            </a:r>
            <a:endParaRPr/>
          </a:p>
        </p:txBody>
      </p:sp>
      <p:sp>
        <p:nvSpPr>
          <p:cNvPr id="904" name="Google Shape;904;p19"/>
          <p:cNvSpPr/>
          <p:nvPr/>
        </p:nvSpPr>
        <p:spPr>
          <a:xfrm>
            <a:off x="685800" y="2133600"/>
            <a:ext cx="152400" cy="381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5" name="Google Shape;905;p19"/>
          <p:cNvSpPr txBox="1"/>
          <p:nvPr/>
        </p:nvSpPr>
        <p:spPr>
          <a:xfrm>
            <a:off x="838200" y="2133600"/>
            <a:ext cx="83058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array[3];</a:t>
            </a:r>
            <a:endParaRPr/>
          </a:p>
        </p:txBody>
      </p:sp>
      <p:sp>
        <p:nvSpPr>
          <p:cNvPr id="906" name="Google Shape;906;p19"/>
          <p:cNvSpPr/>
          <p:nvPr/>
        </p:nvSpPr>
        <p:spPr>
          <a:xfrm>
            <a:off x="7543800" y="5410200"/>
            <a:ext cx="457200" cy="457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…</a:t>
            </a:r>
            <a:endParaRPr/>
          </a:p>
        </p:txBody>
      </p:sp>
      <p:sp>
        <p:nvSpPr>
          <p:cNvPr id="907" name="Google Shape;907;p19"/>
          <p:cNvSpPr/>
          <p:nvPr/>
        </p:nvSpPr>
        <p:spPr>
          <a:xfrm>
            <a:off x="685800" y="5410200"/>
            <a:ext cx="457200" cy="457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…</a:t>
            </a:r>
            <a:endParaRPr/>
          </a:p>
        </p:txBody>
      </p:sp>
      <p:sp>
        <p:nvSpPr>
          <p:cNvPr id="908" name="Google Shape;908;p19"/>
          <p:cNvSpPr/>
          <p:nvPr/>
        </p:nvSpPr>
        <p:spPr>
          <a:xfrm>
            <a:off x="11430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9" name="Google Shape;909;p19"/>
          <p:cNvSpPr/>
          <p:nvPr/>
        </p:nvSpPr>
        <p:spPr>
          <a:xfrm>
            <a:off x="16002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0" name="Google Shape;910;p19"/>
          <p:cNvSpPr/>
          <p:nvPr/>
        </p:nvSpPr>
        <p:spPr>
          <a:xfrm>
            <a:off x="20574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1" name="Google Shape;911;p19"/>
          <p:cNvSpPr/>
          <p:nvPr/>
        </p:nvSpPr>
        <p:spPr>
          <a:xfrm>
            <a:off x="25146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2" name="Google Shape;912;p19"/>
          <p:cNvSpPr/>
          <p:nvPr/>
        </p:nvSpPr>
        <p:spPr>
          <a:xfrm>
            <a:off x="29718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3" name="Google Shape;913;p19"/>
          <p:cNvSpPr/>
          <p:nvPr/>
        </p:nvSpPr>
        <p:spPr>
          <a:xfrm>
            <a:off x="34290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4" name="Google Shape;914;p19"/>
          <p:cNvSpPr/>
          <p:nvPr/>
        </p:nvSpPr>
        <p:spPr>
          <a:xfrm>
            <a:off x="38862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5" name="Google Shape;915;p19"/>
          <p:cNvSpPr/>
          <p:nvPr/>
        </p:nvSpPr>
        <p:spPr>
          <a:xfrm>
            <a:off x="43434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6" name="Google Shape;916;p19"/>
          <p:cNvSpPr/>
          <p:nvPr/>
        </p:nvSpPr>
        <p:spPr>
          <a:xfrm>
            <a:off x="48006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7" name="Google Shape;917;p19"/>
          <p:cNvSpPr/>
          <p:nvPr/>
        </p:nvSpPr>
        <p:spPr>
          <a:xfrm>
            <a:off x="52578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8" name="Google Shape;918;p19"/>
          <p:cNvSpPr/>
          <p:nvPr/>
        </p:nvSpPr>
        <p:spPr>
          <a:xfrm>
            <a:off x="57150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9" name="Google Shape;919;p19"/>
          <p:cNvSpPr/>
          <p:nvPr/>
        </p:nvSpPr>
        <p:spPr>
          <a:xfrm>
            <a:off x="61722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0" name="Google Shape;920;p19"/>
          <p:cNvSpPr/>
          <p:nvPr/>
        </p:nvSpPr>
        <p:spPr>
          <a:xfrm>
            <a:off x="66294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1" name="Google Shape;921;p19"/>
          <p:cNvSpPr/>
          <p:nvPr/>
        </p:nvSpPr>
        <p:spPr>
          <a:xfrm>
            <a:off x="70866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2" name="Google Shape;922;p19"/>
          <p:cNvSpPr/>
          <p:nvPr/>
        </p:nvSpPr>
        <p:spPr>
          <a:xfrm>
            <a:off x="1600200" y="6248400"/>
            <a:ext cx="1324800" cy="457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array</a:t>
            </a:r>
            <a:endParaRPr/>
          </a:p>
        </p:txBody>
      </p:sp>
      <p:sp>
        <p:nvSpPr>
          <p:cNvPr id="923" name="Google Shape;923;p19"/>
          <p:cNvSpPr/>
          <p:nvPr/>
        </p:nvSpPr>
        <p:spPr>
          <a:xfrm>
            <a:off x="11430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8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0A</a:t>
            </a:r>
            <a:endParaRPr/>
          </a:p>
        </p:txBody>
      </p:sp>
      <p:sp>
        <p:nvSpPr>
          <p:cNvPr id="924" name="Google Shape;924;p19"/>
          <p:cNvSpPr/>
          <p:nvPr/>
        </p:nvSpPr>
        <p:spPr>
          <a:xfrm>
            <a:off x="16002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8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0B</a:t>
            </a:r>
            <a:endParaRPr/>
          </a:p>
        </p:txBody>
      </p:sp>
      <p:sp>
        <p:nvSpPr>
          <p:cNvPr id="925" name="Google Shape;925;p19"/>
          <p:cNvSpPr/>
          <p:nvPr/>
        </p:nvSpPr>
        <p:spPr>
          <a:xfrm>
            <a:off x="20574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8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0C</a:t>
            </a:r>
            <a:endParaRPr/>
          </a:p>
        </p:txBody>
      </p:sp>
      <p:sp>
        <p:nvSpPr>
          <p:cNvPr id="926" name="Google Shape;926;p19"/>
          <p:cNvSpPr/>
          <p:nvPr/>
        </p:nvSpPr>
        <p:spPr>
          <a:xfrm>
            <a:off x="25146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8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0D</a:t>
            </a:r>
            <a:endParaRPr/>
          </a:p>
        </p:txBody>
      </p:sp>
      <p:sp>
        <p:nvSpPr>
          <p:cNvPr id="927" name="Google Shape;927;p19"/>
          <p:cNvSpPr/>
          <p:nvPr/>
        </p:nvSpPr>
        <p:spPr>
          <a:xfrm>
            <a:off x="29718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8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0E</a:t>
            </a:r>
            <a:endParaRPr/>
          </a:p>
        </p:txBody>
      </p:sp>
      <p:sp>
        <p:nvSpPr>
          <p:cNvPr id="928" name="Google Shape;928;p19"/>
          <p:cNvSpPr/>
          <p:nvPr/>
        </p:nvSpPr>
        <p:spPr>
          <a:xfrm>
            <a:off x="34290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8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0F</a:t>
            </a:r>
            <a:endParaRPr/>
          </a:p>
        </p:txBody>
      </p:sp>
      <p:sp>
        <p:nvSpPr>
          <p:cNvPr id="929" name="Google Shape;929;p19"/>
          <p:cNvSpPr/>
          <p:nvPr/>
        </p:nvSpPr>
        <p:spPr>
          <a:xfrm>
            <a:off x="38862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8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10</a:t>
            </a:r>
            <a:endParaRPr/>
          </a:p>
        </p:txBody>
      </p:sp>
      <p:sp>
        <p:nvSpPr>
          <p:cNvPr id="930" name="Google Shape;930;p19"/>
          <p:cNvSpPr/>
          <p:nvPr/>
        </p:nvSpPr>
        <p:spPr>
          <a:xfrm>
            <a:off x="43434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8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11</a:t>
            </a:r>
            <a:endParaRPr/>
          </a:p>
        </p:txBody>
      </p:sp>
      <p:sp>
        <p:nvSpPr>
          <p:cNvPr id="931" name="Google Shape;931;p19"/>
          <p:cNvSpPr/>
          <p:nvPr/>
        </p:nvSpPr>
        <p:spPr>
          <a:xfrm>
            <a:off x="48006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8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12</a:t>
            </a:r>
            <a:endParaRPr/>
          </a:p>
        </p:txBody>
      </p:sp>
      <p:sp>
        <p:nvSpPr>
          <p:cNvPr id="932" name="Google Shape;932;p19"/>
          <p:cNvSpPr/>
          <p:nvPr/>
        </p:nvSpPr>
        <p:spPr>
          <a:xfrm>
            <a:off x="52578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8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13</a:t>
            </a:r>
            <a:endParaRPr/>
          </a:p>
        </p:txBody>
      </p:sp>
      <p:sp>
        <p:nvSpPr>
          <p:cNvPr id="933" name="Google Shape;933;p19"/>
          <p:cNvSpPr/>
          <p:nvPr/>
        </p:nvSpPr>
        <p:spPr>
          <a:xfrm>
            <a:off x="57150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8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14</a:t>
            </a:r>
            <a:endParaRPr/>
          </a:p>
        </p:txBody>
      </p:sp>
      <p:sp>
        <p:nvSpPr>
          <p:cNvPr id="934" name="Google Shape;934;p19"/>
          <p:cNvSpPr/>
          <p:nvPr/>
        </p:nvSpPr>
        <p:spPr>
          <a:xfrm>
            <a:off x="61722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8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15</a:t>
            </a:r>
            <a:endParaRPr/>
          </a:p>
        </p:txBody>
      </p:sp>
      <p:sp>
        <p:nvSpPr>
          <p:cNvPr id="935" name="Google Shape;935;p19"/>
          <p:cNvSpPr/>
          <p:nvPr/>
        </p:nvSpPr>
        <p:spPr>
          <a:xfrm>
            <a:off x="66294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8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16</a:t>
            </a:r>
            <a:endParaRPr/>
          </a:p>
        </p:txBody>
      </p:sp>
      <p:sp>
        <p:nvSpPr>
          <p:cNvPr id="936" name="Google Shape;936;p19"/>
          <p:cNvSpPr/>
          <p:nvPr/>
        </p:nvSpPr>
        <p:spPr>
          <a:xfrm>
            <a:off x="70866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8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17</a:t>
            </a:r>
            <a:endParaRPr/>
          </a:p>
        </p:txBody>
      </p:sp>
      <p:sp>
        <p:nvSpPr>
          <p:cNvPr id="937" name="Google Shape;937;p19"/>
          <p:cNvSpPr/>
          <p:nvPr/>
        </p:nvSpPr>
        <p:spPr>
          <a:xfrm>
            <a:off x="16002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8" name="Google Shape;938;p19"/>
          <p:cNvSpPr/>
          <p:nvPr/>
        </p:nvSpPr>
        <p:spPr>
          <a:xfrm>
            <a:off x="20574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9" name="Google Shape;939;p19"/>
          <p:cNvSpPr/>
          <p:nvPr/>
        </p:nvSpPr>
        <p:spPr>
          <a:xfrm>
            <a:off x="25146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0" name="Google Shape;940;p19"/>
          <p:cNvSpPr/>
          <p:nvPr/>
        </p:nvSpPr>
        <p:spPr>
          <a:xfrm>
            <a:off x="29718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1" name="Google Shape;941;p19"/>
          <p:cNvSpPr/>
          <p:nvPr/>
        </p:nvSpPr>
        <p:spPr>
          <a:xfrm>
            <a:off x="34290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2" name="Google Shape;942;p19"/>
          <p:cNvSpPr/>
          <p:nvPr/>
        </p:nvSpPr>
        <p:spPr>
          <a:xfrm>
            <a:off x="38862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3" name="Google Shape;943;p19"/>
          <p:cNvSpPr/>
          <p:nvPr/>
        </p:nvSpPr>
        <p:spPr>
          <a:xfrm>
            <a:off x="43434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4" name="Google Shape;944;p19"/>
          <p:cNvSpPr/>
          <p:nvPr/>
        </p:nvSpPr>
        <p:spPr>
          <a:xfrm>
            <a:off x="48006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5" name="Google Shape;945;p19"/>
          <p:cNvSpPr/>
          <p:nvPr/>
        </p:nvSpPr>
        <p:spPr>
          <a:xfrm>
            <a:off x="52578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6" name="Google Shape;946;p19"/>
          <p:cNvSpPr/>
          <p:nvPr/>
        </p:nvSpPr>
        <p:spPr>
          <a:xfrm>
            <a:off x="57150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7" name="Google Shape;947;p19"/>
          <p:cNvSpPr/>
          <p:nvPr/>
        </p:nvSpPr>
        <p:spPr>
          <a:xfrm>
            <a:off x="61722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8" name="Google Shape;948;p19"/>
          <p:cNvSpPr/>
          <p:nvPr/>
        </p:nvSpPr>
        <p:spPr>
          <a:xfrm>
            <a:off x="66294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9" name="Google Shape;949;p19"/>
          <p:cNvSpPr/>
          <p:nvPr/>
        </p:nvSpPr>
        <p:spPr>
          <a:xfrm>
            <a:off x="1600200" y="5334000"/>
            <a:ext cx="1828800" cy="609600"/>
          </a:xfrm>
          <a:prstGeom prst="roundRect">
            <a:avLst>
              <a:gd fmla="val 16667" name="adj"/>
            </a:avLst>
          </a:prstGeom>
          <a:noFill/>
          <a:ln cap="flat" cmpd="sng" w="254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0" name="Google Shape;950;p19"/>
          <p:cNvSpPr/>
          <p:nvPr/>
        </p:nvSpPr>
        <p:spPr>
          <a:xfrm>
            <a:off x="3429000" y="5334000"/>
            <a:ext cx="1828800" cy="609600"/>
          </a:xfrm>
          <a:prstGeom prst="roundRect">
            <a:avLst>
              <a:gd fmla="val 16667" name="adj"/>
            </a:avLst>
          </a:prstGeom>
          <a:noFill/>
          <a:ln cap="flat" cmpd="sng" w="254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1" name="Google Shape;951;p19"/>
          <p:cNvSpPr/>
          <p:nvPr/>
        </p:nvSpPr>
        <p:spPr>
          <a:xfrm>
            <a:off x="5257800" y="5334000"/>
            <a:ext cx="1828800" cy="609600"/>
          </a:xfrm>
          <a:prstGeom prst="roundRect">
            <a:avLst>
              <a:gd fmla="val 16667" name="adj"/>
            </a:avLst>
          </a:prstGeom>
          <a:noFill/>
          <a:ln cap="flat" cmpd="sng" w="254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52" name="Google Shape;952;p19"/>
          <p:cNvCxnSpPr/>
          <p:nvPr/>
        </p:nvCxnSpPr>
        <p:spPr>
          <a:xfrm rot="-5400000">
            <a:off x="1639887" y="6132512"/>
            <a:ext cx="379412" cy="1587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none"/>
            <a:tailEnd len="med" w="med" type="stealth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p20"/>
          <p:cNvSpPr txBox="1"/>
          <p:nvPr>
            <p:ph idx="1" type="body"/>
          </p:nvPr>
        </p:nvSpPr>
        <p:spPr>
          <a:xfrm>
            <a:off x="457200" y="1524000"/>
            <a:ext cx="82296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Noto Sans Symbols"/>
              <a:buChar char="❖"/>
            </a:pPr>
            <a:r>
              <a:rPr b="0" i="0" lang="en-US" sz="2800" u="none" cap="none" strike="noStrike">
                <a:solidFill>
                  <a:srgbClr val="0A85FF"/>
                </a:solidFill>
                <a:latin typeface="Tahoma"/>
                <a:ea typeface="Tahoma"/>
                <a:cs typeface="Tahoma"/>
                <a:sym typeface="Tahoma"/>
              </a:rPr>
              <a:t>Con trỏ đến mảng một chiều</a:t>
            </a:r>
            <a:endParaRPr/>
          </a:p>
          <a:p>
            <a:pPr indent="-1651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65100" lvl="0" marL="342900" marR="0" rtl="0" algn="l"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59" name="Google Shape;959;p20"/>
          <p:cNvSpPr/>
          <p:nvPr/>
        </p:nvSpPr>
        <p:spPr>
          <a:xfrm>
            <a:off x="7543800" y="3886200"/>
            <a:ext cx="457200" cy="457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…</a:t>
            </a:r>
            <a:endParaRPr/>
          </a:p>
        </p:txBody>
      </p:sp>
      <p:sp>
        <p:nvSpPr>
          <p:cNvPr id="960" name="Google Shape;960;p20"/>
          <p:cNvSpPr txBox="1"/>
          <p:nvPr>
            <p:ph type="title"/>
          </p:nvPr>
        </p:nvSpPr>
        <p:spPr>
          <a:xfrm>
            <a:off x="1143000" y="381000"/>
            <a:ext cx="67056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Verdana"/>
              <a:buNone/>
            </a:pP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Con trỏ và mảng một chiều</a:t>
            </a:r>
            <a:endParaRPr/>
          </a:p>
        </p:txBody>
      </p:sp>
      <p:sp>
        <p:nvSpPr>
          <p:cNvPr id="961" name="Google Shape;961;p20"/>
          <p:cNvSpPr txBox="1"/>
          <p:nvPr/>
        </p:nvSpPr>
        <p:spPr>
          <a:xfrm>
            <a:off x="5181600" y="6477000"/>
            <a:ext cx="2895600" cy="233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None/>
            </a:pPr>
            <a:r>
              <a:rPr b="0" i="0" lang="en-US" sz="11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Dữ liệu kiểu con trỏ (cơ bản)</a:t>
            </a:r>
            <a:endParaRPr/>
          </a:p>
        </p:txBody>
      </p:sp>
      <p:sp>
        <p:nvSpPr>
          <p:cNvPr id="962" name="Google Shape;962;p20"/>
          <p:cNvSpPr/>
          <p:nvPr/>
        </p:nvSpPr>
        <p:spPr>
          <a:xfrm>
            <a:off x="685800" y="2133600"/>
            <a:ext cx="152400" cy="12954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3" name="Google Shape;963;p20"/>
          <p:cNvSpPr txBox="1"/>
          <p:nvPr/>
        </p:nvSpPr>
        <p:spPr>
          <a:xfrm>
            <a:off x="838200" y="2133600"/>
            <a:ext cx="8305800" cy="1323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array[3], </a:t>
            </a:r>
            <a:r>
              <a:rPr b="1" i="0" lang="en-US" sz="2000" u="non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parray;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i="0" sz="2000" u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parray = array;		// Cách 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parray = </a:t>
            </a:r>
            <a:r>
              <a:rPr b="1" i="0" lang="en-US" sz="2000" u="non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&amp;array[0]</a:t>
            </a: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	// Cách 2</a:t>
            </a:r>
            <a:endParaRPr/>
          </a:p>
        </p:txBody>
      </p:sp>
      <p:sp>
        <p:nvSpPr>
          <p:cNvPr id="964" name="Google Shape;964;p20"/>
          <p:cNvSpPr/>
          <p:nvPr/>
        </p:nvSpPr>
        <p:spPr>
          <a:xfrm>
            <a:off x="7543800" y="5410200"/>
            <a:ext cx="457200" cy="457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…</a:t>
            </a:r>
            <a:endParaRPr/>
          </a:p>
        </p:txBody>
      </p:sp>
      <p:sp>
        <p:nvSpPr>
          <p:cNvPr id="965" name="Google Shape;965;p20"/>
          <p:cNvSpPr/>
          <p:nvPr/>
        </p:nvSpPr>
        <p:spPr>
          <a:xfrm>
            <a:off x="685800" y="5410200"/>
            <a:ext cx="457200" cy="457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…</a:t>
            </a:r>
            <a:endParaRPr/>
          </a:p>
        </p:txBody>
      </p:sp>
      <p:sp>
        <p:nvSpPr>
          <p:cNvPr id="966" name="Google Shape;966;p20"/>
          <p:cNvSpPr/>
          <p:nvPr/>
        </p:nvSpPr>
        <p:spPr>
          <a:xfrm>
            <a:off x="11430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7" name="Google Shape;967;p20"/>
          <p:cNvSpPr/>
          <p:nvPr/>
        </p:nvSpPr>
        <p:spPr>
          <a:xfrm>
            <a:off x="16002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8" name="Google Shape;968;p20"/>
          <p:cNvSpPr/>
          <p:nvPr/>
        </p:nvSpPr>
        <p:spPr>
          <a:xfrm>
            <a:off x="20574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9" name="Google Shape;969;p20"/>
          <p:cNvSpPr/>
          <p:nvPr/>
        </p:nvSpPr>
        <p:spPr>
          <a:xfrm>
            <a:off x="25146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0" name="Google Shape;970;p20"/>
          <p:cNvSpPr/>
          <p:nvPr/>
        </p:nvSpPr>
        <p:spPr>
          <a:xfrm>
            <a:off x="29718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1" name="Google Shape;971;p20"/>
          <p:cNvSpPr/>
          <p:nvPr/>
        </p:nvSpPr>
        <p:spPr>
          <a:xfrm>
            <a:off x="34290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2" name="Google Shape;972;p20"/>
          <p:cNvSpPr/>
          <p:nvPr/>
        </p:nvSpPr>
        <p:spPr>
          <a:xfrm>
            <a:off x="38862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3" name="Google Shape;973;p20"/>
          <p:cNvSpPr/>
          <p:nvPr/>
        </p:nvSpPr>
        <p:spPr>
          <a:xfrm>
            <a:off x="43434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4" name="Google Shape;974;p20"/>
          <p:cNvSpPr/>
          <p:nvPr/>
        </p:nvSpPr>
        <p:spPr>
          <a:xfrm>
            <a:off x="48006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5" name="Google Shape;975;p20"/>
          <p:cNvSpPr/>
          <p:nvPr/>
        </p:nvSpPr>
        <p:spPr>
          <a:xfrm>
            <a:off x="52578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6" name="Google Shape;976;p20"/>
          <p:cNvSpPr/>
          <p:nvPr/>
        </p:nvSpPr>
        <p:spPr>
          <a:xfrm>
            <a:off x="57150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7" name="Google Shape;977;p20"/>
          <p:cNvSpPr/>
          <p:nvPr/>
        </p:nvSpPr>
        <p:spPr>
          <a:xfrm>
            <a:off x="61722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8" name="Google Shape;978;p20"/>
          <p:cNvSpPr/>
          <p:nvPr/>
        </p:nvSpPr>
        <p:spPr>
          <a:xfrm>
            <a:off x="66294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9" name="Google Shape;979;p20"/>
          <p:cNvSpPr/>
          <p:nvPr/>
        </p:nvSpPr>
        <p:spPr>
          <a:xfrm>
            <a:off x="70866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0" name="Google Shape;980;p20"/>
          <p:cNvSpPr/>
          <p:nvPr/>
        </p:nvSpPr>
        <p:spPr>
          <a:xfrm>
            <a:off x="1600200" y="6248400"/>
            <a:ext cx="1734600" cy="457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array</a:t>
            </a:r>
            <a:endParaRPr/>
          </a:p>
        </p:txBody>
      </p:sp>
      <p:sp>
        <p:nvSpPr>
          <p:cNvPr id="981" name="Google Shape;981;p20"/>
          <p:cNvSpPr/>
          <p:nvPr/>
        </p:nvSpPr>
        <p:spPr>
          <a:xfrm>
            <a:off x="11430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2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0A</a:t>
            </a:r>
            <a:endParaRPr sz="800"/>
          </a:p>
        </p:txBody>
      </p:sp>
      <p:sp>
        <p:nvSpPr>
          <p:cNvPr id="982" name="Google Shape;982;p20"/>
          <p:cNvSpPr/>
          <p:nvPr/>
        </p:nvSpPr>
        <p:spPr>
          <a:xfrm>
            <a:off x="16002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2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0B</a:t>
            </a:r>
            <a:endParaRPr sz="800"/>
          </a:p>
        </p:txBody>
      </p:sp>
      <p:sp>
        <p:nvSpPr>
          <p:cNvPr id="983" name="Google Shape;983;p20"/>
          <p:cNvSpPr/>
          <p:nvPr/>
        </p:nvSpPr>
        <p:spPr>
          <a:xfrm>
            <a:off x="20574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2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0C</a:t>
            </a:r>
            <a:endParaRPr sz="800"/>
          </a:p>
        </p:txBody>
      </p:sp>
      <p:sp>
        <p:nvSpPr>
          <p:cNvPr id="984" name="Google Shape;984;p20"/>
          <p:cNvSpPr/>
          <p:nvPr/>
        </p:nvSpPr>
        <p:spPr>
          <a:xfrm>
            <a:off x="25146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2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0D</a:t>
            </a:r>
            <a:endParaRPr sz="800"/>
          </a:p>
        </p:txBody>
      </p:sp>
      <p:sp>
        <p:nvSpPr>
          <p:cNvPr id="985" name="Google Shape;985;p20"/>
          <p:cNvSpPr/>
          <p:nvPr/>
        </p:nvSpPr>
        <p:spPr>
          <a:xfrm>
            <a:off x="29718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2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0E</a:t>
            </a:r>
            <a:endParaRPr sz="800"/>
          </a:p>
        </p:txBody>
      </p:sp>
      <p:sp>
        <p:nvSpPr>
          <p:cNvPr id="986" name="Google Shape;986;p20"/>
          <p:cNvSpPr/>
          <p:nvPr/>
        </p:nvSpPr>
        <p:spPr>
          <a:xfrm>
            <a:off x="34290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2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0F</a:t>
            </a:r>
            <a:endParaRPr sz="800"/>
          </a:p>
        </p:txBody>
      </p:sp>
      <p:sp>
        <p:nvSpPr>
          <p:cNvPr id="987" name="Google Shape;987;p20"/>
          <p:cNvSpPr/>
          <p:nvPr/>
        </p:nvSpPr>
        <p:spPr>
          <a:xfrm>
            <a:off x="38862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2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10</a:t>
            </a:r>
            <a:endParaRPr sz="800"/>
          </a:p>
        </p:txBody>
      </p:sp>
      <p:sp>
        <p:nvSpPr>
          <p:cNvPr id="988" name="Google Shape;988;p20"/>
          <p:cNvSpPr/>
          <p:nvPr/>
        </p:nvSpPr>
        <p:spPr>
          <a:xfrm>
            <a:off x="43434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2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11</a:t>
            </a:r>
            <a:endParaRPr sz="800"/>
          </a:p>
        </p:txBody>
      </p:sp>
      <p:sp>
        <p:nvSpPr>
          <p:cNvPr id="989" name="Google Shape;989;p20"/>
          <p:cNvSpPr/>
          <p:nvPr/>
        </p:nvSpPr>
        <p:spPr>
          <a:xfrm>
            <a:off x="48006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2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12</a:t>
            </a:r>
            <a:endParaRPr sz="800"/>
          </a:p>
        </p:txBody>
      </p:sp>
      <p:sp>
        <p:nvSpPr>
          <p:cNvPr id="990" name="Google Shape;990;p20"/>
          <p:cNvSpPr/>
          <p:nvPr/>
        </p:nvSpPr>
        <p:spPr>
          <a:xfrm>
            <a:off x="52578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2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13</a:t>
            </a:r>
            <a:endParaRPr sz="800"/>
          </a:p>
        </p:txBody>
      </p:sp>
      <p:sp>
        <p:nvSpPr>
          <p:cNvPr id="991" name="Google Shape;991;p20"/>
          <p:cNvSpPr/>
          <p:nvPr/>
        </p:nvSpPr>
        <p:spPr>
          <a:xfrm>
            <a:off x="57150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2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14</a:t>
            </a:r>
            <a:endParaRPr sz="800"/>
          </a:p>
        </p:txBody>
      </p:sp>
      <p:sp>
        <p:nvSpPr>
          <p:cNvPr id="992" name="Google Shape;992;p20"/>
          <p:cNvSpPr/>
          <p:nvPr/>
        </p:nvSpPr>
        <p:spPr>
          <a:xfrm>
            <a:off x="61722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2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15</a:t>
            </a:r>
            <a:endParaRPr sz="800"/>
          </a:p>
        </p:txBody>
      </p:sp>
      <p:sp>
        <p:nvSpPr>
          <p:cNvPr id="993" name="Google Shape;993;p20"/>
          <p:cNvSpPr/>
          <p:nvPr/>
        </p:nvSpPr>
        <p:spPr>
          <a:xfrm>
            <a:off x="66294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2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16</a:t>
            </a:r>
            <a:endParaRPr sz="800"/>
          </a:p>
        </p:txBody>
      </p:sp>
      <p:sp>
        <p:nvSpPr>
          <p:cNvPr id="994" name="Google Shape;994;p20"/>
          <p:cNvSpPr/>
          <p:nvPr/>
        </p:nvSpPr>
        <p:spPr>
          <a:xfrm>
            <a:off x="70866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2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17</a:t>
            </a:r>
            <a:endParaRPr sz="800"/>
          </a:p>
        </p:txBody>
      </p:sp>
      <p:sp>
        <p:nvSpPr>
          <p:cNvPr id="995" name="Google Shape;995;p20"/>
          <p:cNvSpPr/>
          <p:nvPr/>
        </p:nvSpPr>
        <p:spPr>
          <a:xfrm>
            <a:off x="3429000" y="3886200"/>
            <a:ext cx="457200" cy="457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…</a:t>
            </a:r>
            <a:endParaRPr/>
          </a:p>
        </p:txBody>
      </p:sp>
      <p:sp>
        <p:nvSpPr>
          <p:cNvPr id="996" name="Google Shape;996;p20"/>
          <p:cNvSpPr/>
          <p:nvPr/>
        </p:nvSpPr>
        <p:spPr>
          <a:xfrm>
            <a:off x="3886200" y="3886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7" name="Google Shape;997;p20"/>
          <p:cNvSpPr/>
          <p:nvPr/>
        </p:nvSpPr>
        <p:spPr>
          <a:xfrm>
            <a:off x="4343400" y="3886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8" name="Google Shape;998;p20"/>
          <p:cNvSpPr/>
          <p:nvPr/>
        </p:nvSpPr>
        <p:spPr>
          <a:xfrm>
            <a:off x="4800600" y="3886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9" name="Google Shape;999;p20"/>
          <p:cNvSpPr/>
          <p:nvPr/>
        </p:nvSpPr>
        <p:spPr>
          <a:xfrm>
            <a:off x="5257800" y="3886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0" name="Google Shape;1000;p20"/>
          <p:cNvSpPr/>
          <p:nvPr/>
        </p:nvSpPr>
        <p:spPr>
          <a:xfrm>
            <a:off x="5715000" y="3886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1" name="Google Shape;1001;p20"/>
          <p:cNvSpPr/>
          <p:nvPr/>
        </p:nvSpPr>
        <p:spPr>
          <a:xfrm>
            <a:off x="6172200" y="3886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2" name="Google Shape;1002;p20"/>
          <p:cNvSpPr/>
          <p:nvPr/>
        </p:nvSpPr>
        <p:spPr>
          <a:xfrm>
            <a:off x="6629400" y="3886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3" name="Google Shape;1003;p20"/>
          <p:cNvSpPr/>
          <p:nvPr/>
        </p:nvSpPr>
        <p:spPr>
          <a:xfrm>
            <a:off x="7086600" y="3886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4" name="Google Shape;1004;p20"/>
          <p:cNvSpPr/>
          <p:nvPr/>
        </p:nvSpPr>
        <p:spPr>
          <a:xfrm>
            <a:off x="3886200" y="3429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2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18</a:t>
            </a:r>
            <a:endParaRPr sz="800"/>
          </a:p>
        </p:txBody>
      </p:sp>
      <p:sp>
        <p:nvSpPr>
          <p:cNvPr id="1005" name="Google Shape;1005;p20"/>
          <p:cNvSpPr/>
          <p:nvPr/>
        </p:nvSpPr>
        <p:spPr>
          <a:xfrm>
            <a:off x="4343400" y="3429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2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19</a:t>
            </a:r>
            <a:endParaRPr sz="800"/>
          </a:p>
        </p:txBody>
      </p:sp>
      <p:sp>
        <p:nvSpPr>
          <p:cNvPr id="1006" name="Google Shape;1006;p20"/>
          <p:cNvSpPr/>
          <p:nvPr/>
        </p:nvSpPr>
        <p:spPr>
          <a:xfrm>
            <a:off x="4800600" y="3429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2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1A</a:t>
            </a:r>
            <a:endParaRPr sz="800"/>
          </a:p>
        </p:txBody>
      </p:sp>
      <p:sp>
        <p:nvSpPr>
          <p:cNvPr id="1007" name="Google Shape;1007;p20"/>
          <p:cNvSpPr/>
          <p:nvPr/>
        </p:nvSpPr>
        <p:spPr>
          <a:xfrm>
            <a:off x="5257800" y="3429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2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1B</a:t>
            </a:r>
            <a:endParaRPr sz="800"/>
          </a:p>
        </p:txBody>
      </p:sp>
      <p:sp>
        <p:nvSpPr>
          <p:cNvPr id="1008" name="Google Shape;1008;p20"/>
          <p:cNvSpPr/>
          <p:nvPr/>
        </p:nvSpPr>
        <p:spPr>
          <a:xfrm>
            <a:off x="5715000" y="3429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2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1C</a:t>
            </a:r>
            <a:endParaRPr sz="800"/>
          </a:p>
        </p:txBody>
      </p:sp>
      <p:sp>
        <p:nvSpPr>
          <p:cNvPr id="1009" name="Google Shape;1009;p20"/>
          <p:cNvSpPr/>
          <p:nvPr/>
        </p:nvSpPr>
        <p:spPr>
          <a:xfrm>
            <a:off x="6172200" y="3429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2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1D</a:t>
            </a:r>
            <a:endParaRPr sz="800"/>
          </a:p>
        </p:txBody>
      </p:sp>
      <p:sp>
        <p:nvSpPr>
          <p:cNvPr id="1010" name="Google Shape;1010;p20"/>
          <p:cNvSpPr/>
          <p:nvPr/>
        </p:nvSpPr>
        <p:spPr>
          <a:xfrm>
            <a:off x="6629400" y="3429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2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1E</a:t>
            </a:r>
            <a:endParaRPr sz="800"/>
          </a:p>
        </p:txBody>
      </p:sp>
      <p:sp>
        <p:nvSpPr>
          <p:cNvPr id="1011" name="Google Shape;1011;p20"/>
          <p:cNvSpPr/>
          <p:nvPr/>
        </p:nvSpPr>
        <p:spPr>
          <a:xfrm>
            <a:off x="7086600" y="3429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2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1F</a:t>
            </a:r>
            <a:endParaRPr sz="800"/>
          </a:p>
        </p:txBody>
      </p:sp>
      <p:cxnSp>
        <p:nvCxnSpPr>
          <p:cNvPr id="1012" name="Google Shape;1012;p20"/>
          <p:cNvCxnSpPr/>
          <p:nvPr/>
        </p:nvCxnSpPr>
        <p:spPr>
          <a:xfrm rot="-5400000">
            <a:off x="4383087" y="4532312"/>
            <a:ext cx="379412" cy="1587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013" name="Google Shape;1013;p20"/>
          <p:cNvCxnSpPr/>
          <p:nvPr/>
        </p:nvCxnSpPr>
        <p:spPr>
          <a:xfrm rot="5400000">
            <a:off x="1638300" y="4914900"/>
            <a:ext cx="382587" cy="1587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1014" name="Google Shape;1014;p20"/>
          <p:cNvCxnSpPr/>
          <p:nvPr/>
        </p:nvCxnSpPr>
        <p:spPr>
          <a:xfrm rot="10800000">
            <a:off x="1828800" y="4724400"/>
            <a:ext cx="2743200" cy="1587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015" name="Google Shape;1015;p20"/>
          <p:cNvSpPr/>
          <p:nvPr/>
        </p:nvSpPr>
        <p:spPr>
          <a:xfrm>
            <a:off x="4629150" y="4498938"/>
            <a:ext cx="1401000" cy="457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parray</a:t>
            </a:r>
            <a:endParaRPr/>
          </a:p>
        </p:txBody>
      </p:sp>
      <p:cxnSp>
        <p:nvCxnSpPr>
          <p:cNvPr id="1016" name="Google Shape;1016;p20"/>
          <p:cNvCxnSpPr/>
          <p:nvPr/>
        </p:nvCxnSpPr>
        <p:spPr>
          <a:xfrm rot="-5400000">
            <a:off x="1639887" y="6132512"/>
            <a:ext cx="379412" cy="1587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sp>
        <p:nvSpPr>
          <p:cNvPr id="1017" name="Google Shape;1017;p20"/>
          <p:cNvSpPr/>
          <p:nvPr/>
        </p:nvSpPr>
        <p:spPr>
          <a:xfrm>
            <a:off x="1600200" y="5334000"/>
            <a:ext cx="1828800" cy="609600"/>
          </a:xfrm>
          <a:prstGeom prst="roundRect">
            <a:avLst>
              <a:gd fmla="val 16667" name="adj"/>
            </a:avLst>
          </a:prstGeom>
          <a:noFill/>
          <a:ln cap="flat" cmpd="sng" w="254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8" name="Google Shape;1018;p20"/>
          <p:cNvSpPr/>
          <p:nvPr/>
        </p:nvSpPr>
        <p:spPr>
          <a:xfrm>
            <a:off x="3429000" y="5334000"/>
            <a:ext cx="1828800" cy="609600"/>
          </a:xfrm>
          <a:prstGeom prst="roundRect">
            <a:avLst>
              <a:gd fmla="val 16667" name="adj"/>
            </a:avLst>
          </a:prstGeom>
          <a:noFill/>
          <a:ln cap="flat" cmpd="sng" w="254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9" name="Google Shape;1019;p20"/>
          <p:cNvSpPr/>
          <p:nvPr/>
        </p:nvSpPr>
        <p:spPr>
          <a:xfrm>
            <a:off x="5257800" y="5334000"/>
            <a:ext cx="1828800" cy="609600"/>
          </a:xfrm>
          <a:prstGeom prst="roundRect">
            <a:avLst>
              <a:gd fmla="val 16667" name="adj"/>
            </a:avLst>
          </a:prstGeom>
          <a:noFill/>
          <a:ln cap="flat" cmpd="sng" w="254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0" name="Google Shape;1020;p20"/>
          <p:cNvSpPr/>
          <p:nvPr/>
        </p:nvSpPr>
        <p:spPr>
          <a:xfrm>
            <a:off x="4343400" y="3886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13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0B</a:t>
            </a:r>
            <a:endParaRPr sz="300"/>
          </a:p>
        </p:txBody>
      </p:sp>
      <p:sp>
        <p:nvSpPr>
          <p:cNvPr id="1021" name="Google Shape;1021;p20"/>
          <p:cNvSpPr/>
          <p:nvPr/>
        </p:nvSpPr>
        <p:spPr>
          <a:xfrm>
            <a:off x="4800600" y="3886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13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00</a:t>
            </a:r>
            <a:endParaRPr sz="300"/>
          </a:p>
        </p:txBody>
      </p:sp>
      <p:sp>
        <p:nvSpPr>
          <p:cNvPr id="1022" name="Google Shape;1022;p20"/>
          <p:cNvSpPr/>
          <p:nvPr/>
        </p:nvSpPr>
        <p:spPr>
          <a:xfrm>
            <a:off x="5257800" y="3886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13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00</a:t>
            </a:r>
            <a:endParaRPr sz="300"/>
          </a:p>
        </p:txBody>
      </p:sp>
      <p:sp>
        <p:nvSpPr>
          <p:cNvPr id="1023" name="Google Shape;1023;p20"/>
          <p:cNvSpPr/>
          <p:nvPr/>
        </p:nvSpPr>
        <p:spPr>
          <a:xfrm>
            <a:off x="5715000" y="3886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13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00</a:t>
            </a:r>
            <a:endParaRPr sz="300"/>
          </a:p>
        </p:txBody>
      </p:sp>
      <p:sp>
        <p:nvSpPr>
          <p:cNvPr id="1024" name="Google Shape;1024;p20"/>
          <p:cNvSpPr/>
          <p:nvPr/>
        </p:nvSpPr>
        <p:spPr>
          <a:xfrm>
            <a:off x="4343400" y="3811575"/>
            <a:ext cx="1828800" cy="609600"/>
          </a:xfrm>
          <a:prstGeom prst="roundRect">
            <a:avLst>
              <a:gd fmla="val 16667" name="adj"/>
            </a:avLst>
          </a:prstGeom>
          <a:noFill/>
          <a:ln cap="flat" cmpd="sng" w="254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9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21"/>
          <p:cNvSpPr txBox="1"/>
          <p:nvPr>
            <p:ph idx="1" type="body"/>
          </p:nvPr>
        </p:nvSpPr>
        <p:spPr>
          <a:xfrm>
            <a:off x="457200" y="1524000"/>
            <a:ext cx="82296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Noto Sans Symbols"/>
              <a:buChar char="❖"/>
            </a:pPr>
            <a:r>
              <a:rPr b="0" i="0" lang="en-US" sz="2800" u="none">
                <a:solidFill>
                  <a:srgbClr val="0A85FF"/>
                </a:solidFill>
                <a:latin typeface="Tahoma"/>
                <a:ea typeface="Tahoma"/>
                <a:cs typeface="Tahoma"/>
                <a:sym typeface="Tahoma"/>
              </a:rPr>
              <a:t>Phép cộng (tăng)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+ n ⬄ + n * sizeof(&lt;kiểu dữ liệu&gt;)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Có thể sử dụng toán tử gộp </a:t>
            </a:r>
            <a:r>
              <a:rPr b="0" i="0" lang="en-US" sz="28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+=</a:t>
            </a: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hoặc </a:t>
            </a:r>
            <a:r>
              <a:rPr b="0" i="0" lang="en-US" sz="28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++</a:t>
            </a: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/>
          </a:p>
        </p:txBody>
      </p:sp>
      <p:sp>
        <p:nvSpPr>
          <p:cNvPr id="1031" name="Google Shape;1031;p21"/>
          <p:cNvSpPr/>
          <p:nvPr/>
        </p:nvSpPr>
        <p:spPr>
          <a:xfrm>
            <a:off x="3429000" y="3581400"/>
            <a:ext cx="457200" cy="457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+2</a:t>
            </a:r>
            <a:endParaRPr/>
          </a:p>
        </p:txBody>
      </p:sp>
      <p:sp>
        <p:nvSpPr>
          <p:cNvPr id="1032" name="Google Shape;1032;p21"/>
          <p:cNvSpPr txBox="1"/>
          <p:nvPr>
            <p:ph type="title"/>
          </p:nvPr>
        </p:nvSpPr>
        <p:spPr>
          <a:xfrm>
            <a:off x="1143000" y="381000"/>
            <a:ext cx="67056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Verdana"/>
              <a:buNone/>
            </a:pP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Phép toán số học trên con trỏ</a:t>
            </a:r>
            <a:endParaRPr/>
          </a:p>
        </p:txBody>
      </p:sp>
      <p:sp>
        <p:nvSpPr>
          <p:cNvPr id="1033" name="Google Shape;1033;p21"/>
          <p:cNvSpPr txBox="1"/>
          <p:nvPr/>
        </p:nvSpPr>
        <p:spPr>
          <a:xfrm>
            <a:off x="5181600" y="6477000"/>
            <a:ext cx="2895600" cy="233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None/>
            </a:pPr>
            <a:r>
              <a:rPr b="0" i="0" lang="en-US" sz="11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Dữ liệu kiểu con trỏ (cơ bản)</a:t>
            </a:r>
            <a:endParaRPr/>
          </a:p>
        </p:txBody>
      </p:sp>
      <p:sp>
        <p:nvSpPr>
          <p:cNvPr id="1034" name="Google Shape;1034;p21"/>
          <p:cNvSpPr/>
          <p:nvPr/>
        </p:nvSpPr>
        <p:spPr>
          <a:xfrm>
            <a:off x="7543800" y="5410200"/>
            <a:ext cx="457200" cy="457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…</a:t>
            </a:r>
            <a:endParaRPr/>
          </a:p>
        </p:txBody>
      </p:sp>
      <p:sp>
        <p:nvSpPr>
          <p:cNvPr id="1035" name="Google Shape;1035;p21"/>
          <p:cNvSpPr/>
          <p:nvPr/>
        </p:nvSpPr>
        <p:spPr>
          <a:xfrm>
            <a:off x="685800" y="5410200"/>
            <a:ext cx="457200" cy="457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…</a:t>
            </a:r>
            <a:endParaRPr/>
          </a:p>
        </p:txBody>
      </p:sp>
      <p:sp>
        <p:nvSpPr>
          <p:cNvPr id="1036" name="Google Shape;1036;p21"/>
          <p:cNvSpPr/>
          <p:nvPr/>
        </p:nvSpPr>
        <p:spPr>
          <a:xfrm>
            <a:off x="11430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7" name="Google Shape;1037;p21"/>
          <p:cNvSpPr/>
          <p:nvPr/>
        </p:nvSpPr>
        <p:spPr>
          <a:xfrm>
            <a:off x="16002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8" name="Google Shape;1038;p21"/>
          <p:cNvSpPr/>
          <p:nvPr/>
        </p:nvSpPr>
        <p:spPr>
          <a:xfrm>
            <a:off x="20574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9" name="Google Shape;1039;p21"/>
          <p:cNvSpPr/>
          <p:nvPr/>
        </p:nvSpPr>
        <p:spPr>
          <a:xfrm>
            <a:off x="25146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0" name="Google Shape;1040;p21"/>
          <p:cNvSpPr/>
          <p:nvPr/>
        </p:nvSpPr>
        <p:spPr>
          <a:xfrm>
            <a:off x="29718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1" name="Google Shape;1041;p21"/>
          <p:cNvSpPr/>
          <p:nvPr/>
        </p:nvSpPr>
        <p:spPr>
          <a:xfrm>
            <a:off x="34290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2" name="Google Shape;1042;p21"/>
          <p:cNvSpPr/>
          <p:nvPr/>
        </p:nvSpPr>
        <p:spPr>
          <a:xfrm>
            <a:off x="38862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3" name="Google Shape;1043;p21"/>
          <p:cNvSpPr/>
          <p:nvPr/>
        </p:nvSpPr>
        <p:spPr>
          <a:xfrm>
            <a:off x="43434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4" name="Google Shape;1044;p21"/>
          <p:cNvSpPr/>
          <p:nvPr/>
        </p:nvSpPr>
        <p:spPr>
          <a:xfrm>
            <a:off x="48006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5" name="Google Shape;1045;p21"/>
          <p:cNvSpPr/>
          <p:nvPr/>
        </p:nvSpPr>
        <p:spPr>
          <a:xfrm>
            <a:off x="52578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6" name="Google Shape;1046;p21"/>
          <p:cNvSpPr/>
          <p:nvPr/>
        </p:nvSpPr>
        <p:spPr>
          <a:xfrm>
            <a:off x="57150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7" name="Google Shape;1047;p21"/>
          <p:cNvSpPr/>
          <p:nvPr/>
        </p:nvSpPr>
        <p:spPr>
          <a:xfrm>
            <a:off x="61722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" name="Google Shape;1048;p21"/>
          <p:cNvSpPr/>
          <p:nvPr/>
        </p:nvSpPr>
        <p:spPr>
          <a:xfrm>
            <a:off x="66294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9" name="Google Shape;1049;p21"/>
          <p:cNvSpPr/>
          <p:nvPr/>
        </p:nvSpPr>
        <p:spPr>
          <a:xfrm>
            <a:off x="70866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50" name="Google Shape;1050;p21"/>
          <p:cNvCxnSpPr/>
          <p:nvPr/>
        </p:nvCxnSpPr>
        <p:spPr>
          <a:xfrm rot="5400000">
            <a:off x="1219200" y="4343400"/>
            <a:ext cx="1219200" cy="3175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sp>
        <p:nvSpPr>
          <p:cNvPr id="1051" name="Google Shape;1051;p21"/>
          <p:cNvSpPr/>
          <p:nvPr/>
        </p:nvSpPr>
        <p:spPr>
          <a:xfrm>
            <a:off x="1600200" y="3276600"/>
            <a:ext cx="3106200" cy="457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Verdana"/>
              <a:buNone/>
            </a:pPr>
            <a:r>
              <a:rPr lang="en-US" sz="240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int *</a:t>
            </a:r>
            <a:r>
              <a:rPr b="0" i="0" lang="en-US" sz="2400" u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p = array</a:t>
            </a:r>
            <a:endParaRPr/>
          </a:p>
        </p:txBody>
      </p:sp>
      <p:sp>
        <p:nvSpPr>
          <p:cNvPr id="1052" name="Google Shape;1052;p21"/>
          <p:cNvSpPr/>
          <p:nvPr/>
        </p:nvSpPr>
        <p:spPr>
          <a:xfrm>
            <a:off x="11430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2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0A</a:t>
            </a:r>
            <a:endParaRPr sz="800"/>
          </a:p>
        </p:txBody>
      </p:sp>
      <p:sp>
        <p:nvSpPr>
          <p:cNvPr id="1053" name="Google Shape;1053;p21"/>
          <p:cNvSpPr/>
          <p:nvPr/>
        </p:nvSpPr>
        <p:spPr>
          <a:xfrm>
            <a:off x="16002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2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0B</a:t>
            </a:r>
            <a:endParaRPr sz="800"/>
          </a:p>
        </p:txBody>
      </p:sp>
      <p:sp>
        <p:nvSpPr>
          <p:cNvPr id="1054" name="Google Shape;1054;p21"/>
          <p:cNvSpPr/>
          <p:nvPr/>
        </p:nvSpPr>
        <p:spPr>
          <a:xfrm>
            <a:off x="20574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2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0C</a:t>
            </a:r>
            <a:endParaRPr sz="800"/>
          </a:p>
        </p:txBody>
      </p:sp>
      <p:sp>
        <p:nvSpPr>
          <p:cNvPr id="1055" name="Google Shape;1055;p21"/>
          <p:cNvSpPr/>
          <p:nvPr/>
        </p:nvSpPr>
        <p:spPr>
          <a:xfrm>
            <a:off x="25146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2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0D</a:t>
            </a:r>
            <a:endParaRPr sz="800"/>
          </a:p>
        </p:txBody>
      </p:sp>
      <p:sp>
        <p:nvSpPr>
          <p:cNvPr id="1056" name="Google Shape;1056;p21"/>
          <p:cNvSpPr/>
          <p:nvPr/>
        </p:nvSpPr>
        <p:spPr>
          <a:xfrm>
            <a:off x="29718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2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0E</a:t>
            </a:r>
            <a:endParaRPr sz="800"/>
          </a:p>
        </p:txBody>
      </p:sp>
      <p:sp>
        <p:nvSpPr>
          <p:cNvPr id="1057" name="Google Shape;1057;p21"/>
          <p:cNvSpPr/>
          <p:nvPr/>
        </p:nvSpPr>
        <p:spPr>
          <a:xfrm>
            <a:off x="34290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2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0F</a:t>
            </a:r>
            <a:endParaRPr sz="800"/>
          </a:p>
        </p:txBody>
      </p:sp>
      <p:sp>
        <p:nvSpPr>
          <p:cNvPr id="1058" name="Google Shape;1058;p21"/>
          <p:cNvSpPr/>
          <p:nvPr/>
        </p:nvSpPr>
        <p:spPr>
          <a:xfrm>
            <a:off x="38862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2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10</a:t>
            </a:r>
            <a:endParaRPr sz="800"/>
          </a:p>
        </p:txBody>
      </p:sp>
      <p:sp>
        <p:nvSpPr>
          <p:cNvPr id="1059" name="Google Shape;1059;p21"/>
          <p:cNvSpPr/>
          <p:nvPr/>
        </p:nvSpPr>
        <p:spPr>
          <a:xfrm>
            <a:off x="43434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2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11</a:t>
            </a:r>
            <a:endParaRPr sz="800"/>
          </a:p>
        </p:txBody>
      </p:sp>
      <p:sp>
        <p:nvSpPr>
          <p:cNvPr id="1060" name="Google Shape;1060;p21"/>
          <p:cNvSpPr/>
          <p:nvPr/>
        </p:nvSpPr>
        <p:spPr>
          <a:xfrm>
            <a:off x="48006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2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12</a:t>
            </a:r>
            <a:endParaRPr sz="800"/>
          </a:p>
        </p:txBody>
      </p:sp>
      <p:sp>
        <p:nvSpPr>
          <p:cNvPr id="1061" name="Google Shape;1061;p21"/>
          <p:cNvSpPr/>
          <p:nvPr/>
        </p:nvSpPr>
        <p:spPr>
          <a:xfrm>
            <a:off x="52578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2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13</a:t>
            </a:r>
            <a:endParaRPr sz="800"/>
          </a:p>
        </p:txBody>
      </p:sp>
      <p:sp>
        <p:nvSpPr>
          <p:cNvPr id="1062" name="Google Shape;1062;p21"/>
          <p:cNvSpPr/>
          <p:nvPr/>
        </p:nvSpPr>
        <p:spPr>
          <a:xfrm>
            <a:off x="57150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2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14</a:t>
            </a:r>
            <a:endParaRPr sz="800"/>
          </a:p>
        </p:txBody>
      </p:sp>
      <p:sp>
        <p:nvSpPr>
          <p:cNvPr id="1063" name="Google Shape;1063;p21"/>
          <p:cNvSpPr/>
          <p:nvPr/>
        </p:nvSpPr>
        <p:spPr>
          <a:xfrm>
            <a:off x="61722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2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15</a:t>
            </a:r>
            <a:endParaRPr sz="800"/>
          </a:p>
        </p:txBody>
      </p:sp>
      <p:sp>
        <p:nvSpPr>
          <p:cNvPr id="1064" name="Google Shape;1064;p21"/>
          <p:cNvSpPr/>
          <p:nvPr/>
        </p:nvSpPr>
        <p:spPr>
          <a:xfrm>
            <a:off x="66294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2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16</a:t>
            </a:r>
            <a:endParaRPr sz="800"/>
          </a:p>
        </p:txBody>
      </p:sp>
      <p:sp>
        <p:nvSpPr>
          <p:cNvPr id="1065" name="Google Shape;1065;p21"/>
          <p:cNvSpPr/>
          <p:nvPr/>
        </p:nvSpPr>
        <p:spPr>
          <a:xfrm>
            <a:off x="70866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2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17</a:t>
            </a:r>
            <a:endParaRPr sz="800"/>
          </a:p>
        </p:txBody>
      </p:sp>
      <p:cxnSp>
        <p:nvCxnSpPr>
          <p:cNvPr id="1066" name="Google Shape;1066;p21"/>
          <p:cNvCxnSpPr/>
          <p:nvPr/>
        </p:nvCxnSpPr>
        <p:spPr>
          <a:xfrm rot="5400000">
            <a:off x="5219700" y="4686300"/>
            <a:ext cx="533400" cy="3175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1067" name="Google Shape;1067;p21"/>
          <p:cNvCxnSpPr/>
          <p:nvPr/>
        </p:nvCxnSpPr>
        <p:spPr>
          <a:xfrm flipH="1" rot="-5400000">
            <a:off x="3314700" y="2247900"/>
            <a:ext cx="685800" cy="3657600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068" name="Google Shape;1068;p21"/>
          <p:cNvCxnSpPr/>
          <p:nvPr/>
        </p:nvCxnSpPr>
        <p:spPr>
          <a:xfrm rot="5400000">
            <a:off x="3467893" y="4761706"/>
            <a:ext cx="381000" cy="1587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sp>
        <p:nvSpPr>
          <p:cNvPr id="1069" name="Google Shape;1069;p21"/>
          <p:cNvSpPr/>
          <p:nvPr/>
        </p:nvSpPr>
        <p:spPr>
          <a:xfrm>
            <a:off x="2514600" y="4267200"/>
            <a:ext cx="457200" cy="457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+1</a:t>
            </a:r>
            <a:endParaRPr/>
          </a:p>
        </p:txBody>
      </p:sp>
      <p:cxnSp>
        <p:nvCxnSpPr>
          <p:cNvPr id="1070" name="Google Shape;1070;p21"/>
          <p:cNvCxnSpPr/>
          <p:nvPr/>
        </p:nvCxnSpPr>
        <p:spPr>
          <a:xfrm flipH="1" rot="-5400000">
            <a:off x="2324100" y="3238500"/>
            <a:ext cx="838200" cy="1828800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071" name="Google Shape;1071;p21"/>
          <p:cNvSpPr/>
          <p:nvPr/>
        </p:nvSpPr>
        <p:spPr>
          <a:xfrm>
            <a:off x="1600200" y="6248400"/>
            <a:ext cx="2649000" cy="457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int </a:t>
            </a:r>
            <a:r>
              <a:rPr b="0" i="0" lang="en-US" sz="2400" u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array</a:t>
            </a:r>
            <a:r>
              <a:rPr b="0" i="0" lang="en-US" sz="24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[3];</a:t>
            </a:r>
            <a:endParaRPr/>
          </a:p>
        </p:txBody>
      </p:sp>
      <p:cxnSp>
        <p:nvCxnSpPr>
          <p:cNvPr id="1072" name="Google Shape;1072;p21"/>
          <p:cNvCxnSpPr/>
          <p:nvPr/>
        </p:nvCxnSpPr>
        <p:spPr>
          <a:xfrm rot="-5400000">
            <a:off x="1639887" y="6132512"/>
            <a:ext cx="379412" cy="1587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sp>
        <p:nvSpPr>
          <p:cNvPr id="1073" name="Google Shape;1073;p21"/>
          <p:cNvSpPr/>
          <p:nvPr/>
        </p:nvSpPr>
        <p:spPr>
          <a:xfrm>
            <a:off x="1600200" y="5334000"/>
            <a:ext cx="1828800" cy="609600"/>
          </a:xfrm>
          <a:prstGeom prst="roundRect">
            <a:avLst>
              <a:gd fmla="val 16667" name="adj"/>
            </a:avLst>
          </a:prstGeom>
          <a:noFill/>
          <a:ln cap="flat" cmpd="sng" w="254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4" name="Google Shape;1074;p21"/>
          <p:cNvSpPr/>
          <p:nvPr/>
        </p:nvSpPr>
        <p:spPr>
          <a:xfrm>
            <a:off x="3429000" y="5334000"/>
            <a:ext cx="1828800" cy="609600"/>
          </a:xfrm>
          <a:prstGeom prst="roundRect">
            <a:avLst>
              <a:gd fmla="val 16667" name="adj"/>
            </a:avLst>
          </a:prstGeom>
          <a:noFill/>
          <a:ln cap="flat" cmpd="sng" w="254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5" name="Google Shape;1075;p21"/>
          <p:cNvSpPr/>
          <p:nvPr/>
        </p:nvSpPr>
        <p:spPr>
          <a:xfrm>
            <a:off x="5257800" y="5334000"/>
            <a:ext cx="1828800" cy="609600"/>
          </a:xfrm>
          <a:prstGeom prst="roundRect">
            <a:avLst>
              <a:gd fmla="val 16667" name="adj"/>
            </a:avLst>
          </a:prstGeom>
          <a:noFill/>
          <a:ln cap="flat" cmpd="sng" w="254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0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Google Shape;1081;p22"/>
          <p:cNvSpPr txBox="1"/>
          <p:nvPr>
            <p:ph idx="1" type="body"/>
          </p:nvPr>
        </p:nvSpPr>
        <p:spPr>
          <a:xfrm>
            <a:off x="457200" y="1524000"/>
            <a:ext cx="82296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Noto Sans Symbols"/>
              <a:buChar char="❖"/>
            </a:pPr>
            <a:r>
              <a:rPr b="0" i="0" lang="en-US" sz="2800" u="none">
                <a:solidFill>
                  <a:srgbClr val="0A85FF"/>
                </a:solidFill>
                <a:latin typeface="Tahoma"/>
                <a:ea typeface="Tahoma"/>
                <a:cs typeface="Tahoma"/>
                <a:sym typeface="Tahoma"/>
              </a:rPr>
              <a:t>Phép trừ (giảm)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– n  ⬄ – n * sizeof(&lt;kiểu dữ liệu&gt;)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Có thể sử dụng toán tử gộp </a:t>
            </a:r>
            <a:r>
              <a:rPr b="0" i="0" lang="en-US" sz="28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–=</a:t>
            </a: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hoặc </a:t>
            </a:r>
            <a:r>
              <a:rPr b="0" i="0" lang="en-US" sz="28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– –</a:t>
            </a: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/>
          </a:p>
        </p:txBody>
      </p:sp>
      <p:sp>
        <p:nvSpPr>
          <p:cNvPr id="1082" name="Google Shape;1082;p22"/>
          <p:cNvSpPr txBox="1"/>
          <p:nvPr>
            <p:ph type="title"/>
          </p:nvPr>
        </p:nvSpPr>
        <p:spPr>
          <a:xfrm>
            <a:off x="1143000" y="381000"/>
            <a:ext cx="67056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Verdana"/>
              <a:buNone/>
            </a:pP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Phép toán số học trên con trỏ</a:t>
            </a:r>
            <a:endParaRPr/>
          </a:p>
        </p:txBody>
      </p:sp>
      <p:sp>
        <p:nvSpPr>
          <p:cNvPr id="1083" name="Google Shape;1083;p22"/>
          <p:cNvSpPr txBox="1"/>
          <p:nvPr/>
        </p:nvSpPr>
        <p:spPr>
          <a:xfrm>
            <a:off x="5181600" y="6477000"/>
            <a:ext cx="2895600" cy="233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None/>
            </a:pPr>
            <a:r>
              <a:rPr b="0" i="0" lang="en-US" sz="11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Dữ liệu kiểu con trỏ (cơ bản)</a:t>
            </a:r>
            <a:endParaRPr/>
          </a:p>
        </p:txBody>
      </p:sp>
      <p:cxnSp>
        <p:nvCxnSpPr>
          <p:cNvPr id="1084" name="Google Shape;1084;p22"/>
          <p:cNvCxnSpPr/>
          <p:nvPr/>
        </p:nvCxnSpPr>
        <p:spPr>
          <a:xfrm rot="5400000">
            <a:off x="4876006" y="4342606"/>
            <a:ext cx="1220787" cy="3175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sp>
        <p:nvSpPr>
          <p:cNvPr id="1085" name="Google Shape;1085;p22"/>
          <p:cNvSpPr/>
          <p:nvPr/>
        </p:nvSpPr>
        <p:spPr>
          <a:xfrm>
            <a:off x="5257800" y="3275000"/>
            <a:ext cx="2649000" cy="457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p = &amp;array[2]</a:t>
            </a:r>
            <a:endParaRPr/>
          </a:p>
        </p:txBody>
      </p:sp>
      <p:cxnSp>
        <p:nvCxnSpPr>
          <p:cNvPr id="1086" name="Google Shape;1086;p22"/>
          <p:cNvCxnSpPr/>
          <p:nvPr/>
        </p:nvCxnSpPr>
        <p:spPr>
          <a:xfrm rot="5400000">
            <a:off x="1562893" y="4685506"/>
            <a:ext cx="533400" cy="1587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sp>
        <p:nvSpPr>
          <p:cNvPr id="1087" name="Google Shape;1087;p22"/>
          <p:cNvSpPr/>
          <p:nvPr/>
        </p:nvSpPr>
        <p:spPr>
          <a:xfrm>
            <a:off x="4419600" y="4267200"/>
            <a:ext cx="838200" cy="457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–1</a:t>
            </a:r>
            <a:endParaRPr/>
          </a:p>
        </p:txBody>
      </p:sp>
      <p:cxnSp>
        <p:nvCxnSpPr>
          <p:cNvPr id="1088" name="Google Shape;1088;p22"/>
          <p:cNvCxnSpPr/>
          <p:nvPr/>
        </p:nvCxnSpPr>
        <p:spPr>
          <a:xfrm rot="5400000">
            <a:off x="4152106" y="3237706"/>
            <a:ext cx="839787" cy="1828800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089" name="Google Shape;1089;p22"/>
          <p:cNvSpPr/>
          <p:nvPr/>
        </p:nvSpPr>
        <p:spPr>
          <a:xfrm>
            <a:off x="3429000" y="3581400"/>
            <a:ext cx="724800" cy="457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–2</a:t>
            </a:r>
            <a:endParaRPr/>
          </a:p>
        </p:txBody>
      </p:sp>
      <p:cxnSp>
        <p:nvCxnSpPr>
          <p:cNvPr id="1090" name="Google Shape;1090;p22"/>
          <p:cNvCxnSpPr/>
          <p:nvPr/>
        </p:nvCxnSpPr>
        <p:spPr>
          <a:xfrm rot="5400000">
            <a:off x="3313906" y="2247106"/>
            <a:ext cx="687387" cy="3657600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091" name="Google Shape;1091;p22"/>
          <p:cNvSpPr/>
          <p:nvPr/>
        </p:nvSpPr>
        <p:spPr>
          <a:xfrm>
            <a:off x="7543800" y="5410200"/>
            <a:ext cx="457200" cy="457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…</a:t>
            </a:r>
            <a:endParaRPr/>
          </a:p>
        </p:txBody>
      </p:sp>
      <p:sp>
        <p:nvSpPr>
          <p:cNvPr id="1092" name="Google Shape;1092;p22"/>
          <p:cNvSpPr/>
          <p:nvPr/>
        </p:nvSpPr>
        <p:spPr>
          <a:xfrm>
            <a:off x="685800" y="5410200"/>
            <a:ext cx="457200" cy="457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…</a:t>
            </a:r>
            <a:endParaRPr/>
          </a:p>
        </p:txBody>
      </p:sp>
      <p:sp>
        <p:nvSpPr>
          <p:cNvPr id="1093" name="Google Shape;1093;p22"/>
          <p:cNvSpPr/>
          <p:nvPr/>
        </p:nvSpPr>
        <p:spPr>
          <a:xfrm>
            <a:off x="11430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4" name="Google Shape;1094;p22"/>
          <p:cNvSpPr/>
          <p:nvPr/>
        </p:nvSpPr>
        <p:spPr>
          <a:xfrm>
            <a:off x="16002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5" name="Google Shape;1095;p22"/>
          <p:cNvSpPr/>
          <p:nvPr/>
        </p:nvSpPr>
        <p:spPr>
          <a:xfrm>
            <a:off x="20574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6" name="Google Shape;1096;p22"/>
          <p:cNvSpPr/>
          <p:nvPr/>
        </p:nvSpPr>
        <p:spPr>
          <a:xfrm>
            <a:off x="25146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7" name="Google Shape;1097;p22"/>
          <p:cNvSpPr/>
          <p:nvPr/>
        </p:nvSpPr>
        <p:spPr>
          <a:xfrm>
            <a:off x="29718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8" name="Google Shape;1098;p22"/>
          <p:cNvSpPr/>
          <p:nvPr/>
        </p:nvSpPr>
        <p:spPr>
          <a:xfrm>
            <a:off x="34290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9" name="Google Shape;1099;p22"/>
          <p:cNvSpPr/>
          <p:nvPr/>
        </p:nvSpPr>
        <p:spPr>
          <a:xfrm>
            <a:off x="38862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0" name="Google Shape;1100;p22"/>
          <p:cNvSpPr/>
          <p:nvPr/>
        </p:nvSpPr>
        <p:spPr>
          <a:xfrm>
            <a:off x="43434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1" name="Google Shape;1101;p22"/>
          <p:cNvSpPr/>
          <p:nvPr/>
        </p:nvSpPr>
        <p:spPr>
          <a:xfrm>
            <a:off x="48006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2" name="Google Shape;1102;p22"/>
          <p:cNvSpPr/>
          <p:nvPr/>
        </p:nvSpPr>
        <p:spPr>
          <a:xfrm>
            <a:off x="52578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3" name="Google Shape;1103;p22"/>
          <p:cNvSpPr/>
          <p:nvPr/>
        </p:nvSpPr>
        <p:spPr>
          <a:xfrm>
            <a:off x="57150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4" name="Google Shape;1104;p22"/>
          <p:cNvSpPr/>
          <p:nvPr/>
        </p:nvSpPr>
        <p:spPr>
          <a:xfrm>
            <a:off x="61722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5" name="Google Shape;1105;p22"/>
          <p:cNvSpPr/>
          <p:nvPr/>
        </p:nvSpPr>
        <p:spPr>
          <a:xfrm>
            <a:off x="66294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6" name="Google Shape;1106;p22"/>
          <p:cNvSpPr/>
          <p:nvPr/>
        </p:nvSpPr>
        <p:spPr>
          <a:xfrm>
            <a:off x="70866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7" name="Google Shape;1107;p22"/>
          <p:cNvSpPr/>
          <p:nvPr/>
        </p:nvSpPr>
        <p:spPr>
          <a:xfrm>
            <a:off x="11430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2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0A</a:t>
            </a:r>
            <a:endParaRPr sz="800"/>
          </a:p>
        </p:txBody>
      </p:sp>
      <p:sp>
        <p:nvSpPr>
          <p:cNvPr id="1108" name="Google Shape;1108;p22"/>
          <p:cNvSpPr/>
          <p:nvPr/>
        </p:nvSpPr>
        <p:spPr>
          <a:xfrm>
            <a:off x="16002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2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0B</a:t>
            </a:r>
            <a:endParaRPr sz="800"/>
          </a:p>
        </p:txBody>
      </p:sp>
      <p:sp>
        <p:nvSpPr>
          <p:cNvPr id="1109" name="Google Shape;1109;p22"/>
          <p:cNvSpPr/>
          <p:nvPr/>
        </p:nvSpPr>
        <p:spPr>
          <a:xfrm>
            <a:off x="20574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2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0C</a:t>
            </a:r>
            <a:endParaRPr sz="800"/>
          </a:p>
        </p:txBody>
      </p:sp>
      <p:sp>
        <p:nvSpPr>
          <p:cNvPr id="1110" name="Google Shape;1110;p22"/>
          <p:cNvSpPr/>
          <p:nvPr/>
        </p:nvSpPr>
        <p:spPr>
          <a:xfrm>
            <a:off x="25146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2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0D</a:t>
            </a:r>
            <a:endParaRPr sz="800"/>
          </a:p>
        </p:txBody>
      </p:sp>
      <p:sp>
        <p:nvSpPr>
          <p:cNvPr id="1111" name="Google Shape;1111;p22"/>
          <p:cNvSpPr/>
          <p:nvPr/>
        </p:nvSpPr>
        <p:spPr>
          <a:xfrm>
            <a:off x="29718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2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0E</a:t>
            </a:r>
            <a:endParaRPr sz="800"/>
          </a:p>
        </p:txBody>
      </p:sp>
      <p:sp>
        <p:nvSpPr>
          <p:cNvPr id="1112" name="Google Shape;1112;p22"/>
          <p:cNvSpPr/>
          <p:nvPr/>
        </p:nvSpPr>
        <p:spPr>
          <a:xfrm>
            <a:off x="34290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2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0F</a:t>
            </a:r>
            <a:endParaRPr sz="800"/>
          </a:p>
        </p:txBody>
      </p:sp>
      <p:sp>
        <p:nvSpPr>
          <p:cNvPr id="1113" name="Google Shape;1113;p22"/>
          <p:cNvSpPr/>
          <p:nvPr/>
        </p:nvSpPr>
        <p:spPr>
          <a:xfrm>
            <a:off x="38862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2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10</a:t>
            </a:r>
            <a:endParaRPr sz="800"/>
          </a:p>
        </p:txBody>
      </p:sp>
      <p:sp>
        <p:nvSpPr>
          <p:cNvPr id="1114" name="Google Shape;1114;p22"/>
          <p:cNvSpPr/>
          <p:nvPr/>
        </p:nvSpPr>
        <p:spPr>
          <a:xfrm>
            <a:off x="43434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2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11</a:t>
            </a:r>
            <a:endParaRPr sz="800"/>
          </a:p>
        </p:txBody>
      </p:sp>
      <p:sp>
        <p:nvSpPr>
          <p:cNvPr id="1115" name="Google Shape;1115;p22"/>
          <p:cNvSpPr/>
          <p:nvPr/>
        </p:nvSpPr>
        <p:spPr>
          <a:xfrm>
            <a:off x="48006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2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12</a:t>
            </a:r>
            <a:endParaRPr sz="800"/>
          </a:p>
        </p:txBody>
      </p:sp>
      <p:sp>
        <p:nvSpPr>
          <p:cNvPr id="1116" name="Google Shape;1116;p22"/>
          <p:cNvSpPr/>
          <p:nvPr/>
        </p:nvSpPr>
        <p:spPr>
          <a:xfrm>
            <a:off x="52578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2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13</a:t>
            </a:r>
            <a:endParaRPr sz="800"/>
          </a:p>
        </p:txBody>
      </p:sp>
      <p:sp>
        <p:nvSpPr>
          <p:cNvPr id="1117" name="Google Shape;1117;p22"/>
          <p:cNvSpPr/>
          <p:nvPr/>
        </p:nvSpPr>
        <p:spPr>
          <a:xfrm>
            <a:off x="57150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2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14</a:t>
            </a:r>
            <a:endParaRPr sz="800"/>
          </a:p>
        </p:txBody>
      </p:sp>
      <p:sp>
        <p:nvSpPr>
          <p:cNvPr id="1118" name="Google Shape;1118;p22"/>
          <p:cNvSpPr/>
          <p:nvPr/>
        </p:nvSpPr>
        <p:spPr>
          <a:xfrm>
            <a:off x="61722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2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15</a:t>
            </a:r>
            <a:endParaRPr sz="800"/>
          </a:p>
        </p:txBody>
      </p:sp>
      <p:sp>
        <p:nvSpPr>
          <p:cNvPr id="1119" name="Google Shape;1119;p22"/>
          <p:cNvSpPr/>
          <p:nvPr/>
        </p:nvSpPr>
        <p:spPr>
          <a:xfrm>
            <a:off x="66294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2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16</a:t>
            </a:r>
            <a:endParaRPr sz="800"/>
          </a:p>
        </p:txBody>
      </p:sp>
      <p:sp>
        <p:nvSpPr>
          <p:cNvPr id="1120" name="Google Shape;1120;p22"/>
          <p:cNvSpPr/>
          <p:nvPr/>
        </p:nvSpPr>
        <p:spPr>
          <a:xfrm>
            <a:off x="70866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2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17</a:t>
            </a:r>
            <a:endParaRPr sz="800"/>
          </a:p>
        </p:txBody>
      </p:sp>
      <p:cxnSp>
        <p:nvCxnSpPr>
          <p:cNvPr id="1121" name="Google Shape;1121;p22"/>
          <p:cNvCxnSpPr/>
          <p:nvPr/>
        </p:nvCxnSpPr>
        <p:spPr>
          <a:xfrm rot="5400000">
            <a:off x="3466306" y="4761706"/>
            <a:ext cx="381000" cy="1587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sp>
        <p:nvSpPr>
          <p:cNvPr id="1122" name="Google Shape;1122;p22"/>
          <p:cNvSpPr/>
          <p:nvPr/>
        </p:nvSpPr>
        <p:spPr>
          <a:xfrm>
            <a:off x="1600200" y="6248400"/>
            <a:ext cx="2743200" cy="457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int </a:t>
            </a:r>
            <a:r>
              <a:rPr b="0" i="0" lang="en-US" sz="2400" u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array</a:t>
            </a:r>
            <a:r>
              <a:rPr b="0" i="0" lang="en-US" sz="24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[3];</a:t>
            </a:r>
            <a:endParaRPr/>
          </a:p>
        </p:txBody>
      </p:sp>
      <p:cxnSp>
        <p:nvCxnSpPr>
          <p:cNvPr id="1123" name="Google Shape;1123;p22"/>
          <p:cNvCxnSpPr/>
          <p:nvPr/>
        </p:nvCxnSpPr>
        <p:spPr>
          <a:xfrm rot="-5400000">
            <a:off x="1639887" y="6132512"/>
            <a:ext cx="379412" cy="1587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sp>
        <p:nvSpPr>
          <p:cNvPr id="1124" name="Google Shape;1124;p22"/>
          <p:cNvSpPr/>
          <p:nvPr/>
        </p:nvSpPr>
        <p:spPr>
          <a:xfrm>
            <a:off x="1600200" y="5334000"/>
            <a:ext cx="1828800" cy="609600"/>
          </a:xfrm>
          <a:prstGeom prst="roundRect">
            <a:avLst>
              <a:gd fmla="val 16667" name="adj"/>
            </a:avLst>
          </a:prstGeom>
          <a:noFill/>
          <a:ln cap="flat" cmpd="sng" w="254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5" name="Google Shape;1125;p22"/>
          <p:cNvSpPr/>
          <p:nvPr/>
        </p:nvSpPr>
        <p:spPr>
          <a:xfrm>
            <a:off x="3429000" y="5334000"/>
            <a:ext cx="1828800" cy="609600"/>
          </a:xfrm>
          <a:prstGeom prst="roundRect">
            <a:avLst>
              <a:gd fmla="val 16667" name="adj"/>
            </a:avLst>
          </a:prstGeom>
          <a:noFill/>
          <a:ln cap="flat" cmpd="sng" w="254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6" name="Google Shape;1126;p22"/>
          <p:cNvSpPr/>
          <p:nvPr/>
        </p:nvSpPr>
        <p:spPr>
          <a:xfrm>
            <a:off x="5257800" y="5334000"/>
            <a:ext cx="1828800" cy="609600"/>
          </a:xfrm>
          <a:prstGeom prst="roundRect">
            <a:avLst>
              <a:gd fmla="val 16667" name="adj"/>
            </a:avLst>
          </a:prstGeom>
          <a:noFill/>
          <a:ln cap="flat" cmpd="sng" w="254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1" name="Shape 1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" name="Google Shape;1132;p23"/>
          <p:cNvSpPr/>
          <p:nvPr/>
        </p:nvSpPr>
        <p:spPr>
          <a:xfrm>
            <a:off x="5257800" y="3275000"/>
            <a:ext cx="3401400" cy="457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p2 = &amp;array[2]</a:t>
            </a:r>
            <a:endParaRPr/>
          </a:p>
        </p:txBody>
      </p:sp>
      <p:sp>
        <p:nvSpPr>
          <p:cNvPr id="1133" name="Google Shape;1133;p23"/>
          <p:cNvSpPr/>
          <p:nvPr/>
        </p:nvSpPr>
        <p:spPr>
          <a:xfrm>
            <a:off x="1600200" y="3276600"/>
            <a:ext cx="3144300" cy="457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p1 = array</a:t>
            </a:r>
            <a:endParaRPr/>
          </a:p>
        </p:txBody>
      </p:sp>
      <p:sp>
        <p:nvSpPr>
          <p:cNvPr id="1134" name="Google Shape;1134;p23"/>
          <p:cNvSpPr txBox="1"/>
          <p:nvPr>
            <p:ph idx="1" type="body"/>
          </p:nvPr>
        </p:nvSpPr>
        <p:spPr>
          <a:xfrm>
            <a:off x="104775" y="1310475"/>
            <a:ext cx="82296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Noto Sans Symbols"/>
              <a:buChar char="❖"/>
            </a:pPr>
            <a:r>
              <a:rPr b="0" i="0" lang="en-US" sz="2800" u="none">
                <a:solidFill>
                  <a:srgbClr val="0A85FF"/>
                </a:solidFill>
                <a:latin typeface="Tahoma"/>
                <a:ea typeface="Tahoma"/>
                <a:cs typeface="Tahoma"/>
                <a:sym typeface="Tahoma"/>
              </a:rPr>
              <a:t>Phép toán tính khoảng cách giữa 2 con trỏ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&lt;kiểu dữ liệu&gt;</a:t>
            </a: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*p1, *p2;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p1 – p2 cho ta khoảng cách (theo số phần tử) giữa hai con trỏ (cùng kiểu)</a:t>
            </a:r>
            <a:endParaRPr/>
          </a:p>
        </p:txBody>
      </p:sp>
      <p:sp>
        <p:nvSpPr>
          <p:cNvPr id="1135" name="Google Shape;1135;p23"/>
          <p:cNvSpPr txBox="1"/>
          <p:nvPr>
            <p:ph type="title"/>
          </p:nvPr>
        </p:nvSpPr>
        <p:spPr>
          <a:xfrm>
            <a:off x="1143000" y="381000"/>
            <a:ext cx="67056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Verdana"/>
              <a:buNone/>
            </a:pP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Phép toán số học trên con trỏ</a:t>
            </a:r>
            <a:endParaRPr/>
          </a:p>
        </p:txBody>
      </p:sp>
      <p:sp>
        <p:nvSpPr>
          <p:cNvPr id="1136" name="Google Shape;1136;p23"/>
          <p:cNvSpPr txBox="1"/>
          <p:nvPr/>
        </p:nvSpPr>
        <p:spPr>
          <a:xfrm>
            <a:off x="5181600" y="6477000"/>
            <a:ext cx="2895600" cy="233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None/>
            </a:pPr>
            <a:r>
              <a:rPr b="0" i="0" lang="en-US" sz="11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Dữ liệu kiểu con trỏ (cơ bản)</a:t>
            </a:r>
            <a:endParaRPr/>
          </a:p>
        </p:txBody>
      </p:sp>
      <p:sp>
        <p:nvSpPr>
          <p:cNvPr id="1137" name="Google Shape;1137;p23"/>
          <p:cNvSpPr/>
          <p:nvPr/>
        </p:nvSpPr>
        <p:spPr>
          <a:xfrm>
            <a:off x="7543800" y="5410200"/>
            <a:ext cx="457200" cy="457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…</a:t>
            </a:r>
            <a:endParaRPr/>
          </a:p>
        </p:txBody>
      </p:sp>
      <p:sp>
        <p:nvSpPr>
          <p:cNvPr id="1138" name="Google Shape;1138;p23"/>
          <p:cNvSpPr/>
          <p:nvPr/>
        </p:nvSpPr>
        <p:spPr>
          <a:xfrm>
            <a:off x="685800" y="5410200"/>
            <a:ext cx="457200" cy="457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…</a:t>
            </a:r>
            <a:endParaRPr/>
          </a:p>
        </p:txBody>
      </p:sp>
      <p:sp>
        <p:nvSpPr>
          <p:cNvPr id="1139" name="Google Shape;1139;p23"/>
          <p:cNvSpPr/>
          <p:nvPr/>
        </p:nvSpPr>
        <p:spPr>
          <a:xfrm>
            <a:off x="11430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0" name="Google Shape;1140;p23"/>
          <p:cNvSpPr/>
          <p:nvPr/>
        </p:nvSpPr>
        <p:spPr>
          <a:xfrm>
            <a:off x="16002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1" name="Google Shape;1141;p23"/>
          <p:cNvSpPr/>
          <p:nvPr/>
        </p:nvSpPr>
        <p:spPr>
          <a:xfrm>
            <a:off x="20574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2" name="Google Shape;1142;p23"/>
          <p:cNvSpPr/>
          <p:nvPr/>
        </p:nvSpPr>
        <p:spPr>
          <a:xfrm>
            <a:off x="25146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3" name="Google Shape;1143;p23"/>
          <p:cNvSpPr/>
          <p:nvPr/>
        </p:nvSpPr>
        <p:spPr>
          <a:xfrm>
            <a:off x="29718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4" name="Google Shape;1144;p23"/>
          <p:cNvSpPr/>
          <p:nvPr/>
        </p:nvSpPr>
        <p:spPr>
          <a:xfrm>
            <a:off x="34290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5" name="Google Shape;1145;p23"/>
          <p:cNvSpPr/>
          <p:nvPr/>
        </p:nvSpPr>
        <p:spPr>
          <a:xfrm>
            <a:off x="38862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6" name="Google Shape;1146;p23"/>
          <p:cNvSpPr/>
          <p:nvPr/>
        </p:nvSpPr>
        <p:spPr>
          <a:xfrm>
            <a:off x="43434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7" name="Google Shape;1147;p23"/>
          <p:cNvSpPr/>
          <p:nvPr/>
        </p:nvSpPr>
        <p:spPr>
          <a:xfrm>
            <a:off x="48006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8" name="Google Shape;1148;p23"/>
          <p:cNvSpPr/>
          <p:nvPr/>
        </p:nvSpPr>
        <p:spPr>
          <a:xfrm>
            <a:off x="52578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9" name="Google Shape;1149;p23"/>
          <p:cNvSpPr/>
          <p:nvPr/>
        </p:nvSpPr>
        <p:spPr>
          <a:xfrm>
            <a:off x="57150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0" name="Google Shape;1150;p23"/>
          <p:cNvSpPr/>
          <p:nvPr/>
        </p:nvSpPr>
        <p:spPr>
          <a:xfrm>
            <a:off x="61722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1" name="Google Shape;1151;p23"/>
          <p:cNvSpPr/>
          <p:nvPr/>
        </p:nvSpPr>
        <p:spPr>
          <a:xfrm>
            <a:off x="66294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2" name="Google Shape;1152;p23"/>
          <p:cNvSpPr/>
          <p:nvPr/>
        </p:nvSpPr>
        <p:spPr>
          <a:xfrm>
            <a:off x="70866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53" name="Google Shape;1153;p23"/>
          <p:cNvCxnSpPr/>
          <p:nvPr/>
        </p:nvCxnSpPr>
        <p:spPr>
          <a:xfrm rot="5400000">
            <a:off x="4875987" y="4342500"/>
            <a:ext cx="1220700" cy="3300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sp>
        <p:nvSpPr>
          <p:cNvPr id="1154" name="Google Shape;1154;p23"/>
          <p:cNvSpPr/>
          <p:nvPr/>
        </p:nvSpPr>
        <p:spPr>
          <a:xfrm>
            <a:off x="11430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2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0A</a:t>
            </a:r>
            <a:endParaRPr sz="800"/>
          </a:p>
        </p:txBody>
      </p:sp>
      <p:sp>
        <p:nvSpPr>
          <p:cNvPr id="1155" name="Google Shape;1155;p23"/>
          <p:cNvSpPr/>
          <p:nvPr/>
        </p:nvSpPr>
        <p:spPr>
          <a:xfrm>
            <a:off x="16002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2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0B</a:t>
            </a:r>
            <a:endParaRPr sz="800"/>
          </a:p>
        </p:txBody>
      </p:sp>
      <p:sp>
        <p:nvSpPr>
          <p:cNvPr id="1156" name="Google Shape;1156;p23"/>
          <p:cNvSpPr/>
          <p:nvPr/>
        </p:nvSpPr>
        <p:spPr>
          <a:xfrm>
            <a:off x="20574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2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0C</a:t>
            </a:r>
            <a:endParaRPr sz="800"/>
          </a:p>
        </p:txBody>
      </p:sp>
      <p:sp>
        <p:nvSpPr>
          <p:cNvPr id="1157" name="Google Shape;1157;p23"/>
          <p:cNvSpPr/>
          <p:nvPr/>
        </p:nvSpPr>
        <p:spPr>
          <a:xfrm>
            <a:off x="25146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2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0D</a:t>
            </a:r>
            <a:endParaRPr sz="800"/>
          </a:p>
        </p:txBody>
      </p:sp>
      <p:sp>
        <p:nvSpPr>
          <p:cNvPr id="1158" name="Google Shape;1158;p23"/>
          <p:cNvSpPr/>
          <p:nvPr/>
        </p:nvSpPr>
        <p:spPr>
          <a:xfrm>
            <a:off x="29718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2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0E</a:t>
            </a:r>
            <a:endParaRPr sz="800"/>
          </a:p>
        </p:txBody>
      </p:sp>
      <p:sp>
        <p:nvSpPr>
          <p:cNvPr id="1159" name="Google Shape;1159;p23"/>
          <p:cNvSpPr/>
          <p:nvPr/>
        </p:nvSpPr>
        <p:spPr>
          <a:xfrm>
            <a:off x="34290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2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0F</a:t>
            </a:r>
            <a:endParaRPr sz="800"/>
          </a:p>
        </p:txBody>
      </p:sp>
      <p:sp>
        <p:nvSpPr>
          <p:cNvPr id="1160" name="Google Shape;1160;p23"/>
          <p:cNvSpPr/>
          <p:nvPr/>
        </p:nvSpPr>
        <p:spPr>
          <a:xfrm>
            <a:off x="38862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2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10</a:t>
            </a:r>
            <a:endParaRPr sz="800"/>
          </a:p>
        </p:txBody>
      </p:sp>
      <p:sp>
        <p:nvSpPr>
          <p:cNvPr id="1161" name="Google Shape;1161;p23"/>
          <p:cNvSpPr/>
          <p:nvPr/>
        </p:nvSpPr>
        <p:spPr>
          <a:xfrm>
            <a:off x="43434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2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11</a:t>
            </a:r>
            <a:endParaRPr sz="800"/>
          </a:p>
        </p:txBody>
      </p:sp>
      <p:sp>
        <p:nvSpPr>
          <p:cNvPr id="1162" name="Google Shape;1162;p23"/>
          <p:cNvSpPr/>
          <p:nvPr/>
        </p:nvSpPr>
        <p:spPr>
          <a:xfrm>
            <a:off x="48006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2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12</a:t>
            </a:r>
            <a:endParaRPr sz="800"/>
          </a:p>
        </p:txBody>
      </p:sp>
      <p:sp>
        <p:nvSpPr>
          <p:cNvPr id="1163" name="Google Shape;1163;p23"/>
          <p:cNvSpPr/>
          <p:nvPr/>
        </p:nvSpPr>
        <p:spPr>
          <a:xfrm>
            <a:off x="52578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2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13</a:t>
            </a:r>
            <a:endParaRPr sz="800"/>
          </a:p>
        </p:txBody>
      </p:sp>
      <p:sp>
        <p:nvSpPr>
          <p:cNvPr id="1164" name="Google Shape;1164;p23"/>
          <p:cNvSpPr/>
          <p:nvPr/>
        </p:nvSpPr>
        <p:spPr>
          <a:xfrm>
            <a:off x="57150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2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14</a:t>
            </a:r>
            <a:endParaRPr sz="800"/>
          </a:p>
        </p:txBody>
      </p:sp>
      <p:sp>
        <p:nvSpPr>
          <p:cNvPr id="1165" name="Google Shape;1165;p23"/>
          <p:cNvSpPr/>
          <p:nvPr/>
        </p:nvSpPr>
        <p:spPr>
          <a:xfrm>
            <a:off x="61722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2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15</a:t>
            </a:r>
            <a:endParaRPr sz="800"/>
          </a:p>
        </p:txBody>
      </p:sp>
      <p:sp>
        <p:nvSpPr>
          <p:cNvPr id="1166" name="Google Shape;1166;p23"/>
          <p:cNvSpPr/>
          <p:nvPr/>
        </p:nvSpPr>
        <p:spPr>
          <a:xfrm>
            <a:off x="66294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2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16</a:t>
            </a:r>
            <a:endParaRPr sz="800"/>
          </a:p>
        </p:txBody>
      </p:sp>
      <p:sp>
        <p:nvSpPr>
          <p:cNvPr id="1167" name="Google Shape;1167;p23"/>
          <p:cNvSpPr/>
          <p:nvPr/>
        </p:nvSpPr>
        <p:spPr>
          <a:xfrm>
            <a:off x="70866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2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17</a:t>
            </a:r>
            <a:endParaRPr sz="800"/>
          </a:p>
        </p:txBody>
      </p:sp>
      <p:sp>
        <p:nvSpPr>
          <p:cNvPr id="1168" name="Google Shape;1168;p23"/>
          <p:cNvSpPr/>
          <p:nvPr/>
        </p:nvSpPr>
        <p:spPr>
          <a:xfrm>
            <a:off x="1600200" y="6248400"/>
            <a:ext cx="2401200" cy="457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int </a:t>
            </a:r>
            <a:r>
              <a:rPr b="0" i="0" lang="en-US" sz="2400" u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array</a:t>
            </a:r>
            <a:r>
              <a:rPr b="0" i="0" lang="en-US" sz="24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[3];</a:t>
            </a:r>
            <a:endParaRPr/>
          </a:p>
        </p:txBody>
      </p:sp>
      <p:cxnSp>
        <p:nvCxnSpPr>
          <p:cNvPr id="1169" name="Google Shape;1169;p23"/>
          <p:cNvCxnSpPr/>
          <p:nvPr/>
        </p:nvCxnSpPr>
        <p:spPr>
          <a:xfrm rot="-5400000">
            <a:off x="1639800" y="6132512"/>
            <a:ext cx="379500" cy="1500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1170" name="Google Shape;1170;p23"/>
          <p:cNvCxnSpPr/>
          <p:nvPr/>
        </p:nvCxnSpPr>
        <p:spPr>
          <a:xfrm rot="5400000">
            <a:off x="1219200" y="4343400"/>
            <a:ext cx="1219200" cy="3175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1171" name="Google Shape;1171;p23"/>
          <p:cNvCxnSpPr/>
          <p:nvPr/>
        </p:nvCxnSpPr>
        <p:spPr>
          <a:xfrm rot="10800000">
            <a:off x="1828800" y="4343400"/>
            <a:ext cx="3657600" cy="1587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miter lim="800000"/>
            <a:headEnd len="med" w="med" type="stealth"/>
            <a:tailEnd len="med" w="med" type="stealth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</p:cxnSp>
      <p:sp>
        <p:nvSpPr>
          <p:cNvPr id="1172" name="Google Shape;1172;p23"/>
          <p:cNvSpPr/>
          <p:nvPr/>
        </p:nvSpPr>
        <p:spPr>
          <a:xfrm>
            <a:off x="1971700" y="3848100"/>
            <a:ext cx="3401400" cy="457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300"/>
              <a:buFont typeface="Verdana"/>
              <a:buNone/>
            </a:pPr>
            <a:r>
              <a:rPr b="1" i="0" lang="en-US" sz="1200" u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p1 – p2= (0B – 13)/sizeof(int) = –2</a:t>
            </a:r>
            <a:endParaRPr sz="1300"/>
          </a:p>
        </p:txBody>
      </p:sp>
      <p:sp>
        <p:nvSpPr>
          <p:cNvPr id="1173" name="Google Shape;1173;p23"/>
          <p:cNvSpPr/>
          <p:nvPr/>
        </p:nvSpPr>
        <p:spPr>
          <a:xfrm>
            <a:off x="2057400" y="4419600"/>
            <a:ext cx="3315600" cy="457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300"/>
              <a:buFont typeface="Verdana"/>
              <a:buNone/>
            </a:pPr>
            <a:r>
              <a:rPr b="1" i="0" lang="en-US" sz="1100" u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p2 – p1= (13 – 0B)/sizeof(int) = +2</a:t>
            </a:r>
            <a:endParaRPr sz="1200"/>
          </a:p>
        </p:txBody>
      </p:sp>
      <p:sp>
        <p:nvSpPr>
          <p:cNvPr id="1174" name="Google Shape;1174;p23"/>
          <p:cNvSpPr/>
          <p:nvPr/>
        </p:nvSpPr>
        <p:spPr>
          <a:xfrm>
            <a:off x="1600200" y="5334000"/>
            <a:ext cx="1828800" cy="609600"/>
          </a:xfrm>
          <a:prstGeom prst="roundRect">
            <a:avLst>
              <a:gd fmla="val 16667" name="adj"/>
            </a:avLst>
          </a:prstGeom>
          <a:noFill/>
          <a:ln cap="flat" cmpd="sng" w="254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5" name="Google Shape;1175;p23"/>
          <p:cNvSpPr/>
          <p:nvPr/>
        </p:nvSpPr>
        <p:spPr>
          <a:xfrm>
            <a:off x="3429000" y="5334000"/>
            <a:ext cx="1828800" cy="609600"/>
          </a:xfrm>
          <a:prstGeom prst="roundRect">
            <a:avLst>
              <a:gd fmla="val 16667" name="adj"/>
            </a:avLst>
          </a:prstGeom>
          <a:noFill/>
          <a:ln cap="flat" cmpd="sng" w="254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6" name="Google Shape;1176;p23"/>
          <p:cNvSpPr/>
          <p:nvPr/>
        </p:nvSpPr>
        <p:spPr>
          <a:xfrm>
            <a:off x="5257800" y="5334000"/>
            <a:ext cx="1828800" cy="609600"/>
          </a:xfrm>
          <a:prstGeom prst="roundRect">
            <a:avLst>
              <a:gd fmla="val 16667" name="adj"/>
            </a:avLst>
          </a:prstGeom>
          <a:noFill/>
          <a:ln cap="flat" cmpd="sng" w="254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1" name="Shape 1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Google Shape;1182;p24"/>
          <p:cNvSpPr txBox="1"/>
          <p:nvPr>
            <p:ph idx="1" type="body"/>
          </p:nvPr>
        </p:nvSpPr>
        <p:spPr>
          <a:xfrm>
            <a:off x="457200" y="1524000"/>
            <a:ext cx="82296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Noto Sans Symbols"/>
              <a:buChar char="❖"/>
            </a:pPr>
            <a:r>
              <a:rPr b="0" i="0" lang="en-US" sz="2800" u="none">
                <a:solidFill>
                  <a:srgbClr val="0A85FF"/>
                </a:solidFill>
                <a:latin typeface="Tahoma"/>
                <a:ea typeface="Tahoma"/>
                <a:cs typeface="Tahoma"/>
                <a:sym typeface="Tahoma"/>
              </a:rPr>
              <a:t>Các phép toán khác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Phép so sánh: So sánh địa chỉ giữa hai con trỏ (thứ tự ô nhớ)</a:t>
            </a:r>
            <a:endParaRPr/>
          </a:p>
          <a:p>
            <a:pPr indent="-228600" lvl="2" marL="11430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Char char="•"/>
            </a:pPr>
            <a:r>
              <a:rPr b="0" i="0" lang="en-US" sz="24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==</a:t>
            </a: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	</a:t>
            </a:r>
            <a:r>
              <a:rPr b="0" i="0" lang="en-US" sz="24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!=</a:t>
            </a:r>
            <a:endParaRPr/>
          </a:p>
          <a:p>
            <a:pPr indent="-228600" lvl="2" marL="11430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Char char="•"/>
            </a:pPr>
            <a:r>
              <a:rPr b="0" i="0" lang="en-US" sz="24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&gt;</a:t>
            </a: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	</a:t>
            </a:r>
            <a:r>
              <a:rPr b="0" i="0" lang="en-US" sz="24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&gt;=</a:t>
            </a:r>
            <a:endParaRPr/>
          </a:p>
          <a:p>
            <a:pPr indent="-228600" lvl="2" marL="11430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Char char="•"/>
            </a:pPr>
            <a:r>
              <a:rPr b="0" i="0" lang="en-US" sz="24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&lt;</a:t>
            </a: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	</a:t>
            </a:r>
            <a:r>
              <a:rPr b="0" i="0" lang="en-US" sz="24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&lt;=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Không thể thực hiện các phép toán: </a:t>
            </a:r>
            <a:r>
              <a:rPr b="0" i="0" lang="en-US" sz="28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* / %</a:t>
            </a:r>
            <a:endParaRPr/>
          </a:p>
        </p:txBody>
      </p:sp>
      <p:sp>
        <p:nvSpPr>
          <p:cNvPr id="1183" name="Google Shape;1183;p24"/>
          <p:cNvSpPr txBox="1"/>
          <p:nvPr>
            <p:ph type="title"/>
          </p:nvPr>
        </p:nvSpPr>
        <p:spPr>
          <a:xfrm>
            <a:off x="1143000" y="381000"/>
            <a:ext cx="67056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Verdana"/>
              <a:buNone/>
            </a:pP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Phép toán số học trên con trỏ</a:t>
            </a:r>
            <a:endParaRPr/>
          </a:p>
        </p:txBody>
      </p:sp>
      <p:sp>
        <p:nvSpPr>
          <p:cNvPr id="1184" name="Google Shape;1184;p24"/>
          <p:cNvSpPr txBox="1"/>
          <p:nvPr/>
        </p:nvSpPr>
        <p:spPr>
          <a:xfrm>
            <a:off x="5181600" y="6477000"/>
            <a:ext cx="2895600" cy="233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None/>
            </a:pPr>
            <a:r>
              <a:rPr b="0" i="0" lang="en-US" sz="11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Dữ liệu kiểu con trỏ (cơ bản)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9" name="Shape 1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0" name="Google Shape;1190;p25"/>
          <p:cNvSpPr txBox="1"/>
          <p:nvPr>
            <p:ph idx="1" type="body"/>
          </p:nvPr>
        </p:nvSpPr>
        <p:spPr>
          <a:xfrm>
            <a:off x="457200" y="1524000"/>
            <a:ext cx="82296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Noto Sans Symbols"/>
              <a:buChar char="❖"/>
            </a:pPr>
            <a:r>
              <a:rPr b="0" i="0" lang="en-US" sz="2800" u="none">
                <a:solidFill>
                  <a:srgbClr val="0A85FF"/>
                </a:solidFill>
                <a:latin typeface="Tahoma"/>
                <a:ea typeface="Tahoma"/>
                <a:cs typeface="Tahoma"/>
                <a:sym typeface="Tahoma"/>
              </a:rPr>
              <a:t>Truy xuất đến phần tử thứ n của mảng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int array[3], n = 2, *p = array;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🡺 array[n] == p[n] == *(p + n)</a:t>
            </a:r>
            <a:endParaRPr/>
          </a:p>
        </p:txBody>
      </p:sp>
      <p:sp>
        <p:nvSpPr>
          <p:cNvPr id="1191" name="Google Shape;1191;p25"/>
          <p:cNvSpPr txBox="1"/>
          <p:nvPr>
            <p:ph type="title"/>
          </p:nvPr>
        </p:nvSpPr>
        <p:spPr>
          <a:xfrm>
            <a:off x="1143000" y="381000"/>
            <a:ext cx="67056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Verdana"/>
              <a:buNone/>
            </a:pP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Con trỏ và mảng một chiều</a:t>
            </a:r>
            <a:endParaRPr/>
          </a:p>
        </p:txBody>
      </p:sp>
      <p:sp>
        <p:nvSpPr>
          <p:cNvPr id="1192" name="Google Shape;1192;p25"/>
          <p:cNvSpPr txBox="1"/>
          <p:nvPr/>
        </p:nvSpPr>
        <p:spPr>
          <a:xfrm>
            <a:off x="5181600" y="6477000"/>
            <a:ext cx="2895600" cy="233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None/>
            </a:pPr>
            <a:r>
              <a:rPr b="0" i="0" lang="en-US" sz="11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Dữ liệu kiểu con trỏ (cơ bản)</a:t>
            </a:r>
            <a:endParaRPr/>
          </a:p>
        </p:txBody>
      </p:sp>
      <p:sp>
        <p:nvSpPr>
          <p:cNvPr id="1193" name="Google Shape;1193;p25"/>
          <p:cNvSpPr/>
          <p:nvPr/>
        </p:nvSpPr>
        <p:spPr>
          <a:xfrm>
            <a:off x="7543800" y="5410200"/>
            <a:ext cx="457200" cy="457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…</a:t>
            </a:r>
            <a:endParaRPr/>
          </a:p>
        </p:txBody>
      </p:sp>
      <p:sp>
        <p:nvSpPr>
          <p:cNvPr id="1194" name="Google Shape;1194;p25"/>
          <p:cNvSpPr/>
          <p:nvPr/>
        </p:nvSpPr>
        <p:spPr>
          <a:xfrm>
            <a:off x="685800" y="5410200"/>
            <a:ext cx="457200" cy="457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…</a:t>
            </a:r>
            <a:endParaRPr/>
          </a:p>
        </p:txBody>
      </p:sp>
      <p:sp>
        <p:nvSpPr>
          <p:cNvPr id="1195" name="Google Shape;1195;p25"/>
          <p:cNvSpPr/>
          <p:nvPr/>
        </p:nvSpPr>
        <p:spPr>
          <a:xfrm>
            <a:off x="11430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6" name="Google Shape;1196;p25"/>
          <p:cNvSpPr/>
          <p:nvPr/>
        </p:nvSpPr>
        <p:spPr>
          <a:xfrm>
            <a:off x="16002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7" name="Google Shape;1197;p25"/>
          <p:cNvSpPr/>
          <p:nvPr/>
        </p:nvSpPr>
        <p:spPr>
          <a:xfrm>
            <a:off x="20574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8" name="Google Shape;1198;p25"/>
          <p:cNvSpPr/>
          <p:nvPr/>
        </p:nvSpPr>
        <p:spPr>
          <a:xfrm>
            <a:off x="25146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9" name="Google Shape;1199;p25"/>
          <p:cNvSpPr/>
          <p:nvPr/>
        </p:nvSpPr>
        <p:spPr>
          <a:xfrm>
            <a:off x="29718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0" name="Google Shape;1200;p25"/>
          <p:cNvSpPr/>
          <p:nvPr/>
        </p:nvSpPr>
        <p:spPr>
          <a:xfrm>
            <a:off x="34290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1" name="Google Shape;1201;p25"/>
          <p:cNvSpPr/>
          <p:nvPr/>
        </p:nvSpPr>
        <p:spPr>
          <a:xfrm>
            <a:off x="38862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2" name="Google Shape;1202;p25"/>
          <p:cNvSpPr/>
          <p:nvPr/>
        </p:nvSpPr>
        <p:spPr>
          <a:xfrm>
            <a:off x="43434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3" name="Google Shape;1203;p25"/>
          <p:cNvSpPr/>
          <p:nvPr/>
        </p:nvSpPr>
        <p:spPr>
          <a:xfrm>
            <a:off x="48006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4" name="Google Shape;1204;p25"/>
          <p:cNvSpPr/>
          <p:nvPr/>
        </p:nvSpPr>
        <p:spPr>
          <a:xfrm>
            <a:off x="52578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5" name="Google Shape;1205;p25"/>
          <p:cNvSpPr/>
          <p:nvPr/>
        </p:nvSpPr>
        <p:spPr>
          <a:xfrm>
            <a:off x="57150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6" name="Google Shape;1206;p25"/>
          <p:cNvSpPr/>
          <p:nvPr/>
        </p:nvSpPr>
        <p:spPr>
          <a:xfrm>
            <a:off x="61722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7" name="Google Shape;1207;p25"/>
          <p:cNvSpPr/>
          <p:nvPr/>
        </p:nvSpPr>
        <p:spPr>
          <a:xfrm>
            <a:off x="66294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8" name="Google Shape;1208;p25"/>
          <p:cNvSpPr/>
          <p:nvPr/>
        </p:nvSpPr>
        <p:spPr>
          <a:xfrm>
            <a:off x="70866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09" name="Google Shape;1209;p25"/>
          <p:cNvCxnSpPr/>
          <p:nvPr/>
        </p:nvCxnSpPr>
        <p:spPr>
          <a:xfrm rot="5400000">
            <a:off x="1219200" y="4343400"/>
            <a:ext cx="1219200" cy="3175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sp>
        <p:nvSpPr>
          <p:cNvPr id="1210" name="Google Shape;1210;p25"/>
          <p:cNvSpPr/>
          <p:nvPr/>
        </p:nvSpPr>
        <p:spPr>
          <a:xfrm>
            <a:off x="1600200" y="3276600"/>
            <a:ext cx="457200" cy="457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p</a:t>
            </a:r>
            <a:endParaRPr/>
          </a:p>
        </p:txBody>
      </p:sp>
      <p:sp>
        <p:nvSpPr>
          <p:cNvPr id="1211" name="Google Shape;1211;p25"/>
          <p:cNvSpPr/>
          <p:nvPr/>
        </p:nvSpPr>
        <p:spPr>
          <a:xfrm>
            <a:off x="11430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2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0A</a:t>
            </a:r>
            <a:endParaRPr sz="800"/>
          </a:p>
        </p:txBody>
      </p:sp>
      <p:sp>
        <p:nvSpPr>
          <p:cNvPr id="1212" name="Google Shape;1212;p25"/>
          <p:cNvSpPr/>
          <p:nvPr/>
        </p:nvSpPr>
        <p:spPr>
          <a:xfrm>
            <a:off x="16002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2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0B</a:t>
            </a:r>
            <a:endParaRPr sz="800"/>
          </a:p>
        </p:txBody>
      </p:sp>
      <p:sp>
        <p:nvSpPr>
          <p:cNvPr id="1213" name="Google Shape;1213;p25"/>
          <p:cNvSpPr/>
          <p:nvPr/>
        </p:nvSpPr>
        <p:spPr>
          <a:xfrm>
            <a:off x="20574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2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0C</a:t>
            </a:r>
            <a:endParaRPr sz="800"/>
          </a:p>
        </p:txBody>
      </p:sp>
      <p:sp>
        <p:nvSpPr>
          <p:cNvPr id="1214" name="Google Shape;1214;p25"/>
          <p:cNvSpPr/>
          <p:nvPr/>
        </p:nvSpPr>
        <p:spPr>
          <a:xfrm>
            <a:off x="25146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2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0D</a:t>
            </a:r>
            <a:endParaRPr sz="800"/>
          </a:p>
        </p:txBody>
      </p:sp>
      <p:sp>
        <p:nvSpPr>
          <p:cNvPr id="1215" name="Google Shape;1215;p25"/>
          <p:cNvSpPr/>
          <p:nvPr/>
        </p:nvSpPr>
        <p:spPr>
          <a:xfrm>
            <a:off x="29718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2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0E</a:t>
            </a:r>
            <a:endParaRPr sz="800"/>
          </a:p>
        </p:txBody>
      </p:sp>
      <p:sp>
        <p:nvSpPr>
          <p:cNvPr id="1216" name="Google Shape;1216;p25"/>
          <p:cNvSpPr/>
          <p:nvPr/>
        </p:nvSpPr>
        <p:spPr>
          <a:xfrm>
            <a:off x="34290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2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0F</a:t>
            </a:r>
            <a:endParaRPr sz="800"/>
          </a:p>
        </p:txBody>
      </p:sp>
      <p:sp>
        <p:nvSpPr>
          <p:cNvPr id="1217" name="Google Shape;1217;p25"/>
          <p:cNvSpPr/>
          <p:nvPr/>
        </p:nvSpPr>
        <p:spPr>
          <a:xfrm>
            <a:off x="38862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2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10</a:t>
            </a:r>
            <a:endParaRPr sz="800"/>
          </a:p>
        </p:txBody>
      </p:sp>
      <p:sp>
        <p:nvSpPr>
          <p:cNvPr id="1218" name="Google Shape;1218;p25"/>
          <p:cNvSpPr/>
          <p:nvPr/>
        </p:nvSpPr>
        <p:spPr>
          <a:xfrm>
            <a:off x="43434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2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11</a:t>
            </a:r>
            <a:endParaRPr sz="800"/>
          </a:p>
        </p:txBody>
      </p:sp>
      <p:sp>
        <p:nvSpPr>
          <p:cNvPr id="1219" name="Google Shape;1219;p25"/>
          <p:cNvSpPr/>
          <p:nvPr/>
        </p:nvSpPr>
        <p:spPr>
          <a:xfrm>
            <a:off x="48006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2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12</a:t>
            </a:r>
            <a:endParaRPr sz="800"/>
          </a:p>
        </p:txBody>
      </p:sp>
      <p:sp>
        <p:nvSpPr>
          <p:cNvPr id="1220" name="Google Shape;1220;p25"/>
          <p:cNvSpPr/>
          <p:nvPr/>
        </p:nvSpPr>
        <p:spPr>
          <a:xfrm>
            <a:off x="52578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2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13</a:t>
            </a:r>
            <a:endParaRPr sz="800"/>
          </a:p>
        </p:txBody>
      </p:sp>
      <p:sp>
        <p:nvSpPr>
          <p:cNvPr id="1221" name="Google Shape;1221;p25"/>
          <p:cNvSpPr/>
          <p:nvPr/>
        </p:nvSpPr>
        <p:spPr>
          <a:xfrm>
            <a:off x="57150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2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14</a:t>
            </a:r>
            <a:endParaRPr sz="800"/>
          </a:p>
        </p:txBody>
      </p:sp>
      <p:sp>
        <p:nvSpPr>
          <p:cNvPr id="1222" name="Google Shape;1222;p25"/>
          <p:cNvSpPr/>
          <p:nvPr/>
        </p:nvSpPr>
        <p:spPr>
          <a:xfrm>
            <a:off x="61722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2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15</a:t>
            </a:r>
            <a:endParaRPr sz="800"/>
          </a:p>
        </p:txBody>
      </p:sp>
      <p:sp>
        <p:nvSpPr>
          <p:cNvPr id="1223" name="Google Shape;1223;p25"/>
          <p:cNvSpPr/>
          <p:nvPr/>
        </p:nvSpPr>
        <p:spPr>
          <a:xfrm>
            <a:off x="66294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2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16</a:t>
            </a:r>
            <a:endParaRPr sz="800"/>
          </a:p>
        </p:txBody>
      </p:sp>
      <p:sp>
        <p:nvSpPr>
          <p:cNvPr id="1224" name="Google Shape;1224;p25"/>
          <p:cNvSpPr/>
          <p:nvPr/>
        </p:nvSpPr>
        <p:spPr>
          <a:xfrm>
            <a:off x="70866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2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17</a:t>
            </a:r>
            <a:endParaRPr sz="800"/>
          </a:p>
        </p:txBody>
      </p:sp>
      <p:cxnSp>
        <p:nvCxnSpPr>
          <p:cNvPr id="1225" name="Google Shape;1225;p25"/>
          <p:cNvCxnSpPr/>
          <p:nvPr/>
        </p:nvCxnSpPr>
        <p:spPr>
          <a:xfrm rot="5400000">
            <a:off x="5219700" y="4686300"/>
            <a:ext cx="533400" cy="3175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1226" name="Google Shape;1226;p25"/>
          <p:cNvCxnSpPr/>
          <p:nvPr/>
        </p:nvCxnSpPr>
        <p:spPr>
          <a:xfrm flipH="1" rot="-5400000">
            <a:off x="3314700" y="2247900"/>
            <a:ext cx="685800" cy="3657600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227" name="Google Shape;1227;p25"/>
          <p:cNvSpPr/>
          <p:nvPr/>
        </p:nvSpPr>
        <p:spPr>
          <a:xfrm>
            <a:off x="1600200" y="6248400"/>
            <a:ext cx="2649000" cy="457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int </a:t>
            </a:r>
            <a:r>
              <a:rPr b="0" i="0" lang="en-US" sz="2400" u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array</a:t>
            </a:r>
            <a:r>
              <a:rPr b="0" i="0" lang="en-US" sz="24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[3];</a:t>
            </a:r>
            <a:endParaRPr/>
          </a:p>
        </p:txBody>
      </p:sp>
      <p:cxnSp>
        <p:nvCxnSpPr>
          <p:cNvPr id="1228" name="Google Shape;1228;p25"/>
          <p:cNvCxnSpPr/>
          <p:nvPr/>
        </p:nvCxnSpPr>
        <p:spPr>
          <a:xfrm rot="-5400000">
            <a:off x="1639887" y="6132512"/>
            <a:ext cx="379412" cy="1587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sp>
        <p:nvSpPr>
          <p:cNvPr id="1229" name="Google Shape;1229;p25"/>
          <p:cNvSpPr/>
          <p:nvPr/>
        </p:nvSpPr>
        <p:spPr>
          <a:xfrm>
            <a:off x="2057400" y="3276600"/>
            <a:ext cx="457200" cy="457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+</a:t>
            </a:r>
            <a:endParaRPr/>
          </a:p>
        </p:txBody>
      </p:sp>
      <p:sp>
        <p:nvSpPr>
          <p:cNvPr id="1230" name="Google Shape;1230;p25"/>
          <p:cNvSpPr/>
          <p:nvPr/>
        </p:nvSpPr>
        <p:spPr>
          <a:xfrm>
            <a:off x="2514600" y="3276600"/>
            <a:ext cx="457200" cy="457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2</a:t>
            </a:r>
            <a:endParaRPr/>
          </a:p>
        </p:txBody>
      </p:sp>
      <p:sp>
        <p:nvSpPr>
          <p:cNvPr id="1231" name="Google Shape;1231;p25"/>
          <p:cNvSpPr/>
          <p:nvPr/>
        </p:nvSpPr>
        <p:spPr>
          <a:xfrm>
            <a:off x="2971800" y="3276600"/>
            <a:ext cx="457200" cy="457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Verdana"/>
              <a:buNone/>
            </a:pPr>
            <a:r>
              <a:rPr b="1" i="0" lang="en-US" sz="2400" u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)</a:t>
            </a:r>
            <a:endParaRPr/>
          </a:p>
        </p:txBody>
      </p:sp>
      <p:sp>
        <p:nvSpPr>
          <p:cNvPr id="1232" name="Google Shape;1232;p25"/>
          <p:cNvSpPr/>
          <p:nvPr/>
        </p:nvSpPr>
        <p:spPr>
          <a:xfrm>
            <a:off x="1143000" y="3276600"/>
            <a:ext cx="457200" cy="457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Verdana"/>
              <a:buNone/>
            </a:pPr>
            <a:r>
              <a:rPr b="1" i="0" lang="en-US" sz="2400" u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endParaRPr/>
          </a:p>
        </p:txBody>
      </p:sp>
      <p:sp>
        <p:nvSpPr>
          <p:cNvPr id="1233" name="Google Shape;1233;p25"/>
          <p:cNvSpPr/>
          <p:nvPr/>
        </p:nvSpPr>
        <p:spPr>
          <a:xfrm>
            <a:off x="685800" y="3276600"/>
            <a:ext cx="457200" cy="457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Verdana"/>
              <a:buNone/>
            </a:pPr>
            <a:r>
              <a:rPr b="1" i="0" lang="en-US" sz="2400" u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*</a:t>
            </a:r>
            <a:endParaRPr/>
          </a:p>
        </p:txBody>
      </p:sp>
      <p:sp>
        <p:nvSpPr>
          <p:cNvPr id="1234" name="Google Shape;1234;p25"/>
          <p:cNvSpPr/>
          <p:nvPr/>
        </p:nvSpPr>
        <p:spPr>
          <a:xfrm>
            <a:off x="1600200" y="5334000"/>
            <a:ext cx="1828800" cy="609600"/>
          </a:xfrm>
          <a:prstGeom prst="roundRect">
            <a:avLst>
              <a:gd fmla="val 16667" name="adj"/>
            </a:avLst>
          </a:prstGeom>
          <a:noFill/>
          <a:ln cap="flat" cmpd="sng" w="254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5" name="Google Shape;1235;p25"/>
          <p:cNvSpPr/>
          <p:nvPr/>
        </p:nvSpPr>
        <p:spPr>
          <a:xfrm>
            <a:off x="3429000" y="5334000"/>
            <a:ext cx="1828800" cy="609600"/>
          </a:xfrm>
          <a:prstGeom prst="roundRect">
            <a:avLst>
              <a:gd fmla="val 16667" name="adj"/>
            </a:avLst>
          </a:prstGeom>
          <a:noFill/>
          <a:ln cap="flat" cmpd="sng" w="254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6" name="Google Shape;1236;p25"/>
          <p:cNvSpPr/>
          <p:nvPr/>
        </p:nvSpPr>
        <p:spPr>
          <a:xfrm>
            <a:off x="5257800" y="5334000"/>
            <a:ext cx="1828800" cy="609600"/>
          </a:xfrm>
          <a:prstGeom prst="roundRect">
            <a:avLst>
              <a:gd fmla="val 16667" name="adj"/>
            </a:avLst>
          </a:prstGeom>
          <a:noFill/>
          <a:ln cap="flat" cmpd="sng" w="254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7" name="Google Shape;1237;p25"/>
          <p:cNvSpPr/>
          <p:nvPr/>
        </p:nvSpPr>
        <p:spPr>
          <a:xfrm>
            <a:off x="52578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B36124"/>
              </a:gs>
              <a:gs pos="80000">
                <a:srgbClr val="EB7F2F"/>
              </a:gs>
              <a:gs pos="100000">
                <a:srgbClr val="F0802C"/>
              </a:gs>
            </a:gsLst>
            <a:lin ang="16200000" scaled="0"/>
          </a:gra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238" name="Google Shape;1238;p25"/>
          <p:cNvSpPr/>
          <p:nvPr/>
        </p:nvSpPr>
        <p:spPr>
          <a:xfrm>
            <a:off x="57150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B36124"/>
              </a:gs>
              <a:gs pos="80000">
                <a:srgbClr val="EB7F2F"/>
              </a:gs>
              <a:gs pos="100000">
                <a:srgbClr val="F0802C"/>
              </a:gs>
            </a:gsLst>
            <a:lin ang="16200000" scaled="0"/>
          </a:gra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239" name="Google Shape;1239;p25"/>
          <p:cNvSpPr/>
          <p:nvPr/>
        </p:nvSpPr>
        <p:spPr>
          <a:xfrm>
            <a:off x="61722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B36124"/>
              </a:gs>
              <a:gs pos="80000">
                <a:srgbClr val="EB7F2F"/>
              </a:gs>
              <a:gs pos="100000">
                <a:srgbClr val="F0802C"/>
              </a:gs>
            </a:gsLst>
            <a:lin ang="16200000" scaled="0"/>
          </a:gra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240" name="Google Shape;1240;p25"/>
          <p:cNvSpPr/>
          <p:nvPr/>
        </p:nvSpPr>
        <p:spPr>
          <a:xfrm>
            <a:off x="66294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B36124"/>
              </a:gs>
              <a:gs pos="80000">
                <a:srgbClr val="EB7F2F"/>
              </a:gs>
              <a:gs pos="100000">
                <a:srgbClr val="F0802C"/>
              </a:gs>
            </a:gsLst>
            <a:lin ang="16200000" scaled="0"/>
          </a:gra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5" name="Shape 1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6" name="Google Shape;1246;p26"/>
          <p:cNvSpPr txBox="1"/>
          <p:nvPr>
            <p:ph type="title"/>
          </p:nvPr>
        </p:nvSpPr>
        <p:spPr>
          <a:xfrm>
            <a:off x="1143000" y="381000"/>
            <a:ext cx="67056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Verdana"/>
              <a:buNone/>
            </a:pP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Con trỏ và mảng một chiều</a:t>
            </a:r>
            <a:endParaRPr/>
          </a:p>
        </p:txBody>
      </p:sp>
      <p:sp>
        <p:nvSpPr>
          <p:cNvPr id="1247" name="Google Shape;1247;p26"/>
          <p:cNvSpPr txBox="1"/>
          <p:nvPr>
            <p:ph idx="1" type="body"/>
          </p:nvPr>
        </p:nvSpPr>
        <p:spPr>
          <a:xfrm>
            <a:off x="457200" y="1524000"/>
            <a:ext cx="82296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Noto Sans Symbols"/>
              <a:buChar char="❖"/>
            </a:pPr>
            <a:r>
              <a:rPr b="0" i="0" lang="en-US" sz="2800" u="none">
                <a:solidFill>
                  <a:srgbClr val="0A85FF"/>
                </a:solidFill>
                <a:latin typeface="Tahoma"/>
                <a:ea typeface="Tahoma"/>
                <a:cs typeface="Tahoma"/>
                <a:sym typeface="Tahoma"/>
              </a:rPr>
              <a:t>Ví dụ nhập mảng</a:t>
            </a:r>
            <a:endParaRPr/>
          </a:p>
        </p:txBody>
      </p:sp>
      <p:sp>
        <p:nvSpPr>
          <p:cNvPr id="1248" name="Google Shape;1248;p26"/>
          <p:cNvSpPr txBox="1"/>
          <p:nvPr/>
        </p:nvSpPr>
        <p:spPr>
          <a:xfrm>
            <a:off x="5181600" y="6477000"/>
            <a:ext cx="2895600" cy="233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None/>
            </a:pPr>
            <a:r>
              <a:rPr b="0" i="0" lang="en-US" sz="11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Dữ liệu kiểu con trỏ (cơ bản)</a:t>
            </a:r>
            <a:endParaRPr/>
          </a:p>
        </p:txBody>
      </p:sp>
      <p:sp>
        <p:nvSpPr>
          <p:cNvPr id="1249" name="Google Shape;1249;p26"/>
          <p:cNvSpPr/>
          <p:nvPr/>
        </p:nvSpPr>
        <p:spPr>
          <a:xfrm>
            <a:off x="685800" y="2057400"/>
            <a:ext cx="152400" cy="44196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0" name="Google Shape;1250;p26"/>
          <p:cNvSpPr txBox="1"/>
          <p:nvPr/>
        </p:nvSpPr>
        <p:spPr>
          <a:xfrm>
            <a:off x="838200" y="2057400"/>
            <a:ext cx="7010400" cy="4400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void main()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int a[10], n = 10, *pa;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pa = a;	// hoặc pa = &amp;a[0];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i="0" sz="2000" u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for (int i = 0; i&lt;n; i++)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scanf(“%d”, &amp;a[i]);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scanf(“%d”, &amp;pa[i]);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scanf(“%d”, a + i);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scanf(“%d”, pa + i);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scanf(“%d”, </a:t>
            </a:r>
            <a:r>
              <a:rPr b="1" i="0" lang="en-US" sz="2000" u="non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a++</a:t>
            </a: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scanf(“%d”, pa++);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🡺 </a:t>
            </a:r>
            <a:r>
              <a:rPr b="1" i="0" lang="en-US" sz="2000" u="non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&amp;a[i] ⬄ (a + i) ⬄ (pa + i) ⬄ &amp;pa[i]</a:t>
            </a:r>
            <a:endParaRPr/>
          </a:p>
        </p:txBody>
      </p:sp>
      <p:sp>
        <p:nvSpPr>
          <p:cNvPr id="1251" name="Google Shape;1251;p26"/>
          <p:cNvSpPr txBox="1"/>
          <p:nvPr/>
        </p:nvSpPr>
        <p:spPr>
          <a:xfrm>
            <a:off x="0" y="2743200"/>
            <a:ext cx="9128125" cy="304800"/>
          </a:xfrm>
          <a:prstGeom prst="rect">
            <a:avLst/>
          </a:prstGeom>
          <a:solidFill>
            <a:srgbClr val="0099FF">
              <a:alpha val="19607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2" name="Google Shape;1252;p26"/>
          <p:cNvSpPr txBox="1"/>
          <p:nvPr/>
        </p:nvSpPr>
        <p:spPr>
          <a:xfrm>
            <a:off x="0" y="3048000"/>
            <a:ext cx="9128125" cy="304800"/>
          </a:xfrm>
          <a:prstGeom prst="rect">
            <a:avLst/>
          </a:prstGeom>
          <a:solidFill>
            <a:srgbClr val="0099FF">
              <a:alpha val="19607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3" name="Google Shape;1253;p26"/>
          <p:cNvSpPr txBox="1"/>
          <p:nvPr/>
        </p:nvSpPr>
        <p:spPr>
          <a:xfrm>
            <a:off x="0" y="3886200"/>
            <a:ext cx="9128125" cy="304800"/>
          </a:xfrm>
          <a:prstGeom prst="rect">
            <a:avLst/>
          </a:prstGeom>
          <a:solidFill>
            <a:srgbClr val="0099FF">
              <a:alpha val="19607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4" name="Google Shape;1254;p26"/>
          <p:cNvSpPr txBox="1"/>
          <p:nvPr/>
        </p:nvSpPr>
        <p:spPr>
          <a:xfrm>
            <a:off x="0" y="4191000"/>
            <a:ext cx="9128125" cy="304800"/>
          </a:xfrm>
          <a:prstGeom prst="rect">
            <a:avLst/>
          </a:prstGeom>
          <a:solidFill>
            <a:srgbClr val="0099FF">
              <a:alpha val="19607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5" name="Google Shape;1255;p26"/>
          <p:cNvSpPr txBox="1"/>
          <p:nvPr/>
        </p:nvSpPr>
        <p:spPr>
          <a:xfrm>
            <a:off x="0" y="4495800"/>
            <a:ext cx="9128125" cy="304800"/>
          </a:xfrm>
          <a:prstGeom prst="rect">
            <a:avLst/>
          </a:prstGeom>
          <a:solidFill>
            <a:srgbClr val="0099FF">
              <a:alpha val="19607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6" name="Google Shape;1256;p26"/>
          <p:cNvSpPr txBox="1"/>
          <p:nvPr/>
        </p:nvSpPr>
        <p:spPr>
          <a:xfrm>
            <a:off x="0" y="4800600"/>
            <a:ext cx="9128125" cy="304800"/>
          </a:xfrm>
          <a:prstGeom prst="rect">
            <a:avLst/>
          </a:prstGeom>
          <a:solidFill>
            <a:srgbClr val="0099FF">
              <a:alpha val="19607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7" name="Google Shape;1257;p26"/>
          <p:cNvSpPr txBox="1"/>
          <p:nvPr/>
        </p:nvSpPr>
        <p:spPr>
          <a:xfrm>
            <a:off x="0" y="5105400"/>
            <a:ext cx="9128125" cy="304800"/>
          </a:xfrm>
          <a:prstGeom prst="rect">
            <a:avLst/>
          </a:prstGeom>
          <a:solidFill>
            <a:srgbClr val="0099FF">
              <a:alpha val="19607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8" name="Google Shape;1258;p26"/>
          <p:cNvSpPr txBox="1"/>
          <p:nvPr/>
        </p:nvSpPr>
        <p:spPr>
          <a:xfrm>
            <a:off x="0" y="5410200"/>
            <a:ext cx="9128125" cy="304800"/>
          </a:xfrm>
          <a:prstGeom prst="rect">
            <a:avLst/>
          </a:prstGeom>
          <a:solidFill>
            <a:srgbClr val="0099FF">
              <a:alpha val="19607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9" name="Google Shape;1259;p26"/>
          <p:cNvSpPr txBox="1"/>
          <p:nvPr/>
        </p:nvSpPr>
        <p:spPr>
          <a:xfrm>
            <a:off x="0" y="6019800"/>
            <a:ext cx="9128125" cy="304800"/>
          </a:xfrm>
          <a:prstGeom prst="rect">
            <a:avLst/>
          </a:prstGeom>
          <a:solidFill>
            <a:srgbClr val="0099FF">
              <a:alpha val="19607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2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2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2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2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2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2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2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2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4" name="Shape 1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5" name="Google Shape;1265;p27"/>
          <p:cNvSpPr txBox="1"/>
          <p:nvPr>
            <p:ph type="title"/>
          </p:nvPr>
        </p:nvSpPr>
        <p:spPr>
          <a:xfrm>
            <a:off x="1143000" y="381000"/>
            <a:ext cx="67056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Verdana"/>
              <a:buNone/>
            </a:pP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Con trỏ và mảng một chiều</a:t>
            </a:r>
            <a:endParaRPr/>
          </a:p>
        </p:txBody>
      </p:sp>
      <p:sp>
        <p:nvSpPr>
          <p:cNvPr id="1266" name="Google Shape;1266;p27"/>
          <p:cNvSpPr txBox="1"/>
          <p:nvPr>
            <p:ph idx="1" type="body"/>
          </p:nvPr>
        </p:nvSpPr>
        <p:spPr>
          <a:xfrm>
            <a:off x="457200" y="1524000"/>
            <a:ext cx="82296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Noto Sans Symbols"/>
              <a:buChar char="❖"/>
            </a:pPr>
            <a:r>
              <a:rPr b="0" i="0" lang="en-US" sz="2800" u="none">
                <a:solidFill>
                  <a:srgbClr val="0A85FF"/>
                </a:solidFill>
                <a:latin typeface="Tahoma"/>
                <a:ea typeface="Tahoma"/>
                <a:cs typeface="Tahoma"/>
                <a:sym typeface="Tahoma"/>
              </a:rPr>
              <a:t>Ví dụ xuất mảng</a:t>
            </a:r>
            <a:endParaRPr/>
          </a:p>
        </p:txBody>
      </p:sp>
      <p:sp>
        <p:nvSpPr>
          <p:cNvPr id="1267" name="Google Shape;1267;p27"/>
          <p:cNvSpPr txBox="1"/>
          <p:nvPr/>
        </p:nvSpPr>
        <p:spPr>
          <a:xfrm>
            <a:off x="5181600" y="6477000"/>
            <a:ext cx="2895600" cy="233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None/>
            </a:pPr>
            <a:r>
              <a:rPr b="0" i="0" lang="en-US" sz="11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Dữ liệu kiểu con trỏ (cơ bản)</a:t>
            </a:r>
            <a:endParaRPr/>
          </a:p>
        </p:txBody>
      </p:sp>
      <p:sp>
        <p:nvSpPr>
          <p:cNvPr id="1268" name="Google Shape;1268;p27"/>
          <p:cNvSpPr/>
          <p:nvPr/>
        </p:nvSpPr>
        <p:spPr>
          <a:xfrm>
            <a:off x="685800" y="2057400"/>
            <a:ext cx="152400" cy="44196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9" name="Google Shape;1269;p27"/>
          <p:cNvSpPr txBox="1"/>
          <p:nvPr/>
        </p:nvSpPr>
        <p:spPr>
          <a:xfrm>
            <a:off x="838200" y="2057400"/>
            <a:ext cx="7010400" cy="4400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void main()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int a[10], n = 10, *pa;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pa = a;	// hoặc pa = &amp;a[0];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…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for (int i = 0; i&lt;n; i++)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printf(“%d”, a[i]);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printf(“%d”, pa[i]);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printf(“%d”, *(a + i));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printf(“%d”, *(pa + i));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printf(“%d”, *(</a:t>
            </a:r>
            <a:r>
              <a:rPr b="1" i="0" lang="en-US" sz="2000" u="non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a++)</a:t>
            </a: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printf(“%d”, *(pa++));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🡺 </a:t>
            </a:r>
            <a:r>
              <a:rPr b="1" i="0" lang="en-US" sz="2000" u="non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a[i] ⬄ *(a + i) ⬄ *(pa + i) ⬄ pa[i]</a:t>
            </a:r>
            <a:endParaRPr/>
          </a:p>
        </p:txBody>
      </p:sp>
      <p:sp>
        <p:nvSpPr>
          <p:cNvPr id="1270" name="Google Shape;1270;p27"/>
          <p:cNvSpPr txBox="1"/>
          <p:nvPr/>
        </p:nvSpPr>
        <p:spPr>
          <a:xfrm>
            <a:off x="0" y="2743200"/>
            <a:ext cx="9128125" cy="304800"/>
          </a:xfrm>
          <a:prstGeom prst="rect">
            <a:avLst/>
          </a:prstGeom>
          <a:solidFill>
            <a:srgbClr val="0099FF">
              <a:alpha val="19607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1" name="Google Shape;1271;p27"/>
          <p:cNvSpPr txBox="1"/>
          <p:nvPr/>
        </p:nvSpPr>
        <p:spPr>
          <a:xfrm>
            <a:off x="0" y="3048000"/>
            <a:ext cx="9128125" cy="304800"/>
          </a:xfrm>
          <a:prstGeom prst="rect">
            <a:avLst/>
          </a:prstGeom>
          <a:solidFill>
            <a:srgbClr val="0099FF">
              <a:alpha val="19607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2" name="Google Shape;1272;p27"/>
          <p:cNvSpPr txBox="1"/>
          <p:nvPr/>
        </p:nvSpPr>
        <p:spPr>
          <a:xfrm>
            <a:off x="0" y="3886200"/>
            <a:ext cx="9128125" cy="304800"/>
          </a:xfrm>
          <a:prstGeom prst="rect">
            <a:avLst/>
          </a:prstGeom>
          <a:solidFill>
            <a:srgbClr val="0099FF">
              <a:alpha val="19607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3" name="Google Shape;1273;p27"/>
          <p:cNvSpPr txBox="1"/>
          <p:nvPr/>
        </p:nvSpPr>
        <p:spPr>
          <a:xfrm>
            <a:off x="0" y="4191000"/>
            <a:ext cx="9128125" cy="304800"/>
          </a:xfrm>
          <a:prstGeom prst="rect">
            <a:avLst/>
          </a:prstGeom>
          <a:solidFill>
            <a:srgbClr val="0099FF">
              <a:alpha val="19607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4" name="Google Shape;1274;p27"/>
          <p:cNvSpPr txBox="1"/>
          <p:nvPr/>
        </p:nvSpPr>
        <p:spPr>
          <a:xfrm>
            <a:off x="0" y="4495800"/>
            <a:ext cx="9128125" cy="304800"/>
          </a:xfrm>
          <a:prstGeom prst="rect">
            <a:avLst/>
          </a:prstGeom>
          <a:solidFill>
            <a:srgbClr val="0099FF">
              <a:alpha val="19607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5" name="Google Shape;1275;p27"/>
          <p:cNvSpPr txBox="1"/>
          <p:nvPr/>
        </p:nvSpPr>
        <p:spPr>
          <a:xfrm>
            <a:off x="0" y="4800600"/>
            <a:ext cx="9128125" cy="304800"/>
          </a:xfrm>
          <a:prstGeom prst="rect">
            <a:avLst/>
          </a:prstGeom>
          <a:solidFill>
            <a:srgbClr val="0099FF">
              <a:alpha val="19607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6" name="Google Shape;1276;p27"/>
          <p:cNvSpPr txBox="1"/>
          <p:nvPr/>
        </p:nvSpPr>
        <p:spPr>
          <a:xfrm>
            <a:off x="0" y="5105400"/>
            <a:ext cx="9128125" cy="304800"/>
          </a:xfrm>
          <a:prstGeom prst="rect">
            <a:avLst/>
          </a:prstGeom>
          <a:solidFill>
            <a:srgbClr val="0099FF">
              <a:alpha val="19607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7" name="Google Shape;1277;p27"/>
          <p:cNvSpPr txBox="1"/>
          <p:nvPr/>
        </p:nvSpPr>
        <p:spPr>
          <a:xfrm>
            <a:off x="0" y="5410200"/>
            <a:ext cx="9128125" cy="304800"/>
          </a:xfrm>
          <a:prstGeom prst="rect">
            <a:avLst/>
          </a:prstGeom>
          <a:solidFill>
            <a:srgbClr val="0099FF">
              <a:alpha val="19607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8" name="Google Shape;1278;p27"/>
          <p:cNvSpPr txBox="1"/>
          <p:nvPr/>
        </p:nvSpPr>
        <p:spPr>
          <a:xfrm>
            <a:off x="0" y="6019800"/>
            <a:ext cx="9128125" cy="304800"/>
          </a:xfrm>
          <a:prstGeom prst="rect">
            <a:avLst/>
          </a:prstGeom>
          <a:solidFill>
            <a:srgbClr val="0099FF">
              <a:alpha val="19607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2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2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2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2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2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2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2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2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3" name="Shape 1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" name="Google Shape;1284;p28"/>
          <p:cNvSpPr txBox="1"/>
          <p:nvPr>
            <p:ph type="title"/>
          </p:nvPr>
        </p:nvSpPr>
        <p:spPr>
          <a:xfrm>
            <a:off x="1143000" y="381000"/>
            <a:ext cx="67056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Verdana"/>
              <a:buNone/>
            </a:pP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Truyền mảng 1 chiều cho hàm</a:t>
            </a:r>
            <a:endParaRPr/>
          </a:p>
        </p:txBody>
      </p:sp>
      <p:sp>
        <p:nvSpPr>
          <p:cNvPr id="1285" name="Google Shape;1285;p28"/>
          <p:cNvSpPr txBox="1"/>
          <p:nvPr>
            <p:ph idx="1" type="body"/>
          </p:nvPr>
        </p:nvSpPr>
        <p:spPr>
          <a:xfrm>
            <a:off x="457200" y="1524000"/>
            <a:ext cx="82296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Noto Sans Symbols"/>
              <a:buChar char="❖"/>
            </a:pPr>
            <a:r>
              <a:rPr b="0" i="0" lang="en-US" sz="2800" u="none">
                <a:solidFill>
                  <a:srgbClr val="0A85FF"/>
                </a:solidFill>
                <a:latin typeface="Tahoma"/>
                <a:ea typeface="Tahoma"/>
                <a:cs typeface="Tahoma"/>
                <a:sym typeface="Tahoma"/>
              </a:rPr>
              <a:t>Chú ý!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Mảng một chiều truyền cho hàm là </a:t>
            </a:r>
            <a:r>
              <a:rPr b="0" i="0" lang="en-US" sz="28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địa chỉ của phần tử đầu tiên</a:t>
            </a: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chứ không phải toàn mảng.</a:t>
            </a:r>
            <a:endParaRPr/>
          </a:p>
        </p:txBody>
      </p:sp>
      <p:sp>
        <p:nvSpPr>
          <p:cNvPr id="1286" name="Google Shape;1286;p28"/>
          <p:cNvSpPr txBox="1"/>
          <p:nvPr/>
        </p:nvSpPr>
        <p:spPr>
          <a:xfrm>
            <a:off x="5181600" y="6477000"/>
            <a:ext cx="2895600" cy="233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None/>
            </a:pPr>
            <a:r>
              <a:rPr b="0" i="0" lang="en-US" sz="11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Dữ liệu kiểu con trỏ (cơ bản)</a:t>
            </a:r>
            <a:endParaRPr/>
          </a:p>
        </p:txBody>
      </p:sp>
      <p:sp>
        <p:nvSpPr>
          <p:cNvPr id="1287" name="Google Shape;1287;p28"/>
          <p:cNvSpPr/>
          <p:nvPr/>
        </p:nvSpPr>
        <p:spPr>
          <a:xfrm>
            <a:off x="7543800" y="5410200"/>
            <a:ext cx="457200" cy="457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…</a:t>
            </a:r>
            <a:endParaRPr/>
          </a:p>
        </p:txBody>
      </p:sp>
      <p:sp>
        <p:nvSpPr>
          <p:cNvPr id="1288" name="Google Shape;1288;p28"/>
          <p:cNvSpPr/>
          <p:nvPr/>
        </p:nvSpPr>
        <p:spPr>
          <a:xfrm>
            <a:off x="685800" y="5410200"/>
            <a:ext cx="457200" cy="457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…</a:t>
            </a:r>
            <a:endParaRPr/>
          </a:p>
        </p:txBody>
      </p:sp>
      <p:sp>
        <p:nvSpPr>
          <p:cNvPr id="1289" name="Google Shape;1289;p28"/>
          <p:cNvSpPr/>
          <p:nvPr/>
        </p:nvSpPr>
        <p:spPr>
          <a:xfrm>
            <a:off x="11430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0" name="Google Shape;1290;p28"/>
          <p:cNvSpPr/>
          <p:nvPr/>
        </p:nvSpPr>
        <p:spPr>
          <a:xfrm>
            <a:off x="16002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1" name="Google Shape;1291;p28"/>
          <p:cNvSpPr/>
          <p:nvPr/>
        </p:nvSpPr>
        <p:spPr>
          <a:xfrm>
            <a:off x="20574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2" name="Google Shape;1292;p28"/>
          <p:cNvSpPr/>
          <p:nvPr/>
        </p:nvSpPr>
        <p:spPr>
          <a:xfrm>
            <a:off x="25146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3" name="Google Shape;1293;p28"/>
          <p:cNvSpPr/>
          <p:nvPr/>
        </p:nvSpPr>
        <p:spPr>
          <a:xfrm>
            <a:off x="29718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4" name="Google Shape;1294;p28"/>
          <p:cNvSpPr/>
          <p:nvPr/>
        </p:nvSpPr>
        <p:spPr>
          <a:xfrm>
            <a:off x="34290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5" name="Google Shape;1295;p28"/>
          <p:cNvSpPr/>
          <p:nvPr/>
        </p:nvSpPr>
        <p:spPr>
          <a:xfrm>
            <a:off x="38862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6" name="Google Shape;1296;p28"/>
          <p:cNvSpPr/>
          <p:nvPr/>
        </p:nvSpPr>
        <p:spPr>
          <a:xfrm>
            <a:off x="43434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7" name="Google Shape;1297;p28"/>
          <p:cNvSpPr/>
          <p:nvPr/>
        </p:nvSpPr>
        <p:spPr>
          <a:xfrm>
            <a:off x="48006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8" name="Google Shape;1298;p28"/>
          <p:cNvSpPr/>
          <p:nvPr/>
        </p:nvSpPr>
        <p:spPr>
          <a:xfrm>
            <a:off x="52578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9" name="Google Shape;1299;p28"/>
          <p:cNvSpPr/>
          <p:nvPr/>
        </p:nvSpPr>
        <p:spPr>
          <a:xfrm>
            <a:off x="57150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0" name="Google Shape;1300;p28"/>
          <p:cNvSpPr/>
          <p:nvPr/>
        </p:nvSpPr>
        <p:spPr>
          <a:xfrm>
            <a:off x="61722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1" name="Google Shape;1301;p28"/>
          <p:cNvSpPr/>
          <p:nvPr/>
        </p:nvSpPr>
        <p:spPr>
          <a:xfrm>
            <a:off x="66294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2" name="Google Shape;1302;p28"/>
          <p:cNvSpPr/>
          <p:nvPr/>
        </p:nvSpPr>
        <p:spPr>
          <a:xfrm>
            <a:off x="70866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3" name="Google Shape;1303;p28"/>
          <p:cNvSpPr/>
          <p:nvPr/>
        </p:nvSpPr>
        <p:spPr>
          <a:xfrm>
            <a:off x="11430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3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10</a:t>
            </a:r>
            <a:endParaRPr sz="900"/>
          </a:p>
        </p:txBody>
      </p:sp>
      <p:sp>
        <p:nvSpPr>
          <p:cNvPr id="1304" name="Google Shape;1304;p28"/>
          <p:cNvSpPr/>
          <p:nvPr/>
        </p:nvSpPr>
        <p:spPr>
          <a:xfrm>
            <a:off x="16002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3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11</a:t>
            </a:r>
            <a:endParaRPr sz="900"/>
          </a:p>
        </p:txBody>
      </p:sp>
      <p:sp>
        <p:nvSpPr>
          <p:cNvPr id="1305" name="Google Shape;1305;p28"/>
          <p:cNvSpPr/>
          <p:nvPr/>
        </p:nvSpPr>
        <p:spPr>
          <a:xfrm>
            <a:off x="20574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3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13</a:t>
            </a:r>
            <a:endParaRPr sz="900"/>
          </a:p>
        </p:txBody>
      </p:sp>
      <p:sp>
        <p:nvSpPr>
          <p:cNvPr id="1306" name="Google Shape;1306;p28"/>
          <p:cNvSpPr/>
          <p:nvPr/>
        </p:nvSpPr>
        <p:spPr>
          <a:xfrm>
            <a:off x="25146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3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14</a:t>
            </a:r>
            <a:endParaRPr sz="900"/>
          </a:p>
        </p:txBody>
      </p:sp>
      <p:sp>
        <p:nvSpPr>
          <p:cNvPr id="1307" name="Google Shape;1307;p28"/>
          <p:cNvSpPr/>
          <p:nvPr/>
        </p:nvSpPr>
        <p:spPr>
          <a:xfrm>
            <a:off x="29718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3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15</a:t>
            </a:r>
            <a:endParaRPr sz="900"/>
          </a:p>
        </p:txBody>
      </p:sp>
      <p:sp>
        <p:nvSpPr>
          <p:cNvPr id="1308" name="Google Shape;1308;p28"/>
          <p:cNvSpPr/>
          <p:nvPr/>
        </p:nvSpPr>
        <p:spPr>
          <a:xfrm>
            <a:off x="34290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3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16</a:t>
            </a:r>
            <a:endParaRPr sz="900"/>
          </a:p>
        </p:txBody>
      </p:sp>
      <p:sp>
        <p:nvSpPr>
          <p:cNvPr id="1309" name="Google Shape;1309;p28"/>
          <p:cNvSpPr/>
          <p:nvPr/>
        </p:nvSpPr>
        <p:spPr>
          <a:xfrm>
            <a:off x="38862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3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17</a:t>
            </a:r>
            <a:endParaRPr sz="900"/>
          </a:p>
        </p:txBody>
      </p:sp>
      <p:sp>
        <p:nvSpPr>
          <p:cNvPr id="1310" name="Google Shape;1310;p28"/>
          <p:cNvSpPr/>
          <p:nvPr/>
        </p:nvSpPr>
        <p:spPr>
          <a:xfrm>
            <a:off x="43434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3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18</a:t>
            </a:r>
            <a:endParaRPr sz="900"/>
          </a:p>
        </p:txBody>
      </p:sp>
      <p:sp>
        <p:nvSpPr>
          <p:cNvPr id="1311" name="Google Shape;1311;p28"/>
          <p:cNvSpPr/>
          <p:nvPr/>
        </p:nvSpPr>
        <p:spPr>
          <a:xfrm>
            <a:off x="48006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3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19</a:t>
            </a:r>
            <a:endParaRPr sz="900"/>
          </a:p>
        </p:txBody>
      </p:sp>
      <p:sp>
        <p:nvSpPr>
          <p:cNvPr id="1312" name="Google Shape;1312;p28"/>
          <p:cNvSpPr/>
          <p:nvPr/>
        </p:nvSpPr>
        <p:spPr>
          <a:xfrm>
            <a:off x="52578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3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20</a:t>
            </a:r>
            <a:endParaRPr sz="900"/>
          </a:p>
        </p:txBody>
      </p:sp>
      <p:sp>
        <p:nvSpPr>
          <p:cNvPr id="1313" name="Google Shape;1313;p28"/>
          <p:cNvSpPr/>
          <p:nvPr/>
        </p:nvSpPr>
        <p:spPr>
          <a:xfrm>
            <a:off x="57150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3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21</a:t>
            </a:r>
            <a:endParaRPr sz="900"/>
          </a:p>
        </p:txBody>
      </p:sp>
      <p:sp>
        <p:nvSpPr>
          <p:cNvPr id="1314" name="Google Shape;1314;p28"/>
          <p:cNvSpPr/>
          <p:nvPr/>
        </p:nvSpPr>
        <p:spPr>
          <a:xfrm>
            <a:off x="61722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3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22</a:t>
            </a:r>
            <a:endParaRPr sz="900"/>
          </a:p>
        </p:txBody>
      </p:sp>
      <p:sp>
        <p:nvSpPr>
          <p:cNvPr id="1315" name="Google Shape;1315;p28"/>
          <p:cNvSpPr/>
          <p:nvPr/>
        </p:nvSpPr>
        <p:spPr>
          <a:xfrm>
            <a:off x="66294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3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23</a:t>
            </a:r>
            <a:endParaRPr sz="900"/>
          </a:p>
        </p:txBody>
      </p:sp>
      <p:sp>
        <p:nvSpPr>
          <p:cNvPr id="1316" name="Google Shape;1316;p28"/>
          <p:cNvSpPr/>
          <p:nvPr/>
        </p:nvSpPr>
        <p:spPr>
          <a:xfrm>
            <a:off x="7086600" y="4953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Verdana"/>
              <a:buNone/>
            </a:pPr>
            <a:r>
              <a:rPr b="0" i="0" lang="en-US" sz="13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24</a:t>
            </a:r>
            <a:endParaRPr sz="900"/>
          </a:p>
        </p:txBody>
      </p:sp>
      <p:sp>
        <p:nvSpPr>
          <p:cNvPr id="1317" name="Google Shape;1317;p28"/>
          <p:cNvSpPr/>
          <p:nvPr/>
        </p:nvSpPr>
        <p:spPr>
          <a:xfrm>
            <a:off x="1600200" y="6248400"/>
            <a:ext cx="3276600" cy="457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int </a:t>
            </a:r>
            <a:r>
              <a:rPr b="0" i="0" lang="en-US" sz="2400" u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array</a:t>
            </a:r>
            <a:r>
              <a:rPr b="0" i="0" lang="en-US" sz="24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[3];</a:t>
            </a:r>
            <a:endParaRPr/>
          </a:p>
        </p:txBody>
      </p:sp>
      <p:cxnSp>
        <p:nvCxnSpPr>
          <p:cNvPr id="1318" name="Google Shape;1318;p28"/>
          <p:cNvCxnSpPr/>
          <p:nvPr/>
        </p:nvCxnSpPr>
        <p:spPr>
          <a:xfrm rot="-5400000">
            <a:off x="1639887" y="6132512"/>
            <a:ext cx="379412" cy="1587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sp>
        <p:nvSpPr>
          <p:cNvPr id="1319" name="Google Shape;1319;p28"/>
          <p:cNvSpPr/>
          <p:nvPr/>
        </p:nvSpPr>
        <p:spPr>
          <a:xfrm>
            <a:off x="1600200" y="5334000"/>
            <a:ext cx="1828800" cy="609600"/>
          </a:xfrm>
          <a:prstGeom prst="roundRect">
            <a:avLst>
              <a:gd fmla="val 16667" name="adj"/>
            </a:avLst>
          </a:prstGeom>
          <a:noFill/>
          <a:ln cap="flat" cmpd="sng" w="254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0" name="Google Shape;1320;p28"/>
          <p:cNvSpPr/>
          <p:nvPr/>
        </p:nvSpPr>
        <p:spPr>
          <a:xfrm>
            <a:off x="3429000" y="5334000"/>
            <a:ext cx="1828800" cy="609600"/>
          </a:xfrm>
          <a:prstGeom prst="roundRect">
            <a:avLst>
              <a:gd fmla="val 16667" name="adj"/>
            </a:avLst>
          </a:prstGeom>
          <a:noFill/>
          <a:ln cap="flat" cmpd="sng" w="254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1" name="Google Shape;1321;p28"/>
          <p:cNvSpPr/>
          <p:nvPr/>
        </p:nvSpPr>
        <p:spPr>
          <a:xfrm>
            <a:off x="5257800" y="5334000"/>
            <a:ext cx="1828800" cy="609600"/>
          </a:xfrm>
          <a:prstGeom prst="roundRect">
            <a:avLst>
              <a:gd fmla="val 16667" name="adj"/>
            </a:avLst>
          </a:prstGeom>
          <a:noFill/>
          <a:ln cap="flat" cmpd="sng" w="254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2" name="Google Shape;1322;p28"/>
          <p:cNvSpPr/>
          <p:nvPr/>
        </p:nvSpPr>
        <p:spPr>
          <a:xfrm>
            <a:off x="4876800" y="3429000"/>
            <a:ext cx="1219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int a[3]</a:t>
            </a:r>
            <a:endParaRPr/>
          </a:p>
        </p:txBody>
      </p:sp>
      <p:sp>
        <p:nvSpPr>
          <p:cNvPr id="1323" name="Google Shape;1323;p28"/>
          <p:cNvSpPr/>
          <p:nvPr/>
        </p:nvSpPr>
        <p:spPr>
          <a:xfrm>
            <a:off x="6248400" y="3429000"/>
            <a:ext cx="12954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int n</a:t>
            </a:r>
            <a:endParaRPr/>
          </a:p>
        </p:txBody>
      </p:sp>
      <p:sp>
        <p:nvSpPr>
          <p:cNvPr id="1324" name="Google Shape;1324;p28"/>
          <p:cNvSpPr/>
          <p:nvPr/>
        </p:nvSpPr>
        <p:spPr>
          <a:xfrm>
            <a:off x="3886200" y="3352800"/>
            <a:ext cx="3810000" cy="609600"/>
          </a:xfrm>
          <a:prstGeom prst="roundRect">
            <a:avLst>
              <a:gd fmla="val 16667" name="adj"/>
            </a:avLst>
          </a:prstGeom>
          <a:noFill/>
          <a:ln cap="flat" cmpd="sng" w="254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5" name="Google Shape;1325;p28"/>
          <p:cNvSpPr/>
          <p:nvPr/>
        </p:nvSpPr>
        <p:spPr>
          <a:xfrm>
            <a:off x="3962400" y="3429000"/>
            <a:ext cx="838200" cy="457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85FF"/>
              </a:buClr>
              <a:buSzPts val="2400"/>
              <a:buFont typeface="Verdana"/>
              <a:buNone/>
            </a:pPr>
            <a:r>
              <a:rPr b="0" i="0" lang="en-US" sz="2000" u="none">
                <a:solidFill>
                  <a:srgbClr val="0A85FF"/>
                </a:solidFill>
                <a:latin typeface="Verdana"/>
                <a:ea typeface="Verdana"/>
                <a:cs typeface="Verdana"/>
                <a:sym typeface="Verdana"/>
              </a:rPr>
              <a:t>xuất</a:t>
            </a:r>
            <a:endParaRPr sz="1000"/>
          </a:p>
        </p:txBody>
      </p:sp>
      <p:cxnSp>
        <p:nvCxnSpPr>
          <p:cNvPr id="1326" name="Google Shape;1326;p28"/>
          <p:cNvCxnSpPr/>
          <p:nvPr/>
        </p:nvCxnSpPr>
        <p:spPr>
          <a:xfrm rot="-5400000">
            <a:off x="5295900" y="3238500"/>
            <a:ext cx="381000" cy="3175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stealth"/>
            <a:tailEnd len="med" w="med" type="none"/>
          </a:ln>
        </p:spPr>
      </p:cxnSp>
      <p:cxnSp>
        <p:nvCxnSpPr>
          <p:cNvPr id="1327" name="Google Shape;1327;p28"/>
          <p:cNvCxnSpPr/>
          <p:nvPr/>
        </p:nvCxnSpPr>
        <p:spPr>
          <a:xfrm rot="5400000">
            <a:off x="876300" y="4000500"/>
            <a:ext cx="1905000" cy="3175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328" name="Google Shape;1328;p28"/>
          <p:cNvCxnSpPr/>
          <p:nvPr/>
        </p:nvCxnSpPr>
        <p:spPr>
          <a:xfrm flipH="1" rot="10800000">
            <a:off x="1828800" y="3048000"/>
            <a:ext cx="3657600" cy="1587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329" name="Google Shape;1329;p28"/>
          <p:cNvSpPr/>
          <p:nvPr/>
        </p:nvSpPr>
        <p:spPr>
          <a:xfrm>
            <a:off x="4191000" y="4267200"/>
            <a:ext cx="1219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int a[]</a:t>
            </a:r>
            <a:endParaRPr/>
          </a:p>
        </p:txBody>
      </p:sp>
      <p:sp>
        <p:nvSpPr>
          <p:cNvPr id="1330" name="Google Shape;1330;p28"/>
          <p:cNvSpPr/>
          <p:nvPr/>
        </p:nvSpPr>
        <p:spPr>
          <a:xfrm>
            <a:off x="5562600" y="4267200"/>
            <a:ext cx="1219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int *a</a:t>
            </a:r>
            <a:endParaRPr/>
          </a:p>
        </p:txBody>
      </p:sp>
      <p:cxnSp>
        <p:nvCxnSpPr>
          <p:cNvPr id="1331" name="Google Shape;1331;p28"/>
          <p:cNvCxnSpPr/>
          <p:nvPr/>
        </p:nvCxnSpPr>
        <p:spPr>
          <a:xfrm rot="-5400000">
            <a:off x="4953000" y="3733800"/>
            <a:ext cx="381000" cy="685800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stealth"/>
            <a:tailEnd len="med" w="med" type="none"/>
          </a:ln>
        </p:spPr>
      </p:cxnSp>
      <p:cxnSp>
        <p:nvCxnSpPr>
          <p:cNvPr id="1332" name="Google Shape;1332;p28"/>
          <p:cNvCxnSpPr/>
          <p:nvPr/>
        </p:nvCxnSpPr>
        <p:spPr>
          <a:xfrm flipH="1" rot="5400000">
            <a:off x="5638800" y="3733800"/>
            <a:ext cx="381000" cy="685800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stealth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7" name="Shape 1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8" name="Google Shape;1338;p29"/>
          <p:cNvSpPr txBox="1"/>
          <p:nvPr>
            <p:ph type="title"/>
          </p:nvPr>
        </p:nvSpPr>
        <p:spPr>
          <a:xfrm>
            <a:off x="1143000" y="381000"/>
            <a:ext cx="67056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Verdana"/>
              <a:buNone/>
            </a:pP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Đối số mảng truyền cho hàm</a:t>
            </a:r>
            <a:endParaRPr/>
          </a:p>
        </p:txBody>
      </p:sp>
      <p:sp>
        <p:nvSpPr>
          <p:cNvPr id="1339" name="Google Shape;1339;p29"/>
          <p:cNvSpPr txBox="1"/>
          <p:nvPr>
            <p:ph idx="1" type="body"/>
          </p:nvPr>
        </p:nvSpPr>
        <p:spPr>
          <a:xfrm>
            <a:off x="457200" y="1524000"/>
            <a:ext cx="82296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Noto Sans Symbols"/>
              <a:buChar char="❖"/>
            </a:pPr>
            <a:r>
              <a:rPr b="0" i="0" lang="en-US" sz="2800" u="none">
                <a:solidFill>
                  <a:srgbClr val="0A85FF"/>
                </a:solidFill>
                <a:latin typeface="Tahoma"/>
                <a:ea typeface="Tahoma"/>
                <a:cs typeface="Tahoma"/>
                <a:sym typeface="Tahoma"/>
              </a:rPr>
              <a:t>Ví dụ</a:t>
            </a:r>
            <a:endParaRPr/>
          </a:p>
        </p:txBody>
      </p:sp>
      <p:sp>
        <p:nvSpPr>
          <p:cNvPr id="1340" name="Google Shape;1340;p29"/>
          <p:cNvSpPr txBox="1"/>
          <p:nvPr/>
        </p:nvSpPr>
        <p:spPr>
          <a:xfrm>
            <a:off x="5181600" y="6477000"/>
            <a:ext cx="2895600" cy="233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None/>
            </a:pPr>
            <a:r>
              <a:rPr b="0" i="0" lang="en-US" sz="11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Dữ liệu kiểu con trỏ (cơ bản)</a:t>
            </a:r>
            <a:endParaRPr/>
          </a:p>
        </p:txBody>
      </p:sp>
      <p:sp>
        <p:nvSpPr>
          <p:cNvPr id="1341" name="Google Shape;1341;p29"/>
          <p:cNvSpPr/>
          <p:nvPr/>
        </p:nvSpPr>
        <p:spPr>
          <a:xfrm>
            <a:off x="685800" y="2057400"/>
            <a:ext cx="152400" cy="43434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2" name="Google Shape;1342;p29"/>
          <p:cNvSpPr txBox="1"/>
          <p:nvPr/>
        </p:nvSpPr>
        <p:spPr>
          <a:xfrm>
            <a:off x="838200" y="2057400"/>
            <a:ext cx="7010400" cy="4400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void xuat(int a[10], int n)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for (int i = 0; i&lt;n; i++)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printf(“%d”, *(a++));	// OK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void main()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int a[10], n = 10;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i="0" sz="2000" u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for (int i = 0; i&lt;n; i++)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printf(“%d”, *(</a:t>
            </a:r>
            <a:r>
              <a:rPr b="1" i="0" lang="en-US" sz="2000" u="non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a++</a:t>
            </a: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));	// Lỗi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🡺 Đối số mảng truyền cho hàm </a:t>
            </a:r>
            <a:r>
              <a:rPr b="1" i="0" lang="en-US" sz="2000" u="non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không phải hằng con trỏ</a:t>
            </a: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/>
          </a:p>
        </p:txBody>
      </p:sp>
      <p:sp>
        <p:nvSpPr>
          <p:cNvPr id="1343" name="Google Shape;1343;p29"/>
          <p:cNvSpPr txBox="1"/>
          <p:nvPr/>
        </p:nvSpPr>
        <p:spPr>
          <a:xfrm>
            <a:off x="4724400" y="2971800"/>
            <a:ext cx="914400" cy="304800"/>
          </a:xfrm>
          <a:prstGeom prst="rect">
            <a:avLst/>
          </a:prstGeom>
          <a:solidFill>
            <a:srgbClr val="0099FF">
              <a:alpha val="19607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4" name="Google Shape;1344;p29"/>
          <p:cNvSpPr txBox="1"/>
          <p:nvPr/>
        </p:nvSpPr>
        <p:spPr>
          <a:xfrm>
            <a:off x="4724400" y="5105400"/>
            <a:ext cx="914400" cy="304800"/>
          </a:xfrm>
          <a:prstGeom prst="rect">
            <a:avLst/>
          </a:prstGeom>
          <a:solidFill>
            <a:srgbClr val="0099FF">
              <a:alpha val="19607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5" name="Google Shape;1345;p29"/>
          <p:cNvSpPr txBox="1"/>
          <p:nvPr/>
        </p:nvSpPr>
        <p:spPr>
          <a:xfrm>
            <a:off x="0" y="5791200"/>
            <a:ext cx="9144000" cy="533400"/>
          </a:xfrm>
          <a:prstGeom prst="rect">
            <a:avLst/>
          </a:prstGeom>
          <a:solidFill>
            <a:srgbClr val="0099FF">
              <a:alpha val="19607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3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3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3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0" name="Shape 1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" name="Google Shape;1351;p30"/>
          <p:cNvSpPr txBox="1"/>
          <p:nvPr>
            <p:ph idx="1" type="body"/>
          </p:nvPr>
        </p:nvSpPr>
        <p:spPr>
          <a:xfrm>
            <a:off x="457200" y="1524000"/>
            <a:ext cx="82296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Noto Sans Symbols"/>
              <a:buChar char="❖"/>
            </a:pPr>
            <a:r>
              <a:rPr b="0" i="0" lang="en-US" sz="2800" u="none">
                <a:solidFill>
                  <a:srgbClr val="0A85FF"/>
                </a:solidFill>
                <a:latin typeface="Tahoma"/>
                <a:ea typeface="Tahoma"/>
                <a:cs typeface="Tahoma"/>
                <a:sym typeface="Tahoma"/>
              </a:rPr>
              <a:t>Lưu ý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Không</a:t>
            </a: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thực hiện các phép toán </a:t>
            </a:r>
            <a:r>
              <a:rPr b="0" i="0" lang="en-US" sz="28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*</a:t>
            </a: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, </a:t>
            </a:r>
            <a:r>
              <a:rPr b="0" i="0" lang="en-US" sz="28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/</a:t>
            </a: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, </a:t>
            </a:r>
            <a:r>
              <a:rPr b="0" i="0" lang="en-US" sz="28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%</a:t>
            </a: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Tăng/giảm con trỏ n đơn vị có nghĩa là tăng/giảm giá trị của nó </a:t>
            </a:r>
            <a:r>
              <a:rPr b="0" i="0" lang="en-US" sz="28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n*sizeof(&lt;kiểu dữ liệu mà nó trỏ đến&gt;) </a:t>
            </a: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(bytes)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Không thể</a:t>
            </a: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tăng/giảm biến mảng (con trỏ hằng). Hãy gán một con trỏ đến địa chỉ đầu của mảng và tăng/giảm con trỏ đó.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Đối số mảng một chiều truyền cho hàm là địa chỉ phần tử đầu tiên của mảng.</a:t>
            </a:r>
            <a:endParaRPr/>
          </a:p>
          <a:p>
            <a:pPr indent="-165100" lvl="0" marL="342900" marR="0" rtl="0" algn="l"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352" name="Google Shape;1352;p30"/>
          <p:cNvSpPr txBox="1"/>
          <p:nvPr>
            <p:ph type="title"/>
          </p:nvPr>
        </p:nvSpPr>
        <p:spPr>
          <a:xfrm>
            <a:off x="1143000" y="381000"/>
            <a:ext cx="67056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Verdana"/>
              <a:buNone/>
            </a:pP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Con trỏ và mảng một chiều</a:t>
            </a:r>
            <a:endParaRPr/>
          </a:p>
        </p:txBody>
      </p:sp>
      <p:sp>
        <p:nvSpPr>
          <p:cNvPr id="1353" name="Google Shape;1353;p30"/>
          <p:cNvSpPr txBox="1"/>
          <p:nvPr/>
        </p:nvSpPr>
        <p:spPr>
          <a:xfrm>
            <a:off x="5181600" y="6477000"/>
            <a:ext cx="2895600" cy="233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None/>
            </a:pPr>
            <a:r>
              <a:rPr b="0" i="0" lang="en-US" sz="11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Dữ liệu kiểu con trỏ (cơ bản)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8" name="Shape 1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9" name="Google Shape;1359;p31"/>
          <p:cNvSpPr txBox="1"/>
          <p:nvPr>
            <p:ph type="title"/>
          </p:nvPr>
        </p:nvSpPr>
        <p:spPr>
          <a:xfrm>
            <a:off x="1143000" y="381000"/>
            <a:ext cx="67056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Verdana"/>
              <a:buNone/>
            </a:pP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Con trỏ và cấu trúc</a:t>
            </a:r>
            <a:endParaRPr/>
          </a:p>
        </p:txBody>
      </p:sp>
      <p:sp>
        <p:nvSpPr>
          <p:cNvPr id="1360" name="Google Shape;1360;p31"/>
          <p:cNvSpPr txBox="1"/>
          <p:nvPr>
            <p:ph idx="1" type="body"/>
          </p:nvPr>
        </p:nvSpPr>
        <p:spPr>
          <a:xfrm>
            <a:off x="457200" y="1524000"/>
            <a:ext cx="82296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Noto Sans Symbols"/>
              <a:buChar char="❖"/>
            </a:pPr>
            <a:r>
              <a:rPr b="0" i="0" lang="en-US" sz="2800" u="none">
                <a:solidFill>
                  <a:srgbClr val="0A85FF"/>
                </a:solidFill>
                <a:latin typeface="Tahoma"/>
                <a:ea typeface="Tahoma"/>
                <a:cs typeface="Tahoma"/>
                <a:sym typeface="Tahoma"/>
              </a:rPr>
              <a:t>Truy xuất bằng 2 cách</a:t>
            </a:r>
            <a:endParaRPr/>
          </a:p>
          <a:p>
            <a:pPr indent="-1651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651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Noto Sans Symbols"/>
              <a:buChar char="❖"/>
            </a:pPr>
            <a:r>
              <a:rPr b="0" i="0" lang="en-US" sz="2800" u="none">
                <a:solidFill>
                  <a:srgbClr val="0A85FF"/>
                </a:solidFill>
                <a:latin typeface="Tahoma"/>
                <a:ea typeface="Tahoma"/>
                <a:cs typeface="Tahoma"/>
                <a:sym typeface="Tahoma"/>
              </a:rPr>
              <a:t>Ví dụ</a:t>
            </a:r>
            <a:endParaRPr/>
          </a:p>
          <a:p>
            <a:pPr indent="-165100" lvl="0" marL="342900" marR="0" rtl="0" algn="l"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>
              <a:solidFill>
                <a:srgbClr val="0A85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361" name="Google Shape;1361;p31"/>
          <p:cNvSpPr txBox="1"/>
          <p:nvPr/>
        </p:nvSpPr>
        <p:spPr>
          <a:xfrm>
            <a:off x="5181600" y="6477000"/>
            <a:ext cx="2895600" cy="233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None/>
            </a:pPr>
            <a:r>
              <a:rPr b="0" i="0" lang="en-US" sz="11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Dữ liệu kiểu con trỏ (cơ bản)</a:t>
            </a:r>
            <a:endParaRPr/>
          </a:p>
        </p:txBody>
      </p:sp>
      <p:sp>
        <p:nvSpPr>
          <p:cNvPr id="1362" name="Google Shape;1362;p31"/>
          <p:cNvSpPr/>
          <p:nvPr/>
        </p:nvSpPr>
        <p:spPr>
          <a:xfrm>
            <a:off x="685800" y="3614737"/>
            <a:ext cx="152400" cy="2786062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3" name="Google Shape;1363;p31"/>
          <p:cNvSpPr txBox="1"/>
          <p:nvPr/>
        </p:nvSpPr>
        <p:spPr>
          <a:xfrm>
            <a:off x="838200" y="3614737"/>
            <a:ext cx="7010400" cy="2862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typedef struct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int tu, mau;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 PHANSO;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PHANSO ps1, </a:t>
            </a:r>
            <a:r>
              <a:rPr b="1" i="0" lang="en-US" sz="2000" u="non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ps2 = &amp;ps1; // ps2 là con trỏ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i="0" sz="2000" u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ps1</a:t>
            </a:r>
            <a:r>
              <a:rPr b="1" i="0" lang="en-US" sz="2000" u="non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tu = 1; ps1</a:t>
            </a:r>
            <a:r>
              <a:rPr b="1" i="0" lang="en-US" sz="2000" u="non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mau = 2;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ps2</a:t>
            </a:r>
            <a:r>
              <a:rPr b="1" i="0" lang="en-US" sz="2000" u="non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-&gt;</a:t>
            </a: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tu = 1; ps2</a:t>
            </a:r>
            <a:r>
              <a:rPr b="1" i="0" lang="en-US" sz="2000" u="non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-&gt;</a:t>
            </a: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mau = 2;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⬄ (</a:t>
            </a:r>
            <a:r>
              <a:rPr b="1" i="0" lang="en-US" sz="2000" u="non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ps2)</a:t>
            </a:r>
            <a:r>
              <a:rPr b="1" i="0" lang="en-US" sz="2000" u="non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tu = 1; (</a:t>
            </a:r>
            <a:r>
              <a:rPr b="1" i="0" lang="en-US" sz="2000" u="non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ps2)</a:t>
            </a:r>
            <a:r>
              <a:rPr b="1" i="0" lang="en-US" sz="2000" u="non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mau = 2;</a:t>
            </a:r>
            <a:endParaRPr/>
          </a:p>
        </p:txBody>
      </p:sp>
      <p:sp>
        <p:nvSpPr>
          <p:cNvPr id="1364" name="Google Shape;1364;p31"/>
          <p:cNvSpPr/>
          <p:nvPr/>
        </p:nvSpPr>
        <p:spPr>
          <a:xfrm>
            <a:off x="685800" y="2133600"/>
            <a:ext cx="152400" cy="762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5" name="Google Shape;1365;p31"/>
          <p:cNvSpPr txBox="1"/>
          <p:nvPr/>
        </p:nvSpPr>
        <p:spPr>
          <a:xfrm>
            <a:off x="838200" y="2133600"/>
            <a:ext cx="8305800" cy="708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&lt;tên biến con trỏ cấu trúc&gt;</a:t>
            </a:r>
            <a:r>
              <a:rPr b="1" i="0" lang="en-US" sz="2000" u="non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-&gt;</a:t>
            </a: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&lt;tên thành phần&gt;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i="0" lang="en-US" sz="2000" u="non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&lt;tên biến con trỏ cấu trúc&gt;)</a:t>
            </a:r>
            <a:r>
              <a:rPr b="1" i="0" lang="en-US" sz="2000" u="non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&lt;tên thành phần&gt;</a:t>
            </a:r>
            <a:endParaRPr/>
          </a:p>
        </p:txBody>
      </p:sp>
      <p:sp>
        <p:nvSpPr>
          <p:cNvPr id="1366" name="Google Shape;1366;p31"/>
          <p:cNvSpPr txBox="1"/>
          <p:nvPr/>
        </p:nvSpPr>
        <p:spPr>
          <a:xfrm>
            <a:off x="0" y="2133600"/>
            <a:ext cx="9128125" cy="304800"/>
          </a:xfrm>
          <a:prstGeom prst="rect">
            <a:avLst/>
          </a:prstGeom>
          <a:solidFill>
            <a:srgbClr val="0099FF">
              <a:alpha val="19607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7" name="Google Shape;1367;p31"/>
          <p:cNvSpPr txBox="1"/>
          <p:nvPr/>
        </p:nvSpPr>
        <p:spPr>
          <a:xfrm>
            <a:off x="0" y="5791200"/>
            <a:ext cx="9128125" cy="304800"/>
          </a:xfrm>
          <a:prstGeom prst="rect">
            <a:avLst/>
          </a:prstGeom>
          <a:solidFill>
            <a:srgbClr val="0099FF">
              <a:alpha val="19607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8" name="Google Shape;1368;p31"/>
          <p:cNvSpPr txBox="1"/>
          <p:nvPr/>
        </p:nvSpPr>
        <p:spPr>
          <a:xfrm>
            <a:off x="0" y="2438400"/>
            <a:ext cx="9128125" cy="304800"/>
          </a:xfrm>
          <a:prstGeom prst="rect">
            <a:avLst/>
          </a:prstGeom>
          <a:solidFill>
            <a:srgbClr val="0099FF">
              <a:alpha val="19607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9" name="Google Shape;1369;p31"/>
          <p:cNvSpPr txBox="1"/>
          <p:nvPr/>
        </p:nvSpPr>
        <p:spPr>
          <a:xfrm>
            <a:off x="0" y="6096000"/>
            <a:ext cx="9128125" cy="304800"/>
          </a:xfrm>
          <a:prstGeom prst="rect">
            <a:avLst/>
          </a:prstGeom>
          <a:solidFill>
            <a:srgbClr val="0099FF">
              <a:alpha val="19607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3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3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4" name="Shape 1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5" name="Google Shape;1375;p32"/>
          <p:cNvSpPr txBox="1"/>
          <p:nvPr>
            <p:ph type="title"/>
          </p:nvPr>
        </p:nvSpPr>
        <p:spPr>
          <a:xfrm>
            <a:off x="1143000" y="381000"/>
            <a:ext cx="67056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Verdana"/>
              <a:buNone/>
            </a:pP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Bài tập</a:t>
            </a:r>
            <a:endParaRPr/>
          </a:p>
        </p:txBody>
      </p:sp>
      <p:sp>
        <p:nvSpPr>
          <p:cNvPr id="1376" name="Google Shape;1376;p32"/>
          <p:cNvSpPr txBox="1"/>
          <p:nvPr>
            <p:ph idx="1" type="body"/>
          </p:nvPr>
        </p:nvSpPr>
        <p:spPr>
          <a:xfrm>
            <a:off x="457200" y="1524000"/>
            <a:ext cx="82296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Noto Sans Symbols"/>
              <a:buChar char="❖"/>
            </a:pPr>
            <a:r>
              <a:rPr b="0" i="0" lang="en-US" sz="2800" u="none">
                <a:solidFill>
                  <a:srgbClr val="0A85FF"/>
                </a:solidFill>
                <a:latin typeface="Tahoma"/>
                <a:ea typeface="Tahoma"/>
                <a:cs typeface="Tahoma"/>
                <a:sym typeface="Tahoma"/>
              </a:rPr>
              <a:t>Bài 1:</a:t>
            </a: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Cho đoạn chương trình sau: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	float pay;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	float *ptr_pay;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	pay=2313.54;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	ptr_pay = &amp;pay;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Noto Sans Symbols"/>
              <a:buNone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	🡺 Hãy cho biết giá trị của: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	a. pay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	b. *ptr_pay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	c. *pay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	d. &amp;pay</a:t>
            </a:r>
            <a:endParaRPr/>
          </a:p>
          <a:p>
            <a:pPr indent="-165100" lvl="0" marL="342900" marR="0" rtl="0" algn="l"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377" name="Google Shape;1377;p32"/>
          <p:cNvSpPr txBox="1"/>
          <p:nvPr/>
        </p:nvSpPr>
        <p:spPr>
          <a:xfrm>
            <a:off x="5181600" y="6477000"/>
            <a:ext cx="2895600" cy="233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None/>
            </a:pPr>
            <a:r>
              <a:rPr b="0" i="0" lang="en-US" sz="11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Dữ liệu kiểu con trỏ (cơ bản)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2" name="Shape 1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3" name="Google Shape;1383;p33"/>
          <p:cNvSpPr txBox="1"/>
          <p:nvPr>
            <p:ph type="title"/>
          </p:nvPr>
        </p:nvSpPr>
        <p:spPr>
          <a:xfrm>
            <a:off x="1143000" y="381000"/>
            <a:ext cx="67056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Verdana"/>
              <a:buNone/>
            </a:pP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Bài tập</a:t>
            </a:r>
            <a:endParaRPr/>
          </a:p>
        </p:txBody>
      </p:sp>
      <p:sp>
        <p:nvSpPr>
          <p:cNvPr id="1384" name="Google Shape;1384;p33"/>
          <p:cNvSpPr txBox="1"/>
          <p:nvPr>
            <p:ph idx="1" type="body"/>
          </p:nvPr>
        </p:nvSpPr>
        <p:spPr>
          <a:xfrm>
            <a:off x="457200" y="1524000"/>
            <a:ext cx="82296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Noto Sans Symbols"/>
              <a:buChar char="❖"/>
            </a:pPr>
            <a:r>
              <a:rPr b="0" i="0" lang="en-US" sz="2800" u="none">
                <a:solidFill>
                  <a:srgbClr val="0A85FF"/>
                </a:solidFill>
                <a:latin typeface="Tahoma"/>
                <a:ea typeface="Tahoma"/>
                <a:cs typeface="Tahoma"/>
                <a:sym typeface="Tahoma"/>
              </a:rPr>
              <a:t>Bài 2: </a:t>
            </a: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Tìm lỗi</a:t>
            </a:r>
            <a:endParaRPr/>
          </a:p>
          <a:p>
            <a:pPr indent="-165100" lvl="0" marL="342900" marR="0" rtl="0" algn="l"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385" name="Google Shape;1385;p33"/>
          <p:cNvSpPr txBox="1"/>
          <p:nvPr/>
        </p:nvSpPr>
        <p:spPr>
          <a:xfrm>
            <a:off x="5181600" y="6477000"/>
            <a:ext cx="2895600" cy="233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None/>
            </a:pPr>
            <a:r>
              <a:rPr b="0" i="0" lang="en-US" sz="11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Dữ liệu kiểu con trỏ (cơ bản)</a:t>
            </a:r>
            <a:endParaRPr/>
          </a:p>
        </p:txBody>
      </p:sp>
      <p:sp>
        <p:nvSpPr>
          <p:cNvPr id="1386" name="Google Shape;1386;p33"/>
          <p:cNvSpPr/>
          <p:nvPr/>
        </p:nvSpPr>
        <p:spPr>
          <a:xfrm>
            <a:off x="685800" y="2057400"/>
            <a:ext cx="152400" cy="40386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7" name="Google Shape;1387;p33"/>
          <p:cNvSpPr txBox="1"/>
          <p:nvPr/>
        </p:nvSpPr>
        <p:spPr>
          <a:xfrm>
            <a:off x="838200" y="2057400"/>
            <a:ext cx="7010400" cy="40941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#include &lt;stdio.h&gt;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#include &lt;conio.h&gt;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i="0" sz="2000" u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void main()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int *x, y = 2;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i="0" sz="2000" u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*x = y;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*x += y++;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i="0" sz="2000" u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printf("%d %d", *x, y);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getch();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2" name="Shape 1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3" name="Google Shape;1393;p34"/>
          <p:cNvSpPr txBox="1"/>
          <p:nvPr>
            <p:ph type="title"/>
          </p:nvPr>
        </p:nvSpPr>
        <p:spPr>
          <a:xfrm>
            <a:off x="1143000" y="381000"/>
            <a:ext cx="67056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Verdana"/>
              <a:buNone/>
            </a:pP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Bài tập</a:t>
            </a:r>
            <a:endParaRPr/>
          </a:p>
        </p:txBody>
      </p:sp>
      <p:sp>
        <p:nvSpPr>
          <p:cNvPr id="1394" name="Google Shape;1394;p34"/>
          <p:cNvSpPr txBox="1"/>
          <p:nvPr>
            <p:ph idx="1" type="body"/>
          </p:nvPr>
        </p:nvSpPr>
        <p:spPr>
          <a:xfrm>
            <a:off x="457200" y="1524000"/>
            <a:ext cx="82296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Noto Sans Symbols"/>
              <a:buChar char="❖"/>
            </a:pPr>
            <a:r>
              <a:rPr b="0" i="0" lang="en-US" sz="2800" u="none">
                <a:solidFill>
                  <a:srgbClr val="0A85FF"/>
                </a:solidFill>
                <a:latin typeface="Tahoma"/>
                <a:ea typeface="Tahoma"/>
                <a:cs typeface="Tahoma"/>
                <a:sym typeface="Tahoma"/>
              </a:rPr>
              <a:t>Bài 3:</a:t>
            </a: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Cho đoạn chương trình sau: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	int  *pint;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	float f;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	char c;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	double *pd;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Noto Sans Symbols"/>
              <a:buNone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	🡺 Hãy chọn phát biểu sai cú pháp: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	a. f = *pint;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	b. c = *pd;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	c. *pint = *pd;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	d. pd = f;</a:t>
            </a:r>
            <a:endParaRPr/>
          </a:p>
          <a:p>
            <a:pPr indent="-165100" lvl="0" marL="342900" marR="0" rtl="0" algn="l"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395" name="Google Shape;1395;p34"/>
          <p:cNvSpPr txBox="1"/>
          <p:nvPr/>
        </p:nvSpPr>
        <p:spPr>
          <a:xfrm>
            <a:off x="5181600" y="6477000"/>
            <a:ext cx="2895600" cy="233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None/>
            </a:pPr>
            <a:r>
              <a:rPr b="0" i="0" lang="en-US" sz="11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Dữ liệu kiểu con trỏ (cơ bản)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0" name="Shape 1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1" name="Google Shape;1401;p35"/>
          <p:cNvSpPr txBox="1"/>
          <p:nvPr>
            <p:ph type="title"/>
          </p:nvPr>
        </p:nvSpPr>
        <p:spPr>
          <a:xfrm>
            <a:off x="1143000" y="381000"/>
            <a:ext cx="67056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Verdana"/>
              <a:buNone/>
            </a:pP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Bài tập</a:t>
            </a:r>
            <a:endParaRPr/>
          </a:p>
        </p:txBody>
      </p:sp>
      <p:sp>
        <p:nvSpPr>
          <p:cNvPr id="1402" name="Google Shape;1402;p35"/>
          <p:cNvSpPr txBox="1"/>
          <p:nvPr>
            <p:ph idx="1" type="body"/>
          </p:nvPr>
        </p:nvSpPr>
        <p:spPr>
          <a:xfrm>
            <a:off x="457200" y="1524000"/>
            <a:ext cx="82296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4487" lvl="0" marL="3444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Noto Sans Symbols"/>
              <a:buChar char="❖"/>
            </a:pPr>
            <a:r>
              <a:rPr b="0" i="0" lang="en-US" sz="2800" u="none">
                <a:solidFill>
                  <a:srgbClr val="2B93FF"/>
                </a:solidFill>
                <a:latin typeface="Tahoma"/>
                <a:ea typeface="Tahoma"/>
                <a:cs typeface="Tahoma"/>
                <a:sym typeface="Tahoma"/>
              </a:rPr>
              <a:t>Bài 4:</a:t>
            </a: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Toán tử nào dùng để xác định địa chỉ của một biến?</a:t>
            </a:r>
            <a:endParaRPr/>
          </a:p>
          <a:p>
            <a:pPr indent="-344487" lvl="0" marL="344487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Noto Sans Symbols"/>
              <a:buNone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	🡺</a:t>
            </a:r>
            <a:endParaRPr b="0" i="0" sz="2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4487" lvl="0" marL="344487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Noto Sans Symbols"/>
              <a:buChar char="❖"/>
            </a:pPr>
            <a:r>
              <a:rPr b="0" i="0" lang="en-US" sz="2800" u="none">
                <a:solidFill>
                  <a:srgbClr val="2B93FF"/>
                </a:solidFill>
                <a:latin typeface="Tahoma"/>
                <a:ea typeface="Tahoma"/>
                <a:cs typeface="Tahoma"/>
                <a:sym typeface="Tahoma"/>
              </a:rPr>
              <a:t>Bài 5:</a:t>
            </a: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Toán tử nào dùng để xác định giá trị của biến do con trỏ trỏ đến?</a:t>
            </a:r>
            <a:endParaRPr/>
          </a:p>
          <a:p>
            <a:pPr indent="-344487" lvl="0" marL="344487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Noto Sans Symbols"/>
              <a:buNone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	🡺</a:t>
            </a:r>
            <a:endParaRPr b="0" i="0" sz="2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4487" lvl="0" marL="344487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Noto Sans Symbols"/>
              <a:buChar char="❖"/>
            </a:pPr>
            <a:r>
              <a:rPr b="0" i="0" lang="en-US" sz="2800" u="none">
                <a:solidFill>
                  <a:srgbClr val="2B93FF"/>
                </a:solidFill>
                <a:latin typeface="Tahoma"/>
                <a:ea typeface="Tahoma"/>
                <a:cs typeface="Tahoma"/>
                <a:sym typeface="Tahoma"/>
              </a:rPr>
              <a:t>Bài 6:</a:t>
            </a: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Phép lấy giá trị gián tiếp là gì?</a:t>
            </a:r>
            <a:endParaRPr/>
          </a:p>
          <a:p>
            <a:pPr indent="-344487" lvl="0" marL="344487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Noto Sans Symbols"/>
              <a:buNone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	🡺</a:t>
            </a:r>
            <a:endParaRPr/>
          </a:p>
        </p:txBody>
      </p:sp>
      <p:sp>
        <p:nvSpPr>
          <p:cNvPr id="1403" name="Google Shape;1403;p35"/>
          <p:cNvSpPr txBox="1"/>
          <p:nvPr/>
        </p:nvSpPr>
        <p:spPr>
          <a:xfrm>
            <a:off x="5181600" y="6477000"/>
            <a:ext cx="2895600" cy="233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None/>
            </a:pPr>
            <a:r>
              <a:rPr b="0" i="0" lang="en-US" sz="11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Dữ liệu kiểu con trỏ (cơ bản)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8" name="Shape 1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9" name="Google Shape;1409;p36"/>
          <p:cNvSpPr txBox="1"/>
          <p:nvPr>
            <p:ph type="title"/>
          </p:nvPr>
        </p:nvSpPr>
        <p:spPr>
          <a:xfrm>
            <a:off x="1143000" y="381000"/>
            <a:ext cx="67056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Verdana"/>
              <a:buNone/>
            </a:pP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Bài tập</a:t>
            </a:r>
            <a:endParaRPr/>
          </a:p>
        </p:txBody>
      </p:sp>
      <p:sp>
        <p:nvSpPr>
          <p:cNvPr id="1410" name="Google Shape;1410;p36"/>
          <p:cNvSpPr txBox="1"/>
          <p:nvPr>
            <p:ph idx="1" type="body"/>
          </p:nvPr>
        </p:nvSpPr>
        <p:spPr>
          <a:xfrm>
            <a:off x="457200" y="1524000"/>
            <a:ext cx="82296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4487" lvl="0" marL="3444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Noto Sans Symbols"/>
              <a:buChar char="❖"/>
            </a:pPr>
            <a:r>
              <a:rPr b="0" i="0" lang="en-US" sz="2800" u="none">
                <a:solidFill>
                  <a:srgbClr val="2B93FF"/>
                </a:solidFill>
                <a:latin typeface="Tahoma"/>
                <a:ea typeface="Tahoma"/>
                <a:cs typeface="Tahoma"/>
                <a:sym typeface="Tahoma"/>
              </a:rPr>
              <a:t>Bài 7:</a:t>
            </a: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Các phần tử trong mảng được sắp xếp trong bộ nhớ như thế nào?</a:t>
            </a:r>
            <a:endParaRPr/>
          </a:p>
          <a:p>
            <a:pPr indent="-344487" lvl="0" marL="344487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Noto Sans Symbols"/>
              <a:buNone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	🡺</a:t>
            </a:r>
            <a:b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 b="0" i="0" sz="2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4487" lvl="0" marL="344487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Noto Sans Symbols"/>
              <a:buChar char="❖"/>
            </a:pPr>
            <a:r>
              <a:rPr b="0" i="0" lang="en-US" sz="2800" u="none">
                <a:solidFill>
                  <a:srgbClr val="2B93FF"/>
                </a:solidFill>
                <a:latin typeface="Tahoma"/>
                <a:ea typeface="Tahoma"/>
                <a:cs typeface="Tahoma"/>
                <a:sym typeface="Tahoma"/>
              </a:rPr>
              <a:t>Bài 8:</a:t>
            </a: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Cho mảng một chiều data. Trình bày 2 cách lấy địa chỉ phần tử đầu tiên của mảng này.</a:t>
            </a:r>
            <a:endParaRPr/>
          </a:p>
          <a:p>
            <a:pPr indent="-344487" lvl="0" marL="344487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Noto Sans Symbols"/>
              <a:buNone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	🡺</a:t>
            </a:r>
            <a:endParaRPr/>
          </a:p>
        </p:txBody>
      </p:sp>
      <p:sp>
        <p:nvSpPr>
          <p:cNvPr id="1411" name="Google Shape;1411;p36"/>
          <p:cNvSpPr txBox="1"/>
          <p:nvPr/>
        </p:nvSpPr>
        <p:spPr>
          <a:xfrm>
            <a:off x="5181600" y="6477000"/>
            <a:ext cx="2895600" cy="233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None/>
            </a:pPr>
            <a:r>
              <a:rPr b="0" i="0" lang="en-US" sz="11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Dữ liệu kiểu con trỏ (cơ bản)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6" name="Shape 1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7" name="Google Shape;1417;p37"/>
          <p:cNvSpPr txBox="1"/>
          <p:nvPr>
            <p:ph type="title"/>
          </p:nvPr>
        </p:nvSpPr>
        <p:spPr>
          <a:xfrm>
            <a:off x="1143000" y="381000"/>
            <a:ext cx="67056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Verdana"/>
              <a:buNone/>
            </a:pP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Bài tập</a:t>
            </a:r>
            <a:endParaRPr/>
          </a:p>
        </p:txBody>
      </p:sp>
      <p:sp>
        <p:nvSpPr>
          <p:cNvPr id="1418" name="Google Shape;1418;p37"/>
          <p:cNvSpPr txBox="1"/>
          <p:nvPr>
            <p:ph idx="1" type="body"/>
          </p:nvPr>
        </p:nvSpPr>
        <p:spPr>
          <a:xfrm>
            <a:off x="457200" y="1524000"/>
            <a:ext cx="82296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4487" lvl="0" marL="3444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Noto Sans Symbols"/>
              <a:buChar char="❖"/>
            </a:pPr>
            <a:r>
              <a:rPr b="0" i="0" lang="en-US" sz="2800" u="none">
                <a:solidFill>
                  <a:srgbClr val="2B93FF"/>
                </a:solidFill>
                <a:latin typeface="Tahoma"/>
                <a:ea typeface="Tahoma"/>
                <a:cs typeface="Tahoma"/>
                <a:sym typeface="Tahoma"/>
              </a:rPr>
              <a:t>Bài 9:</a:t>
            </a: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Trình bày 6 loại phép toán có thể thực hiện trên con trỏ?</a:t>
            </a:r>
            <a:endParaRPr/>
          </a:p>
          <a:p>
            <a:pPr indent="-344487" lvl="0" marL="344487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Noto Sans Symbols"/>
              <a:buNone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	🡺 1.</a:t>
            </a:r>
            <a:endParaRPr/>
          </a:p>
          <a:p>
            <a:pPr indent="-344487" lvl="0" marL="344487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Noto Sans Symbols"/>
              <a:buNone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	🡺 2.</a:t>
            </a:r>
            <a:endParaRPr b="0" i="0" sz="2800" u="none">
              <a:solidFill>
                <a:srgbClr val="FF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4487" lvl="0" marL="344487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Noto Sans Symbols"/>
              <a:buNone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	🡺 3.</a:t>
            </a:r>
            <a:endParaRPr b="0" i="0" sz="2800" u="none">
              <a:solidFill>
                <a:srgbClr val="FF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4487" lvl="0" marL="344487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Noto Sans Symbols"/>
              <a:buNone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	🡺 4.</a:t>
            </a:r>
            <a:endParaRPr b="0" i="0" sz="2800" u="none">
              <a:solidFill>
                <a:srgbClr val="FF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4487" lvl="0" marL="344487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Noto Sans Symbols"/>
              <a:buNone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	🡺 5.</a:t>
            </a:r>
            <a:endParaRPr b="0" i="0" sz="2800" u="none">
              <a:solidFill>
                <a:srgbClr val="FF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4487" lvl="0" marL="344487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Noto Sans Symbols"/>
              <a:buNone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	🡺 6.</a:t>
            </a:r>
            <a:endParaRPr/>
          </a:p>
        </p:txBody>
      </p:sp>
      <p:sp>
        <p:nvSpPr>
          <p:cNvPr id="1419" name="Google Shape;1419;p37"/>
          <p:cNvSpPr txBox="1"/>
          <p:nvPr/>
        </p:nvSpPr>
        <p:spPr>
          <a:xfrm>
            <a:off x="5181600" y="6477000"/>
            <a:ext cx="2895600" cy="233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None/>
            </a:pPr>
            <a:r>
              <a:rPr b="0" i="0" lang="en-US" sz="11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Dữ liệu kiểu con trỏ (cơ bản)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4" name="Shape 1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5" name="Google Shape;1425;p38"/>
          <p:cNvSpPr txBox="1"/>
          <p:nvPr>
            <p:ph type="title"/>
          </p:nvPr>
        </p:nvSpPr>
        <p:spPr>
          <a:xfrm>
            <a:off x="1143000" y="381000"/>
            <a:ext cx="67056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Verdana"/>
              <a:buNone/>
            </a:pP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Bài tập</a:t>
            </a:r>
            <a:endParaRPr/>
          </a:p>
        </p:txBody>
      </p:sp>
      <p:sp>
        <p:nvSpPr>
          <p:cNvPr id="1426" name="Google Shape;1426;p38"/>
          <p:cNvSpPr txBox="1"/>
          <p:nvPr>
            <p:ph idx="1" type="body"/>
          </p:nvPr>
        </p:nvSpPr>
        <p:spPr>
          <a:xfrm>
            <a:off x="457200" y="1524000"/>
            <a:ext cx="82296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4487" lvl="0" marL="3444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Noto Sans Symbols"/>
              <a:buChar char="❖"/>
            </a:pPr>
            <a:r>
              <a:rPr b="0" i="0" lang="en-US" sz="2800" u="none">
                <a:solidFill>
                  <a:srgbClr val="2B93FF"/>
                </a:solidFill>
                <a:latin typeface="Tahoma"/>
                <a:ea typeface="Tahoma"/>
                <a:cs typeface="Tahoma"/>
                <a:sym typeface="Tahoma"/>
              </a:rPr>
              <a:t>Bài 10:</a:t>
            </a: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Cho con trỏ p1 trỏ đến phần tử thứ 3 còn con trỏ p2 trỏ đến phần tử thứ 4 của mảng int thì p2 – p1 = ?</a:t>
            </a:r>
            <a:endParaRPr/>
          </a:p>
          <a:p>
            <a:pPr indent="-344487" lvl="0" marL="344487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Noto Sans Symbols"/>
              <a:buNone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	🡺</a:t>
            </a:r>
            <a:b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b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b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/>
          </a:p>
          <a:p>
            <a:pPr indent="-344487" lvl="0" marL="344487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Noto Sans Symbols"/>
              <a:buChar char="❖"/>
            </a:pPr>
            <a:r>
              <a:rPr b="0" i="0" lang="en-US" sz="2800" u="none">
                <a:solidFill>
                  <a:srgbClr val="2B93FF"/>
                </a:solidFill>
                <a:latin typeface="Tahoma"/>
                <a:ea typeface="Tahoma"/>
                <a:cs typeface="Tahoma"/>
                <a:sym typeface="Tahoma"/>
              </a:rPr>
              <a:t>Bài 11:</a:t>
            </a: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Giống như câu trên nhưng đối với mảng float?</a:t>
            </a:r>
            <a:endParaRPr/>
          </a:p>
          <a:p>
            <a:pPr indent="-344487" lvl="0" marL="344487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Noto Sans Symbols"/>
              <a:buNone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	🡺</a:t>
            </a:r>
            <a:endParaRPr/>
          </a:p>
        </p:txBody>
      </p:sp>
      <p:sp>
        <p:nvSpPr>
          <p:cNvPr id="1427" name="Google Shape;1427;p38"/>
          <p:cNvSpPr txBox="1"/>
          <p:nvPr/>
        </p:nvSpPr>
        <p:spPr>
          <a:xfrm>
            <a:off x="5181600" y="6477000"/>
            <a:ext cx="2895600" cy="233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None/>
            </a:pPr>
            <a:r>
              <a:rPr b="0" i="0" lang="en-US" sz="11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Dữ liệu kiểu con trỏ (cơ bản)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2" name="Shape 1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" name="Google Shape;1433;p39"/>
          <p:cNvSpPr txBox="1"/>
          <p:nvPr>
            <p:ph type="title"/>
          </p:nvPr>
        </p:nvSpPr>
        <p:spPr>
          <a:xfrm>
            <a:off x="1143000" y="381000"/>
            <a:ext cx="67056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Verdana"/>
              <a:buNone/>
            </a:pP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Bài tập</a:t>
            </a:r>
            <a:endParaRPr/>
          </a:p>
        </p:txBody>
      </p:sp>
      <p:sp>
        <p:nvSpPr>
          <p:cNvPr id="1434" name="Google Shape;1434;p39"/>
          <p:cNvSpPr txBox="1"/>
          <p:nvPr>
            <p:ph idx="1" type="body"/>
          </p:nvPr>
        </p:nvSpPr>
        <p:spPr>
          <a:xfrm>
            <a:off x="457200" y="1524000"/>
            <a:ext cx="82296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4487" lvl="0" marL="3444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Noto Sans Symbols"/>
              <a:buChar char="❖"/>
            </a:pPr>
            <a:r>
              <a:rPr b="0" i="0" lang="en-US" sz="2800" u="none">
                <a:solidFill>
                  <a:srgbClr val="2B93FF"/>
                </a:solidFill>
                <a:latin typeface="Tahoma"/>
                <a:ea typeface="Tahoma"/>
                <a:cs typeface="Tahoma"/>
                <a:sym typeface="Tahoma"/>
              </a:rPr>
              <a:t>Bài 12:</a:t>
            </a: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Trình bày khai báo con trỏ pchar trỏ đến kiểu char.</a:t>
            </a:r>
            <a:endParaRPr/>
          </a:p>
          <a:p>
            <a:pPr indent="-344487" lvl="0" marL="344487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Noto Sans Symbols"/>
              <a:buNone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	🡺</a:t>
            </a:r>
            <a:endParaRPr b="0" i="0" sz="2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4487" lvl="0" marL="344487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Noto Sans Symbols"/>
              <a:buChar char="❖"/>
            </a:pPr>
            <a:r>
              <a:rPr b="0" i="0" lang="en-US" sz="2800" u="none">
                <a:solidFill>
                  <a:srgbClr val="2B93FF"/>
                </a:solidFill>
                <a:latin typeface="Tahoma"/>
                <a:ea typeface="Tahoma"/>
                <a:cs typeface="Tahoma"/>
                <a:sym typeface="Tahoma"/>
              </a:rPr>
              <a:t>Bài 13:</a:t>
            </a: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Cho biến cost kiểu int. Khai báo và khởi tạo con trỏ pcost trỏ đến biến này.</a:t>
            </a:r>
            <a:endParaRPr/>
          </a:p>
          <a:p>
            <a:pPr indent="-344487" lvl="0" marL="344487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Noto Sans Symbols"/>
              <a:buNone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	🡺</a:t>
            </a:r>
            <a:endParaRPr b="0" i="0" sz="2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4487" lvl="0" marL="344487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Noto Sans Symbols"/>
              <a:buChar char="❖"/>
            </a:pPr>
            <a:r>
              <a:rPr b="0" i="0" lang="en-US" sz="2800" u="none">
                <a:solidFill>
                  <a:srgbClr val="2B93FF"/>
                </a:solidFill>
                <a:latin typeface="Tahoma"/>
                <a:ea typeface="Tahoma"/>
                <a:cs typeface="Tahoma"/>
                <a:sym typeface="Tahoma"/>
              </a:rPr>
              <a:t>Bài 14:</a:t>
            </a: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Gán giá trị 100 cho biến cost sử dụng  hai cách trực tiếp và gián tiếp.</a:t>
            </a:r>
            <a:endParaRPr/>
          </a:p>
          <a:p>
            <a:pPr indent="-344487" lvl="0" marL="344487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Noto Sans Symbols"/>
              <a:buNone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	🡺 Trực tiếp:</a:t>
            </a:r>
            <a:endParaRPr/>
          </a:p>
          <a:p>
            <a:pPr indent="-344487" lvl="0" marL="344487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Noto Sans Symbols"/>
              <a:buNone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	🡺 Gián tiếp:</a:t>
            </a:r>
            <a:endParaRPr/>
          </a:p>
        </p:txBody>
      </p:sp>
      <p:sp>
        <p:nvSpPr>
          <p:cNvPr id="1435" name="Google Shape;1435;p39"/>
          <p:cNvSpPr txBox="1"/>
          <p:nvPr/>
        </p:nvSpPr>
        <p:spPr>
          <a:xfrm>
            <a:off x="5181600" y="6477000"/>
            <a:ext cx="2895600" cy="233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None/>
            </a:pPr>
            <a:r>
              <a:rPr b="0" i="0" lang="en-US" sz="11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Dữ liệu kiểu con trỏ (cơ bản)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0" name="Shape 1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1" name="Google Shape;1441;p40"/>
          <p:cNvSpPr txBox="1"/>
          <p:nvPr>
            <p:ph type="title"/>
          </p:nvPr>
        </p:nvSpPr>
        <p:spPr>
          <a:xfrm>
            <a:off x="1143000" y="381000"/>
            <a:ext cx="67056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Verdana"/>
              <a:buNone/>
            </a:pP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Bài tập</a:t>
            </a:r>
            <a:endParaRPr/>
          </a:p>
        </p:txBody>
      </p:sp>
      <p:sp>
        <p:nvSpPr>
          <p:cNvPr id="1442" name="Google Shape;1442;p40"/>
          <p:cNvSpPr txBox="1"/>
          <p:nvPr>
            <p:ph idx="1" type="body"/>
          </p:nvPr>
        </p:nvSpPr>
        <p:spPr>
          <a:xfrm>
            <a:off x="457200" y="1524000"/>
            <a:ext cx="82296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4487" lvl="0" marL="3444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Noto Sans Symbols"/>
              <a:buChar char="❖"/>
            </a:pPr>
            <a:r>
              <a:rPr b="0" i="0" lang="en-US" sz="2800" u="none">
                <a:solidFill>
                  <a:srgbClr val="2B93FF"/>
                </a:solidFill>
                <a:latin typeface="Tahoma"/>
                <a:ea typeface="Tahoma"/>
                <a:cs typeface="Tahoma"/>
                <a:sym typeface="Tahoma"/>
              </a:rPr>
              <a:t>Bài 15:</a:t>
            </a: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In giá trị của con trỏ và giá trị của biến mà nó trỏ tới.</a:t>
            </a:r>
            <a:endParaRPr/>
          </a:p>
          <a:p>
            <a:pPr indent="-344487" lvl="0" marL="344487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Noto Sans Symbols"/>
              <a:buNone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	🡺</a:t>
            </a:r>
            <a:endParaRPr/>
          </a:p>
          <a:p>
            <a:pPr indent="-344487" lvl="0" marL="344487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Noto Sans Symbols"/>
              <a:buNone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	🡺</a:t>
            </a:r>
            <a:endParaRPr b="0" i="0" sz="2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4487" lvl="0" marL="344487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Noto Sans Symbols"/>
              <a:buChar char="❖"/>
            </a:pPr>
            <a:r>
              <a:rPr b="0" i="0" lang="en-US" sz="2800" u="none">
                <a:solidFill>
                  <a:srgbClr val="2B93FF"/>
                </a:solidFill>
                <a:latin typeface="Tahoma"/>
                <a:ea typeface="Tahoma"/>
                <a:cs typeface="Tahoma"/>
                <a:sym typeface="Tahoma"/>
              </a:rPr>
              <a:t>Bài 16:</a:t>
            </a: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Sử dụng con trỏ để làm lại các bài tập về mảng một chiều.</a:t>
            </a:r>
            <a:endParaRPr/>
          </a:p>
          <a:p>
            <a:pPr indent="-344487" lvl="1" marL="744537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Nhập/Xuất mảng</a:t>
            </a:r>
            <a:endParaRPr/>
          </a:p>
          <a:p>
            <a:pPr indent="-344487" lvl="1" marL="744537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Tìm phần tử thỏa yêu cầu</a:t>
            </a:r>
            <a:endParaRPr/>
          </a:p>
          <a:p>
            <a:pPr indent="-344487" lvl="1" marL="744537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Tính tổng/đếm các phần tử thỏa yêu cầu</a:t>
            </a:r>
            <a:endParaRPr/>
          </a:p>
          <a:p>
            <a:pPr indent="-344487" lvl="1" marL="744537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Sắp xếp tăng/giảm</a:t>
            </a:r>
            <a:endParaRPr/>
          </a:p>
        </p:txBody>
      </p:sp>
      <p:sp>
        <p:nvSpPr>
          <p:cNvPr id="1443" name="Google Shape;1443;p40"/>
          <p:cNvSpPr txBox="1"/>
          <p:nvPr/>
        </p:nvSpPr>
        <p:spPr>
          <a:xfrm>
            <a:off x="5181600" y="6477000"/>
            <a:ext cx="2895600" cy="233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None/>
            </a:pPr>
            <a:r>
              <a:rPr b="0" i="0" lang="en-US" sz="11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Dữ liệu kiểu con trỏ (cơ bản)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Designed by VCBB">
  <a:themeElements>
    <a:clrScheme name="sample 3">
      <a:dk1>
        <a:srgbClr val="003366"/>
      </a:dk1>
      <a:lt1>
        <a:srgbClr val="FFFFFF"/>
      </a:lt1>
      <a:dk2>
        <a:srgbClr val="5086C2"/>
      </a:dk2>
      <a:lt2>
        <a:srgbClr val="C0C0C0"/>
      </a:lt2>
      <a:accent1>
        <a:srgbClr val="DE8848"/>
      </a:accent1>
      <a:accent2>
        <a:srgbClr val="85BA54"/>
      </a:accent2>
      <a:accent3>
        <a:srgbClr val="FFFFFF"/>
      </a:accent3>
      <a:accent4>
        <a:srgbClr val="002A56"/>
      </a:accent4>
      <a:accent5>
        <a:srgbClr val="ECC3B1"/>
      </a:accent5>
      <a:accent6>
        <a:srgbClr val="78A84B"/>
      </a:accent6>
      <a:hlink>
        <a:srgbClr val="4C59D2"/>
      </a:hlink>
      <a:folHlink>
        <a:srgbClr val="A0B5C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esigned by VCBB">
  <a:themeElements>
    <a:clrScheme name="sample 3">
      <a:dk1>
        <a:srgbClr val="003366"/>
      </a:dk1>
      <a:lt1>
        <a:srgbClr val="FFFFFF"/>
      </a:lt1>
      <a:dk2>
        <a:srgbClr val="5086C2"/>
      </a:dk2>
      <a:lt2>
        <a:srgbClr val="C0C0C0"/>
      </a:lt2>
      <a:accent1>
        <a:srgbClr val="DE8848"/>
      </a:accent1>
      <a:accent2>
        <a:srgbClr val="85BA54"/>
      </a:accent2>
      <a:accent3>
        <a:srgbClr val="FFFFFF"/>
      </a:accent3>
      <a:accent4>
        <a:srgbClr val="002A56"/>
      </a:accent4>
      <a:accent5>
        <a:srgbClr val="ECC3B1"/>
      </a:accent5>
      <a:accent6>
        <a:srgbClr val="78A84B"/>
      </a:accent6>
      <a:hlink>
        <a:srgbClr val="4C59D2"/>
      </a:hlink>
      <a:folHlink>
        <a:srgbClr val="A0B5C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5_Designed by VCBB">
  <a:themeElements>
    <a:clrScheme name="sample 3">
      <a:dk1>
        <a:srgbClr val="003366"/>
      </a:dk1>
      <a:lt1>
        <a:srgbClr val="FFFFFF"/>
      </a:lt1>
      <a:dk2>
        <a:srgbClr val="5086C2"/>
      </a:dk2>
      <a:lt2>
        <a:srgbClr val="C0C0C0"/>
      </a:lt2>
      <a:accent1>
        <a:srgbClr val="DE8848"/>
      </a:accent1>
      <a:accent2>
        <a:srgbClr val="85BA54"/>
      </a:accent2>
      <a:accent3>
        <a:srgbClr val="FFFFFF"/>
      </a:accent3>
      <a:accent4>
        <a:srgbClr val="002A56"/>
      </a:accent4>
      <a:accent5>
        <a:srgbClr val="ECC3B1"/>
      </a:accent5>
      <a:accent6>
        <a:srgbClr val="78A84B"/>
      </a:accent6>
      <a:hlink>
        <a:srgbClr val="4C59D2"/>
      </a:hlink>
      <a:folHlink>
        <a:srgbClr val="A0B5C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9_Designed by VCBB">
  <a:themeElements>
    <a:clrScheme name="sample 3">
      <a:dk1>
        <a:srgbClr val="003366"/>
      </a:dk1>
      <a:lt1>
        <a:srgbClr val="FFFFFF"/>
      </a:lt1>
      <a:dk2>
        <a:srgbClr val="5086C2"/>
      </a:dk2>
      <a:lt2>
        <a:srgbClr val="C0C0C0"/>
      </a:lt2>
      <a:accent1>
        <a:srgbClr val="DE8848"/>
      </a:accent1>
      <a:accent2>
        <a:srgbClr val="85BA54"/>
      </a:accent2>
      <a:accent3>
        <a:srgbClr val="FFFFFF"/>
      </a:accent3>
      <a:accent4>
        <a:srgbClr val="002A56"/>
      </a:accent4>
      <a:accent5>
        <a:srgbClr val="ECC3B1"/>
      </a:accent5>
      <a:accent6>
        <a:srgbClr val="78A84B"/>
      </a:accent6>
      <a:hlink>
        <a:srgbClr val="4C59D2"/>
      </a:hlink>
      <a:folHlink>
        <a:srgbClr val="A0B5C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7_Designed by VCBB">
  <a:themeElements>
    <a:clrScheme name="sample 3">
      <a:dk1>
        <a:srgbClr val="003366"/>
      </a:dk1>
      <a:lt1>
        <a:srgbClr val="FFFFFF"/>
      </a:lt1>
      <a:dk2>
        <a:srgbClr val="5086C2"/>
      </a:dk2>
      <a:lt2>
        <a:srgbClr val="C0C0C0"/>
      </a:lt2>
      <a:accent1>
        <a:srgbClr val="DE8848"/>
      </a:accent1>
      <a:accent2>
        <a:srgbClr val="85BA54"/>
      </a:accent2>
      <a:accent3>
        <a:srgbClr val="FFFFFF"/>
      </a:accent3>
      <a:accent4>
        <a:srgbClr val="002A56"/>
      </a:accent4>
      <a:accent5>
        <a:srgbClr val="ECC3B1"/>
      </a:accent5>
      <a:accent6>
        <a:srgbClr val="78A84B"/>
      </a:accent6>
      <a:hlink>
        <a:srgbClr val="4C59D2"/>
      </a:hlink>
      <a:folHlink>
        <a:srgbClr val="A0B5C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6_Designed by VCBB">
  <a:themeElements>
    <a:clrScheme name="sample 3">
      <a:dk1>
        <a:srgbClr val="003366"/>
      </a:dk1>
      <a:lt1>
        <a:srgbClr val="FFFFFF"/>
      </a:lt1>
      <a:dk2>
        <a:srgbClr val="5086C2"/>
      </a:dk2>
      <a:lt2>
        <a:srgbClr val="C0C0C0"/>
      </a:lt2>
      <a:accent1>
        <a:srgbClr val="DE8848"/>
      </a:accent1>
      <a:accent2>
        <a:srgbClr val="85BA54"/>
      </a:accent2>
      <a:accent3>
        <a:srgbClr val="FFFFFF"/>
      </a:accent3>
      <a:accent4>
        <a:srgbClr val="002A56"/>
      </a:accent4>
      <a:accent5>
        <a:srgbClr val="ECC3B1"/>
      </a:accent5>
      <a:accent6>
        <a:srgbClr val="78A84B"/>
      </a:accent6>
      <a:hlink>
        <a:srgbClr val="4C59D2"/>
      </a:hlink>
      <a:folHlink>
        <a:srgbClr val="A0B5C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2_Designed by VCBB">
  <a:themeElements>
    <a:clrScheme name="sample 3">
      <a:dk1>
        <a:srgbClr val="003366"/>
      </a:dk1>
      <a:lt1>
        <a:srgbClr val="FFFFFF"/>
      </a:lt1>
      <a:dk2>
        <a:srgbClr val="5086C2"/>
      </a:dk2>
      <a:lt2>
        <a:srgbClr val="C0C0C0"/>
      </a:lt2>
      <a:accent1>
        <a:srgbClr val="DE8848"/>
      </a:accent1>
      <a:accent2>
        <a:srgbClr val="85BA54"/>
      </a:accent2>
      <a:accent3>
        <a:srgbClr val="FFFFFF"/>
      </a:accent3>
      <a:accent4>
        <a:srgbClr val="002A56"/>
      </a:accent4>
      <a:accent5>
        <a:srgbClr val="ECC3B1"/>
      </a:accent5>
      <a:accent6>
        <a:srgbClr val="78A84B"/>
      </a:accent6>
      <a:hlink>
        <a:srgbClr val="4C59D2"/>
      </a:hlink>
      <a:folHlink>
        <a:srgbClr val="A0B5C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4_Designed by VCBB">
  <a:themeElements>
    <a:clrScheme name="sample 3">
      <a:dk1>
        <a:srgbClr val="003366"/>
      </a:dk1>
      <a:lt1>
        <a:srgbClr val="FFFFFF"/>
      </a:lt1>
      <a:dk2>
        <a:srgbClr val="5086C2"/>
      </a:dk2>
      <a:lt2>
        <a:srgbClr val="C0C0C0"/>
      </a:lt2>
      <a:accent1>
        <a:srgbClr val="DE8848"/>
      </a:accent1>
      <a:accent2>
        <a:srgbClr val="85BA54"/>
      </a:accent2>
      <a:accent3>
        <a:srgbClr val="FFFFFF"/>
      </a:accent3>
      <a:accent4>
        <a:srgbClr val="002A56"/>
      </a:accent4>
      <a:accent5>
        <a:srgbClr val="ECC3B1"/>
      </a:accent5>
      <a:accent6>
        <a:srgbClr val="78A84B"/>
      </a:accent6>
      <a:hlink>
        <a:srgbClr val="4C59D2"/>
      </a:hlink>
      <a:folHlink>
        <a:srgbClr val="A0B5C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11_Designed by VCBB">
  <a:themeElements>
    <a:clrScheme name="sample 3">
      <a:dk1>
        <a:srgbClr val="003366"/>
      </a:dk1>
      <a:lt1>
        <a:srgbClr val="FFFFFF"/>
      </a:lt1>
      <a:dk2>
        <a:srgbClr val="5086C2"/>
      </a:dk2>
      <a:lt2>
        <a:srgbClr val="C0C0C0"/>
      </a:lt2>
      <a:accent1>
        <a:srgbClr val="DE8848"/>
      </a:accent1>
      <a:accent2>
        <a:srgbClr val="85BA54"/>
      </a:accent2>
      <a:accent3>
        <a:srgbClr val="FFFFFF"/>
      </a:accent3>
      <a:accent4>
        <a:srgbClr val="002A56"/>
      </a:accent4>
      <a:accent5>
        <a:srgbClr val="ECC3B1"/>
      </a:accent5>
      <a:accent6>
        <a:srgbClr val="78A84B"/>
      </a:accent6>
      <a:hlink>
        <a:srgbClr val="4C59D2"/>
      </a:hlink>
      <a:folHlink>
        <a:srgbClr val="A0B5C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3_Designed by VCBB">
  <a:themeElements>
    <a:clrScheme name="sample 3">
      <a:dk1>
        <a:srgbClr val="003366"/>
      </a:dk1>
      <a:lt1>
        <a:srgbClr val="FFFFFF"/>
      </a:lt1>
      <a:dk2>
        <a:srgbClr val="5086C2"/>
      </a:dk2>
      <a:lt2>
        <a:srgbClr val="C0C0C0"/>
      </a:lt2>
      <a:accent1>
        <a:srgbClr val="DE8848"/>
      </a:accent1>
      <a:accent2>
        <a:srgbClr val="85BA54"/>
      </a:accent2>
      <a:accent3>
        <a:srgbClr val="FFFFFF"/>
      </a:accent3>
      <a:accent4>
        <a:srgbClr val="002A56"/>
      </a:accent4>
      <a:accent5>
        <a:srgbClr val="ECC3B1"/>
      </a:accent5>
      <a:accent6>
        <a:srgbClr val="78A84B"/>
      </a:accent6>
      <a:hlink>
        <a:srgbClr val="4C59D2"/>
      </a:hlink>
      <a:folHlink>
        <a:srgbClr val="A0B5C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13_Designed by VCBB">
  <a:themeElements>
    <a:clrScheme name="sample 3">
      <a:dk1>
        <a:srgbClr val="003366"/>
      </a:dk1>
      <a:lt1>
        <a:srgbClr val="FFFFFF"/>
      </a:lt1>
      <a:dk2>
        <a:srgbClr val="5086C2"/>
      </a:dk2>
      <a:lt2>
        <a:srgbClr val="C0C0C0"/>
      </a:lt2>
      <a:accent1>
        <a:srgbClr val="DE8848"/>
      </a:accent1>
      <a:accent2>
        <a:srgbClr val="85BA54"/>
      </a:accent2>
      <a:accent3>
        <a:srgbClr val="FFFFFF"/>
      </a:accent3>
      <a:accent4>
        <a:srgbClr val="002A56"/>
      </a:accent4>
      <a:accent5>
        <a:srgbClr val="ECC3B1"/>
      </a:accent5>
      <a:accent6>
        <a:srgbClr val="78A84B"/>
      </a:accent6>
      <a:hlink>
        <a:srgbClr val="4C59D2"/>
      </a:hlink>
      <a:folHlink>
        <a:srgbClr val="A0B5C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8_Designed by VCBB">
  <a:themeElements>
    <a:clrScheme name="sample 3">
      <a:dk1>
        <a:srgbClr val="003366"/>
      </a:dk1>
      <a:lt1>
        <a:srgbClr val="FFFFFF"/>
      </a:lt1>
      <a:dk2>
        <a:srgbClr val="5086C2"/>
      </a:dk2>
      <a:lt2>
        <a:srgbClr val="C0C0C0"/>
      </a:lt2>
      <a:accent1>
        <a:srgbClr val="DE8848"/>
      </a:accent1>
      <a:accent2>
        <a:srgbClr val="85BA54"/>
      </a:accent2>
      <a:accent3>
        <a:srgbClr val="FFFFFF"/>
      </a:accent3>
      <a:accent4>
        <a:srgbClr val="002A56"/>
      </a:accent4>
      <a:accent5>
        <a:srgbClr val="ECC3B1"/>
      </a:accent5>
      <a:accent6>
        <a:srgbClr val="78A84B"/>
      </a:accent6>
      <a:hlink>
        <a:srgbClr val="4C59D2"/>
      </a:hlink>
      <a:folHlink>
        <a:srgbClr val="A0B5C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10_Designed by VCBB">
  <a:themeElements>
    <a:clrScheme name="sample 3">
      <a:dk1>
        <a:srgbClr val="003366"/>
      </a:dk1>
      <a:lt1>
        <a:srgbClr val="FFFFFF"/>
      </a:lt1>
      <a:dk2>
        <a:srgbClr val="5086C2"/>
      </a:dk2>
      <a:lt2>
        <a:srgbClr val="C0C0C0"/>
      </a:lt2>
      <a:accent1>
        <a:srgbClr val="DE8848"/>
      </a:accent1>
      <a:accent2>
        <a:srgbClr val="85BA54"/>
      </a:accent2>
      <a:accent3>
        <a:srgbClr val="FFFFFF"/>
      </a:accent3>
      <a:accent4>
        <a:srgbClr val="002A56"/>
      </a:accent4>
      <a:accent5>
        <a:srgbClr val="ECC3B1"/>
      </a:accent5>
      <a:accent6>
        <a:srgbClr val="78A84B"/>
      </a:accent6>
      <a:hlink>
        <a:srgbClr val="4C59D2"/>
      </a:hlink>
      <a:folHlink>
        <a:srgbClr val="A0B5C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12_Designed by VCBB">
  <a:themeElements>
    <a:clrScheme name="sample 3">
      <a:dk1>
        <a:srgbClr val="003366"/>
      </a:dk1>
      <a:lt1>
        <a:srgbClr val="FFFFFF"/>
      </a:lt1>
      <a:dk2>
        <a:srgbClr val="5086C2"/>
      </a:dk2>
      <a:lt2>
        <a:srgbClr val="C0C0C0"/>
      </a:lt2>
      <a:accent1>
        <a:srgbClr val="DE8848"/>
      </a:accent1>
      <a:accent2>
        <a:srgbClr val="85BA54"/>
      </a:accent2>
      <a:accent3>
        <a:srgbClr val="FFFFFF"/>
      </a:accent3>
      <a:accent4>
        <a:srgbClr val="002A56"/>
      </a:accent4>
      <a:accent5>
        <a:srgbClr val="ECC3B1"/>
      </a:accent5>
      <a:accent6>
        <a:srgbClr val="78A84B"/>
      </a:accent6>
      <a:hlink>
        <a:srgbClr val="4C59D2"/>
      </a:hlink>
      <a:folHlink>
        <a:srgbClr val="A0B5C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2007-09-05T08:24:33Z</dcterms:created>
  <dc:creator>DANG BINH PHUONG</dc:creator>
</cp:coreProperties>
</file>