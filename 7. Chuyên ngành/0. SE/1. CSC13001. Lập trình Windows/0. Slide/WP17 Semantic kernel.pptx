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6WWiQ8RytxbruzmAH57y6/lVI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b8711295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b8711295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90883fcc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090883fcc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b8711295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b8711295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b871129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b871129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b8711295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b8711295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529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semantic-kernel/overvie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Semantic kernel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https://learn.microsoft.com/en-us/semantic-kernel/overview</a:t>
            </a: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64f5a7bf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</a:t>
            </a:r>
            <a:r>
              <a:rPr b="1" lang="en"/>
              <a:t>Semantic kernel</a:t>
            </a:r>
            <a:r>
              <a:rPr lang="en"/>
              <a:t>?</a:t>
            </a:r>
            <a:endParaRPr/>
          </a:p>
        </p:txBody>
      </p:sp>
      <p:sp>
        <p:nvSpPr>
          <p:cNvPr id="68" name="Google Shape;68;g2964f5a7bf4_0_0"/>
          <p:cNvSpPr txBox="1"/>
          <p:nvPr>
            <p:ph idx="1" type="body"/>
          </p:nvPr>
        </p:nvSpPr>
        <p:spPr>
          <a:xfrm>
            <a:off x="181200" y="827425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</a:t>
            </a:r>
            <a:r>
              <a:rPr lang="en"/>
              <a:t>ightweight, open-source development kit 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Build AI agents 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Integrate the latest AI models</a:t>
            </a:r>
            <a:endParaRPr/>
          </a:p>
        </p:txBody>
      </p:sp>
      <p:sp>
        <p:nvSpPr>
          <p:cNvPr id="69" name="Google Shape;69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g2964f5a7bf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600" y="2177925"/>
            <a:ext cx="2921250" cy="29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2964f5a7bf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038" y="2412638"/>
            <a:ext cx="40862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b87112959_0_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useful settings in csproj</a:t>
            </a:r>
            <a:endParaRPr/>
          </a:p>
        </p:txBody>
      </p:sp>
      <p:sp>
        <p:nvSpPr>
          <p:cNvPr id="77" name="Google Shape;77;g34b87112959_0_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&lt;UnoSingleProject&gt;true&lt;/UnoSingleProject&gt;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&lt;HotReloadEnabled&gt;true&lt;/HotReloadEnabled&gt;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&lt;IsHotReloadSupported&gt;true&lt;/IsHotReloadSupported&gt;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&lt;UseSkia&gt;true&lt;/UseSkia&gt;</a:t>
            </a:r>
            <a:endParaRPr/>
          </a:p>
        </p:txBody>
      </p:sp>
      <p:sp>
        <p:nvSpPr>
          <p:cNvPr id="78" name="Google Shape;78;g34b87112959_0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90883fcce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Nuget package</a:t>
            </a:r>
            <a:endParaRPr/>
          </a:p>
        </p:txBody>
      </p:sp>
      <p:sp>
        <p:nvSpPr>
          <p:cNvPr id="84" name="Google Shape;84;g3090883fcce_0_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</a:t>
            </a:r>
            <a:r>
              <a:rPr lang="en"/>
              <a:t>dotnet add package Microsoft.SemanticKernel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Microsoft.SemanticKernel.ChatCompletion;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Microsoft.SemanticKernel.Connectors.OpenAI;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OpenAIChatCompletionService chatCompletionService;</a:t>
            </a:r>
            <a:endParaRPr/>
          </a:p>
        </p:txBody>
      </p:sp>
      <p:sp>
        <p:nvSpPr>
          <p:cNvPr id="85" name="Google Shape;85;g3090883fcce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b87112959_0_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</a:t>
            </a:r>
            <a:endParaRPr/>
          </a:p>
        </p:txBody>
      </p:sp>
      <p:sp>
        <p:nvSpPr>
          <p:cNvPr id="91" name="Google Shape;91;g34b87112959_0_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9900FF"/>
                </a:solidFill>
              </a:rPr>
              <a:t>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FF"/>
                </a:solidFill>
              </a:rPr>
              <a:t>public</a:t>
            </a:r>
            <a:r>
              <a:rPr lang="en" sz="2300"/>
              <a:t> MainPage() {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#pragma warning disable SKEXP0010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   chatCompletionService = new (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       modelId: "deepseek-r1-distill-qwen-7b:2",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       endpoint: new Uri("http://localhost:1234/v1"),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       httpClient: new HttpClient()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   );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}</a:t>
            </a:r>
            <a:endParaRPr sz="2300"/>
          </a:p>
        </p:txBody>
      </p:sp>
      <p:sp>
        <p:nvSpPr>
          <p:cNvPr id="92" name="Google Shape;92;g34b87112959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b87112959_0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call</a:t>
            </a:r>
            <a:endParaRPr/>
          </a:p>
        </p:txBody>
      </p:sp>
      <p:sp>
        <p:nvSpPr>
          <p:cNvPr id="98" name="Google Shape;98;g34b87112959_0_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 response = await chatCompletionService.GetChatMessageContentAsync(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answerTextBlock.Text = response.Content;</a:t>
            </a:r>
            <a:endParaRPr/>
          </a:p>
        </p:txBody>
      </p:sp>
      <p:sp>
        <p:nvSpPr>
          <p:cNvPr id="99" name="Google Shape;99;g34b87112959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b87112959_0_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 Studio to serve local chat service </a:t>
            </a:r>
            <a:endParaRPr/>
          </a:p>
        </p:txBody>
      </p:sp>
      <p:sp>
        <p:nvSpPr>
          <p:cNvPr id="105" name="Google Shape;105;g34b87112959_0_1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 deepseek-r1-distill-qwen-7b</a:t>
            </a:r>
            <a:endParaRPr/>
          </a:p>
        </p:txBody>
      </p:sp>
      <p:sp>
        <p:nvSpPr>
          <p:cNvPr id="106" name="Google Shape;106;g34b87112959_0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