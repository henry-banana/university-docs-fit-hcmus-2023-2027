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1" r:id="rId2"/>
    <p:sldId id="282" r:id="rId3"/>
    <p:sldId id="283" r:id="rId4"/>
    <p:sldId id="284" r:id="rId5"/>
    <p:sldId id="302" r:id="rId6"/>
    <p:sldId id="288" r:id="rId7"/>
    <p:sldId id="297" r:id="rId8"/>
    <p:sldId id="298" r:id="rId9"/>
    <p:sldId id="285" r:id="rId10"/>
    <p:sldId id="303" r:id="rId11"/>
    <p:sldId id="304" r:id="rId12"/>
    <p:sldId id="286" r:id="rId13"/>
    <p:sldId id="289" r:id="rId14"/>
    <p:sldId id="291" r:id="rId15"/>
    <p:sldId id="299" r:id="rId16"/>
    <p:sldId id="300" r:id="rId17"/>
    <p:sldId id="305" r:id="rId18"/>
    <p:sldId id="287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9" autoAdjust="0"/>
    <p:restoredTop sz="94681"/>
  </p:normalViewPr>
  <p:slideViewPr>
    <p:cSldViewPr snapToGrid="0">
      <p:cViewPr>
        <p:scale>
          <a:sx n="75" d="100"/>
          <a:sy n="75" d="100"/>
        </p:scale>
        <p:origin x="36" y="-3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C04F-1543-413A-9862-C131DCE7C1E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ED4-0EA7-4E89-B5FA-53B61870B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8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96764-AB18-0BC0-BA72-81DE5BC0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AE518-7BE7-5FDB-32E9-F2923CC69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1D9FE-2E21-9B6F-46C2-8515CC0A4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9991-65E7-91AA-5764-016FB9DFB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4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52AE7-96E6-B735-3894-A83C8F79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F14D7-461E-C447-19F8-4DBE4E9CA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AE3F4-FE98-F43D-F1D2-9DB4B011B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0872-2196-3876-1844-AC999E6DC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9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AE080-CEC4-9FC8-699F-046A8228D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83F1D-EF0C-A4D8-C35A-0E6C54A73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4CDC1-99D4-72A4-5220-6296BE09D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4C800-C58E-4E4C-F547-B03BF644B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0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ross 7">
            <a:extLst>
              <a:ext uri="{FF2B5EF4-FFF2-40B4-BE49-F238E27FC236}">
                <a16:creationId xmlns:a16="http://schemas.microsoft.com/office/drawing/2014/main" id="{202FF01D-2BFC-49C0-7562-EFE99E0E566A}"/>
              </a:ext>
            </a:extLst>
          </p:cNvPr>
          <p:cNvSpPr/>
          <p:nvPr userDrawn="1"/>
        </p:nvSpPr>
        <p:spPr>
          <a:xfrm>
            <a:off x="9648825" y="4419469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03F82088-5259-BD72-F6EA-A8685E7CFE3B}"/>
              </a:ext>
            </a:extLst>
          </p:cNvPr>
          <p:cNvSpPr/>
          <p:nvPr userDrawn="1"/>
        </p:nvSpPr>
        <p:spPr>
          <a:xfrm>
            <a:off x="9502775" y="4752348"/>
            <a:ext cx="2387599" cy="2387599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55ECEF1E-3DA2-81C2-AA93-CDE54913D9CD}"/>
              </a:ext>
            </a:extLst>
          </p:cNvPr>
          <p:cNvSpPr/>
          <p:nvPr userDrawn="1"/>
        </p:nvSpPr>
        <p:spPr>
          <a:xfrm>
            <a:off x="10676295" y="314898"/>
            <a:ext cx="1214080" cy="1214080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D20E4-27C3-3E17-3D3F-485CFBD44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27559-9D74-58E0-C100-6C6D8AECF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04A25-7610-D5E6-677D-503C151AEE2F}"/>
              </a:ext>
            </a:extLst>
          </p:cNvPr>
          <p:cNvSpPr/>
          <p:nvPr userDrawn="1"/>
        </p:nvSpPr>
        <p:spPr>
          <a:xfrm>
            <a:off x="0" y="0"/>
            <a:ext cx="603381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Members  slide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09E1BE-4DC2-42BE-4607-A988F5FDE5F2}"/>
              </a:ext>
            </a:extLst>
          </p:cNvPr>
          <p:cNvSpPr/>
          <p:nvPr userDrawn="1"/>
        </p:nvSpPr>
        <p:spPr>
          <a:xfrm>
            <a:off x="996950" y="2432807"/>
            <a:ext cx="2990850" cy="21979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5C1162-F2DE-C420-7C43-D437851E82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5550" y="196769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A2D5BC97-AB53-B19C-DC5E-CCD75548F4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5550" y="3465076"/>
            <a:ext cx="257492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1FE7E1-F1EB-5211-A419-1F79FB33EE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5550" y="4016164"/>
            <a:ext cx="2574925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678F60-B271-E6A2-1F65-3FA2E9AF363D}"/>
              </a:ext>
            </a:extLst>
          </p:cNvPr>
          <p:cNvSpPr/>
          <p:nvPr userDrawn="1"/>
        </p:nvSpPr>
        <p:spPr>
          <a:xfrm>
            <a:off x="4714875" y="2432807"/>
            <a:ext cx="2990850" cy="21979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4AA43B1-21C0-A296-0E15-8EDA0CC035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3475" y="196769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2B00AF7A-455E-6E96-F434-D97B899B5F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43475" y="3465076"/>
            <a:ext cx="257492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13BCE874-A210-A43B-D697-87F4DCF152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43475" y="4016164"/>
            <a:ext cx="2574925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992D8-B083-EAA1-7D39-932D2AE79723}"/>
              </a:ext>
            </a:extLst>
          </p:cNvPr>
          <p:cNvSpPr/>
          <p:nvPr userDrawn="1"/>
        </p:nvSpPr>
        <p:spPr>
          <a:xfrm>
            <a:off x="8204200" y="2432807"/>
            <a:ext cx="2990850" cy="21979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75923B83-874C-B62E-8E05-61EBAA2207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32800" y="196769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Placeholder 9" descr="Subtitle">
            <a:extLst>
              <a:ext uri="{FF2B5EF4-FFF2-40B4-BE49-F238E27FC236}">
                <a16:creationId xmlns:a16="http://schemas.microsoft.com/office/drawing/2014/main" id="{67F373E4-C48C-BFC1-F72A-401471B779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32800" y="3465076"/>
            <a:ext cx="257492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82247CB-AF49-1303-C570-1B31C89892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2800" y="4016164"/>
            <a:ext cx="2574925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49AA0B7B-D15E-6AC7-24E6-48059F58577F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6177079E-ED93-B20E-C476-610B9C746F74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F74D9-38D1-63CD-7076-64B34700B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461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  slide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30B6-BFFC-4E58-9338-7C28AFC2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34800" cy="5492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A5FE0-937F-4E6C-4FBF-6296A30E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40986-2E4E-7F47-A4B3-B6C5CC950786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E6E5A-01D1-5EDC-8148-A9197DC9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E0355-808A-A7BD-1439-511C60B8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6166CAA1-CD77-31CA-2FB3-BE0C0DE0821E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90C2583F-40A7-E105-3D57-7A122A267322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0FC39-8508-6F8B-16A7-0427D2F9537A}"/>
              </a:ext>
            </a:extLst>
          </p:cNvPr>
          <p:cNvSpPr/>
          <p:nvPr userDrawn="1"/>
        </p:nvSpPr>
        <p:spPr>
          <a:xfrm>
            <a:off x="228600" y="2432806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CFC146BC-2075-AEE0-D02B-99C0303B2F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306" y="2062162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7E81E8A1-1E89-87A7-7CB8-3D40FB338C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125" y="3584641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64E80B6-427B-E03B-8548-8757265480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125" y="4135729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028BAA-8321-3247-2CE9-B409E833721B}"/>
              </a:ext>
            </a:extLst>
          </p:cNvPr>
          <p:cNvSpPr/>
          <p:nvPr userDrawn="1"/>
        </p:nvSpPr>
        <p:spPr>
          <a:xfrm>
            <a:off x="3219450" y="2426403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36F9DF05-019C-8F4C-00C0-48F8B7468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17156" y="205575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67B0E3E5-9B3B-1C6D-6666-A0874AA1AB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5975" y="3578238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E0272BA-C9EF-056D-AC23-B0E4D8F76E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5975" y="4129326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A8099-278E-AC76-D4E3-BFA9152167D4}"/>
              </a:ext>
            </a:extLst>
          </p:cNvPr>
          <p:cNvSpPr/>
          <p:nvPr userDrawn="1"/>
        </p:nvSpPr>
        <p:spPr>
          <a:xfrm>
            <a:off x="6199933" y="2426403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C7E7BD00-574B-C870-4E36-E2B457DA975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97639" y="205575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Placeholder 9" descr="Subtitle">
            <a:extLst>
              <a:ext uri="{FF2B5EF4-FFF2-40B4-BE49-F238E27FC236}">
                <a16:creationId xmlns:a16="http://schemas.microsoft.com/office/drawing/2014/main" id="{5ECA2155-DB0C-9D19-252E-90D6105545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6458" y="3578238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5416C07-01D7-2172-7563-F108321B43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66458" y="4129326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7D1AE8-9937-61F3-562F-D74AC964940B}"/>
              </a:ext>
            </a:extLst>
          </p:cNvPr>
          <p:cNvSpPr/>
          <p:nvPr userDrawn="1"/>
        </p:nvSpPr>
        <p:spPr>
          <a:xfrm>
            <a:off x="9180416" y="2426403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6FC75506-BC7B-2429-1113-000BF1E26EA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878122" y="205575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Placeholder 9" descr="Subtitle">
            <a:extLst>
              <a:ext uri="{FF2B5EF4-FFF2-40B4-BE49-F238E27FC236}">
                <a16:creationId xmlns:a16="http://schemas.microsoft.com/office/drawing/2014/main" id="{201B052B-7CBA-BC02-BC78-8050542B7D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46941" y="3578238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4466A75-6841-FDC0-0C6B-89F15781A9F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6941" y="4129326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345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Member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5E561-45C3-B07E-5F51-4ADB2A4B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7886-C597-0B4A-B9CD-4DDB3637DB6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42951-8E19-CF5F-F1CB-D41FB2FA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7245A-9102-8DBD-AAA0-285B95C7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31474120-980D-B336-DBED-A29EF3206D13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89967E33-B823-759F-27A4-0ED4AE57A0B7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3D0F0-95E0-D50E-348B-31BA852FE29C}"/>
              </a:ext>
            </a:extLst>
          </p:cNvPr>
          <p:cNvSpPr/>
          <p:nvPr userDrawn="1"/>
        </p:nvSpPr>
        <p:spPr>
          <a:xfrm>
            <a:off x="996950" y="2432806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EA932F45-219F-0988-12C5-EC86848EEF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94656" y="2062162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08F41C80-08C1-1F16-9930-8D9CC250BB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3475" y="3584641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FE540FE-E1D5-3716-0F57-91DA531A30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63475" y="4135729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36936-7AC4-0B47-0CDB-762EB5E5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0543C-03FE-6525-B1C3-20C5C6531D79}"/>
              </a:ext>
            </a:extLst>
          </p:cNvPr>
          <p:cNvSpPr/>
          <p:nvPr userDrawn="1"/>
        </p:nvSpPr>
        <p:spPr>
          <a:xfrm>
            <a:off x="4714875" y="2432806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B47BEE0B-AF25-50D1-A6C8-94A99EADDE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2581" y="2062162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6A392631-BCF6-220A-76F4-2177DB9038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81400" y="3584641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1260178B-9FE0-5525-4DDC-B357B4ADCC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81400" y="4135729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101E06-0AE6-B991-3DC6-3321E7D2F5BB}"/>
              </a:ext>
            </a:extLst>
          </p:cNvPr>
          <p:cNvSpPr/>
          <p:nvPr userDrawn="1"/>
        </p:nvSpPr>
        <p:spPr>
          <a:xfrm>
            <a:off x="8432800" y="2432806"/>
            <a:ext cx="2762250" cy="231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6B9B0B83-A189-364E-FE99-5B5C41D8C1C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30506" y="2062162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Placeholder 9" descr="Subtitle">
            <a:extLst>
              <a:ext uri="{FF2B5EF4-FFF2-40B4-BE49-F238E27FC236}">
                <a16:creationId xmlns:a16="http://schemas.microsoft.com/office/drawing/2014/main" id="{3CCAFCE7-4074-4FA3-4497-8795F2303BD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99325" y="3584641"/>
            <a:ext cx="2432050" cy="427037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DA00001-6C3A-375C-7D1C-859A0B6C1F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99325" y="4135729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526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am Members slide -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ross 13">
            <a:extLst>
              <a:ext uri="{FF2B5EF4-FFF2-40B4-BE49-F238E27FC236}">
                <a16:creationId xmlns:a16="http://schemas.microsoft.com/office/drawing/2014/main" id="{16DE5FCF-A31F-40C7-D9DD-4DA739A784ED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B0D2E52-0898-22A4-F698-03053A1D77EC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94BA2-53BE-C61F-ECA1-20C87FAA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9B102-1493-42D4-E3E3-10677F57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14E42-FFF3-C245-8C4F-414438E9858F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678DC-B3F0-87E7-26FB-48FABFA3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E2E65-540E-B947-D9DF-D9E77D09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0D536-859C-9042-655A-FFD88C81C3EA}"/>
              </a:ext>
            </a:extLst>
          </p:cNvPr>
          <p:cNvSpPr/>
          <p:nvPr userDrawn="1"/>
        </p:nvSpPr>
        <p:spPr>
          <a:xfrm>
            <a:off x="1225550" y="2648651"/>
            <a:ext cx="3987800" cy="18847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7EA2692-039C-340C-8455-1F4D4AF13A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1237" y="2907624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B749B4E5-FD95-130F-34BC-56B40D63B3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9687" y="3146312"/>
            <a:ext cx="2432050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234E81F-FED7-6FFD-A442-6AF18B1564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9687" y="3697400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65572-F312-09F5-4880-EA0AB2433FF6}"/>
              </a:ext>
            </a:extLst>
          </p:cNvPr>
          <p:cNvSpPr/>
          <p:nvPr userDrawn="1"/>
        </p:nvSpPr>
        <p:spPr>
          <a:xfrm>
            <a:off x="7207250" y="2648651"/>
            <a:ext cx="3987800" cy="18847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509AA82-BE87-F6D2-628D-B60172DA2E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92937" y="2907624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7FDAB40C-CF00-BADD-1D33-79AC6D52D3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61387" y="3146312"/>
            <a:ext cx="2432050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ACFB39B-3D1F-831D-D062-94C4C3FEF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1387" y="3697400"/>
            <a:ext cx="2432050" cy="4270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475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am Members slide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ross 13">
            <a:extLst>
              <a:ext uri="{FF2B5EF4-FFF2-40B4-BE49-F238E27FC236}">
                <a16:creationId xmlns:a16="http://schemas.microsoft.com/office/drawing/2014/main" id="{16DE5FCF-A31F-40C7-D9DD-4DA739A784ED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B0D2E52-0898-22A4-F698-03053A1D77EC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94BA2-53BE-C61F-ECA1-20C87FAA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9B102-1493-42D4-E3E3-10677F57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A3494-1422-A044-B5FF-111630B00ECC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678DC-B3F0-87E7-26FB-48FABFA3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E2E65-540E-B947-D9DF-D9E77D09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0D536-859C-9042-655A-FFD88C81C3EA}"/>
              </a:ext>
            </a:extLst>
          </p:cNvPr>
          <p:cNvSpPr/>
          <p:nvPr userDrawn="1"/>
        </p:nvSpPr>
        <p:spPr>
          <a:xfrm>
            <a:off x="1225550" y="2907623"/>
            <a:ext cx="4114800" cy="1366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7EA2692-039C-340C-8455-1F4D4AF13A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1237" y="2907624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B749B4E5-FD95-130F-34BC-56B40D63B3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9687" y="3110884"/>
            <a:ext cx="2405063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234E81F-FED7-6FFD-A442-6AF18B1564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9687" y="3661972"/>
            <a:ext cx="2405063" cy="4270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A3F7D-3403-7FC4-5EBE-D15C282FAB72}"/>
              </a:ext>
            </a:extLst>
          </p:cNvPr>
          <p:cNvSpPr/>
          <p:nvPr userDrawn="1"/>
        </p:nvSpPr>
        <p:spPr>
          <a:xfrm>
            <a:off x="5213350" y="2907623"/>
            <a:ext cx="127000" cy="1366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AE1D53-713D-1463-E8D4-2D37E381F3CD}"/>
              </a:ext>
            </a:extLst>
          </p:cNvPr>
          <p:cNvSpPr/>
          <p:nvPr userDrawn="1"/>
        </p:nvSpPr>
        <p:spPr>
          <a:xfrm>
            <a:off x="7082064" y="2907622"/>
            <a:ext cx="4114800" cy="1366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F91F0249-E598-8FC0-DF5D-1C30F06E5B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67751" y="2907623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Placeholder 9" descr="Subtitle">
            <a:extLst>
              <a:ext uri="{FF2B5EF4-FFF2-40B4-BE49-F238E27FC236}">
                <a16:creationId xmlns:a16="http://schemas.microsoft.com/office/drawing/2014/main" id="{1F6A0C23-D36C-4A90-AB2F-54C1A33A17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36201" y="3110883"/>
            <a:ext cx="2405063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1DDFDC0-1334-8FB2-B5E6-5AE4364E22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6201" y="3661971"/>
            <a:ext cx="2405063" cy="4270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4E06C-92E2-C1E9-B270-600725B97B73}"/>
              </a:ext>
            </a:extLst>
          </p:cNvPr>
          <p:cNvSpPr/>
          <p:nvPr userDrawn="1"/>
        </p:nvSpPr>
        <p:spPr>
          <a:xfrm>
            <a:off x="11069864" y="2907622"/>
            <a:ext cx="127000" cy="1366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3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  slide -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FAB20-389A-0036-2C0D-03B71B61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DD7B-813F-154E-BC4C-E668F81387B4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B058B-B2A8-C439-395F-05C09E4E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239DF-8A88-FF6A-72C6-97B681EF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212549CC-108F-B964-4231-166993F65875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2092476F-56E9-04B7-299B-0B171205C634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9CD1D-2EF1-CAAA-0A5C-2A79CE63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58CD9B-F6E9-958A-AF40-9E5389EAF66F}"/>
              </a:ext>
            </a:extLst>
          </p:cNvPr>
          <p:cNvSpPr/>
          <p:nvPr userDrawn="1"/>
        </p:nvSpPr>
        <p:spPr>
          <a:xfrm>
            <a:off x="1225550" y="1585116"/>
            <a:ext cx="4114800" cy="1366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B4B00064-A6C6-2604-19C2-DBEDB43A87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1237" y="1585117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0319ABD8-5B76-07EB-C8D5-178CEFF2B0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9687" y="1788377"/>
            <a:ext cx="2405063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8E1CC9C-AA57-4D84-3082-0F2A04D5CD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9687" y="2339465"/>
            <a:ext cx="2405063" cy="4270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18433-192A-EC63-EF09-BE8EB0E98263}"/>
              </a:ext>
            </a:extLst>
          </p:cNvPr>
          <p:cNvSpPr/>
          <p:nvPr userDrawn="1"/>
        </p:nvSpPr>
        <p:spPr>
          <a:xfrm>
            <a:off x="5213350" y="1585116"/>
            <a:ext cx="127000" cy="1366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DA098-DE6A-88E2-2061-A1EE030D10B1}"/>
              </a:ext>
            </a:extLst>
          </p:cNvPr>
          <p:cNvSpPr/>
          <p:nvPr userDrawn="1"/>
        </p:nvSpPr>
        <p:spPr>
          <a:xfrm>
            <a:off x="7065965" y="1585115"/>
            <a:ext cx="4114800" cy="1366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9E2EEC05-73F0-6C11-CDBB-CB4F235704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1652" y="1585116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Placeholder 9" descr="Subtitle">
            <a:extLst>
              <a:ext uri="{FF2B5EF4-FFF2-40B4-BE49-F238E27FC236}">
                <a16:creationId xmlns:a16="http://schemas.microsoft.com/office/drawing/2014/main" id="{2D2A94DD-FA0F-81C3-E54B-2AE8AAC78B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20102" y="1788376"/>
            <a:ext cx="2405063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A6BF246-3B13-F818-6550-802BBDEE10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20102" y="2339464"/>
            <a:ext cx="2405063" cy="4270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C5C34-D7F2-48F0-765A-ECB26B87F660}"/>
              </a:ext>
            </a:extLst>
          </p:cNvPr>
          <p:cNvSpPr/>
          <p:nvPr userDrawn="1"/>
        </p:nvSpPr>
        <p:spPr>
          <a:xfrm>
            <a:off x="11053765" y="1585115"/>
            <a:ext cx="127000" cy="1366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894C8F-E5AE-E6A0-47E1-69347C6196E5}"/>
              </a:ext>
            </a:extLst>
          </p:cNvPr>
          <p:cNvSpPr/>
          <p:nvPr userDrawn="1"/>
        </p:nvSpPr>
        <p:spPr>
          <a:xfrm>
            <a:off x="1225550" y="3906044"/>
            <a:ext cx="4114800" cy="1366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C6A39B1C-712F-580A-B1B2-76A5228EDD5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11237" y="3906045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Placeholder 9" descr="Subtitle">
            <a:extLst>
              <a:ext uri="{FF2B5EF4-FFF2-40B4-BE49-F238E27FC236}">
                <a16:creationId xmlns:a16="http://schemas.microsoft.com/office/drawing/2014/main" id="{91F6BB72-0FD2-73CD-B547-AA9DBE550C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79687" y="4109305"/>
            <a:ext cx="2405063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63305BF-4BE2-DA12-DDC9-E8AC3B3123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79687" y="4660393"/>
            <a:ext cx="2405063" cy="4270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24D975-8750-2AE9-4E0C-A05614580E17}"/>
              </a:ext>
            </a:extLst>
          </p:cNvPr>
          <p:cNvSpPr/>
          <p:nvPr userDrawn="1"/>
        </p:nvSpPr>
        <p:spPr>
          <a:xfrm>
            <a:off x="5213350" y="3906044"/>
            <a:ext cx="127000" cy="1366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B71077-DC6D-DBC5-1CC5-6FACADFD28E2}"/>
              </a:ext>
            </a:extLst>
          </p:cNvPr>
          <p:cNvSpPr/>
          <p:nvPr userDrawn="1"/>
        </p:nvSpPr>
        <p:spPr>
          <a:xfrm>
            <a:off x="7080250" y="3907708"/>
            <a:ext cx="4114800" cy="1366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A4FC30B-AC09-F743-12E5-9D9418F6B1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5937" y="390770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9" descr="Subtitle">
            <a:extLst>
              <a:ext uri="{FF2B5EF4-FFF2-40B4-BE49-F238E27FC236}">
                <a16:creationId xmlns:a16="http://schemas.microsoft.com/office/drawing/2014/main" id="{50CCBBA1-FDA8-1559-0055-91E525DE58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434387" y="4110969"/>
            <a:ext cx="2405063" cy="42703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accent5"/>
                </a:solidFill>
                <a:latin typeface="+mj-lt"/>
              </a:defRPr>
            </a:lvl1pPr>
            <a:lvl2pPr algn="l">
              <a:defRPr sz="1800" b="1">
                <a:solidFill>
                  <a:schemeClr val="accent5"/>
                </a:solidFill>
                <a:latin typeface="+mj-lt"/>
              </a:defRPr>
            </a:lvl2pPr>
            <a:lvl3pPr algn="l">
              <a:defRPr sz="1800" b="1">
                <a:solidFill>
                  <a:schemeClr val="accent5"/>
                </a:solidFill>
                <a:latin typeface="+mj-lt"/>
              </a:defRPr>
            </a:lvl3pPr>
            <a:lvl4pPr algn="l">
              <a:defRPr sz="1800" b="1">
                <a:solidFill>
                  <a:schemeClr val="accent5"/>
                </a:solidFill>
                <a:latin typeface="+mj-lt"/>
              </a:defRPr>
            </a:lvl4pPr>
            <a:lvl5pPr algn="l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3F943039-C67C-66BD-F800-B90565F0FD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34387" y="4662057"/>
            <a:ext cx="2405063" cy="4270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49DC4B-B4A7-C505-4293-21FFB58291A8}"/>
              </a:ext>
            </a:extLst>
          </p:cNvPr>
          <p:cNvSpPr/>
          <p:nvPr userDrawn="1"/>
        </p:nvSpPr>
        <p:spPr>
          <a:xfrm>
            <a:off x="11068050" y="3907708"/>
            <a:ext cx="127000" cy="1366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2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Members  slide -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CE24A3-3EE5-6FEC-A1D6-F9DA17B4EC8D}"/>
              </a:ext>
            </a:extLst>
          </p:cNvPr>
          <p:cNvSpPr/>
          <p:nvPr userDrawn="1"/>
        </p:nvSpPr>
        <p:spPr>
          <a:xfrm>
            <a:off x="996950" y="2432807"/>
            <a:ext cx="10198100" cy="21979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47BDA-1296-68CA-B8AA-88D3A2C3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77E8-4822-F849-95D1-BF09F9915128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42BEF-64A7-4681-B47D-358D23619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7681E-4447-E5AE-40F5-CE3B7F5A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94F4B30E-4F20-D7E7-3F9C-CCA276FB70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5550" y="196769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7ABAE283-CB1F-184E-C3E9-1A2499C16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5550" y="3465076"/>
            <a:ext cx="257492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4A5BC9B-F213-1A94-9EAE-8EDBA80DB9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016164"/>
            <a:ext cx="2574925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F69BEC17-8B22-A562-1D99-EC1A7F14B7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43475" y="196769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Placeholder 9" descr="Subtitle">
            <a:extLst>
              <a:ext uri="{FF2B5EF4-FFF2-40B4-BE49-F238E27FC236}">
                <a16:creationId xmlns:a16="http://schemas.microsoft.com/office/drawing/2014/main" id="{FFCE182C-73E2-F8E2-D704-916CD89F0F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43475" y="3465076"/>
            <a:ext cx="257492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5911676-D3EC-310D-4E50-418374F7C2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43475" y="4016164"/>
            <a:ext cx="2574925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E739462-7184-1471-154F-7851678D4E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32800" y="1967699"/>
            <a:ext cx="1366838" cy="136683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97F4F09B-D8EF-8E3F-9E7A-7CB004796D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2800" y="3465076"/>
            <a:ext cx="257492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24C23225-9113-5D21-F09B-FD61CF4923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32800" y="4016164"/>
            <a:ext cx="2574925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766D3D19-A701-65E7-1146-2D9990D54C38}"/>
              </a:ext>
            </a:extLst>
          </p:cNvPr>
          <p:cNvSpPr/>
          <p:nvPr userDrawn="1"/>
        </p:nvSpPr>
        <p:spPr>
          <a:xfrm>
            <a:off x="10676294" y="85131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E6EB6B89-886D-7D0B-2819-E978518080C0}"/>
              </a:ext>
            </a:extLst>
          </p:cNvPr>
          <p:cNvSpPr/>
          <p:nvPr userDrawn="1"/>
        </p:nvSpPr>
        <p:spPr>
          <a:xfrm>
            <a:off x="10228165" y="129344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13B0C-C2BF-3F87-B1DA-E72C35B46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2D9B7-DAC9-6A98-D67C-93C85CA50A22}"/>
              </a:ext>
            </a:extLst>
          </p:cNvPr>
          <p:cNvSpPr/>
          <p:nvPr userDrawn="1"/>
        </p:nvSpPr>
        <p:spPr>
          <a:xfrm>
            <a:off x="996950" y="4630723"/>
            <a:ext cx="10198100" cy="1305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0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an image and 4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ross 7">
            <a:extLst>
              <a:ext uri="{FF2B5EF4-FFF2-40B4-BE49-F238E27FC236}">
                <a16:creationId xmlns:a16="http://schemas.microsoft.com/office/drawing/2014/main" id="{CC712EAD-AAD2-8E4D-06CC-BCB313101BBC}"/>
              </a:ext>
            </a:extLst>
          </p:cNvPr>
          <p:cNvSpPr/>
          <p:nvPr userDrawn="1"/>
        </p:nvSpPr>
        <p:spPr>
          <a:xfrm>
            <a:off x="6748997" y="4966698"/>
            <a:ext cx="2223553" cy="2223553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CD9AC-DE5D-9A32-B0A8-15C7F1C2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8259"/>
            <a:ext cx="675005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D417A-3C9F-86EB-4313-FB1BC8FC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44B6-FC31-CE4E-A046-C298751E1D57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026B4-3397-C682-A4C6-C2A64A94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BA6A2-CF2B-6A74-F720-1D75783E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083CA42-EA4F-70EB-FFAF-51FDA87C2F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4997" y="462250"/>
            <a:ext cx="4198403" cy="56162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9" descr="Subtitle">
            <a:extLst>
              <a:ext uri="{FF2B5EF4-FFF2-40B4-BE49-F238E27FC236}">
                <a16:creationId xmlns:a16="http://schemas.microsoft.com/office/drawing/2014/main" id="{874CCBB3-39D7-1E08-E00F-D043B3339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2484675"/>
            <a:ext cx="2743201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FBF586-83B8-1D29-2173-A6FED96C08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3035763"/>
            <a:ext cx="2743201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31E0BA-55D9-73A2-4B1F-E00B1DC18034}"/>
              </a:ext>
            </a:extLst>
          </p:cNvPr>
          <p:cNvSpPr/>
          <p:nvPr userDrawn="1"/>
        </p:nvSpPr>
        <p:spPr>
          <a:xfrm>
            <a:off x="228600" y="2484675"/>
            <a:ext cx="609600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01</a:t>
            </a:r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3DCA0CAA-FAB7-E058-9DC7-B8249D07A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56150" y="2484675"/>
            <a:ext cx="2743201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238861C-F93A-CC1A-AE73-164D6D8207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56150" y="3035763"/>
            <a:ext cx="2743201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01ABC-8C06-A097-6228-3D6C4541D6AC}"/>
              </a:ext>
            </a:extLst>
          </p:cNvPr>
          <p:cNvSpPr/>
          <p:nvPr userDrawn="1"/>
        </p:nvSpPr>
        <p:spPr>
          <a:xfrm>
            <a:off x="3987800" y="2484675"/>
            <a:ext cx="609600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02</a:t>
            </a:r>
          </a:p>
        </p:txBody>
      </p:sp>
      <p:sp>
        <p:nvSpPr>
          <p:cNvPr id="15" name="Text Placeholder 9" descr="Subtitle">
            <a:extLst>
              <a:ext uri="{FF2B5EF4-FFF2-40B4-BE49-F238E27FC236}">
                <a16:creationId xmlns:a16="http://schemas.microsoft.com/office/drawing/2014/main" id="{2F00FB28-E130-664E-33D0-2B179130D4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4143928"/>
            <a:ext cx="2743201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387715E9-11E8-DA96-5A63-5CC6E73367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4695016"/>
            <a:ext cx="2743201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5F3E63-4C96-2536-9CC2-C13EA8B589AF}"/>
              </a:ext>
            </a:extLst>
          </p:cNvPr>
          <p:cNvSpPr/>
          <p:nvPr userDrawn="1"/>
        </p:nvSpPr>
        <p:spPr>
          <a:xfrm>
            <a:off x="228600" y="4143928"/>
            <a:ext cx="609600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03</a:t>
            </a:r>
          </a:p>
        </p:txBody>
      </p:sp>
      <p:sp>
        <p:nvSpPr>
          <p:cNvPr id="18" name="Text Placeholder 9" descr="Subtitle">
            <a:extLst>
              <a:ext uri="{FF2B5EF4-FFF2-40B4-BE49-F238E27FC236}">
                <a16:creationId xmlns:a16="http://schemas.microsoft.com/office/drawing/2014/main" id="{FDD216CF-ED6F-0CC9-C9DE-4C25D2894A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56150" y="4143928"/>
            <a:ext cx="2743201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DF119498-8087-1856-243E-76D935DBBE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56150" y="4695016"/>
            <a:ext cx="2743201" cy="427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D2840C-6720-7F09-9546-E6EB7852AEEB}"/>
              </a:ext>
            </a:extLst>
          </p:cNvPr>
          <p:cNvSpPr/>
          <p:nvPr userDrawn="1"/>
        </p:nvSpPr>
        <p:spPr>
          <a:xfrm>
            <a:off x="3987800" y="4143928"/>
            <a:ext cx="609600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04</a:t>
            </a:r>
          </a:p>
        </p:txBody>
      </p:sp>
      <p:sp>
        <p:nvSpPr>
          <p:cNvPr id="21" name="Text Placeholder 9" descr="Subtitle">
            <a:extLst>
              <a:ext uri="{FF2B5EF4-FFF2-40B4-BE49-F238E27FC236}">
                <a16:creationId xmlns:a16="http://schemas.microsoft.com/office/drawing/2014/main" id="{9C5D9682-984E-0659-F089-448A673DD2F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8600" y="1131585"/>
            <a:ext cx="6750050" cy="4270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479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E456-A07B-5E78-8EF2-5EAB7F4C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5"/>
            <a:ext cx="521335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0BF62-BBE8-6D48-DD80-998C29CB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8318E-3AA3-C741-9C3C-464E0E6A933C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9E6B1-1EA3-88C2-967A-F858431A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AEA60-A9C9-A51C-27E5-455FD343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6B6696B1-B2C1-FDEB-D324-3D5FFB72D6EB}"/>
              </a:ext>
            </a:extLst>
          </p:cNvPr>
          <p:cNvSpPr/>
          <p:nvPr userDrawn="1"/>
        </p:nvSpPr>
        <p:spPr>
          <a:xfrm>
            <a:off x="5980647" y="4966698"/>
            <a:ext cx="2223553" cy="2223553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7D5B71D-A240-8FF2-97BD-32A945702A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7554" y="365126"/>
            <a:ext cx="4637496" cy="552244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195CC7-29E4-317A-A298-CBDB477707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1409700"/>
            <a:ext cx="5213350" cy="43561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6319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ross 17">
            <a:extLst>
              <a:ext uri="{FF2B5EF4-FFF2-40B4-BE49-F238E27FC236}">
                <a16:creationId xmlns:a16="http://schemas.microsoft.com/office/drawing/2014/main" id="{7329E7B7-70B1-D851-40D2-99616C09982E}"/>
              </a:ext>
            </a:extLst>
          </p:cNvPr>
          <p:cNvSpPr/>
          <p:nvPr userDrawn="1"/>
        </p:nvSpPr>
        <p:spPr>
          <a:xfrm>
            <a:off x="10676294" y="3161445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91D27F5F-6293-1960-AD1E-FFDB9CC55488}"/>
              </a:ext>
            </a:extLst>
          </p:cNvPr>
          <p:cNvSpPr/>
          <p:nvPr userDrawn="1"/>
        </p:nvSpPr>
        <p:spPr>
          <a:xfrm>
            <a:off x="10228165" y="4369757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DF47B-3706-8E69-D7D2-5A726A40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772388"/>
            <a:ext cx="398780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ED745BF-C4E4-B8E3-DA46-1AE2278B22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33264"/>
            <a:ext cx="11734800" cy="3320951"/>
          </a:xfr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9D514DA-BBD4-E76C-FD75-9755F66CC6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300" y="3772388"/>
            <a:ext cx="4984750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0F250FA-3097-ECA7-A76E-FA1275D51F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0300" y="4153353"/>
            <a:ext cx="4984750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112209B-9360-3053-CFD7-4D2DFD4AED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0300" y="4796602"/>
            <a:ext cx="4984750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E49875A-F6DB-EA8D-6ECE-3A3055305A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5177567"/>
            <a:ext cx="4984750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6F59C3C-33FF-9694-A41C-BCF17441AD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0300" y="5820816"/>
            <a:ext cx="4984750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259184C-A219-AECB-5E99-773B34F434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6201781"/>
            <a:ext cx="4984750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3868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ross 17">
            <a:extLst>
              <a:ext uri="{FF2B5EF4-FFF2-40B4-BE49-F238E27FC236}">
                <a16:creationId xmlns:a16="http://schemas.microsoft.com/office/drawing/2014/main" id="{7329E7B7-70B1-D851-40D2-99616C09982E}"/>
              </a:ext>
            </a:extLst>
          </p:cNvPr>
          <p:cNvSpPr/>
          <p:nvPr userDrawn="1"/>
        </p:nvSpPr>
        <p:spPr>
          <a:xfrm>
            <a:off x="10676294" y="-113789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91D27F5F-6293-1960-AD1E-FFDB9CC55488}"/>
              </a:ext>
            </a:extLst>
          </p:cNvPr>
          <p:cNvSpPr/>
          <p:nvPr userDrawn="1"/>
        </p:nvSpPr>
        <p:spPr>
          <a:xfrm>
            <a:off x="10228165" y="1094523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DF47B-3706-8E69-D7D2-5A726A40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738" y="780782"/>
            <a:ext cx="7190662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ED745BF-C4E4-B8E3-DA46-1AE2278B22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33264"/>
            <a:ext cx="3987800" cy="6363479"/>
          </a:xfr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9D514DA-BBD4-E76C-FD75-9755F66CC6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2738" y="2338751"/>
            <a:ext cx="3431462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0F250FA-3097-ECA7-A76E-FA1275D51F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8" y="2719716"/>
            <a:ext cx="3431462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112209B-9360-3053-CFD7-4D2DFD4AED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2738" y="4131918"/>
            <a:ext cx="3431462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E49875A-F6DB-EA8D-6ECE-3A3055305A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2738" y="4512883"/>
            <a:ext cx="3431462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6F59C3C-33FF-9694-A41C-BCF17441AD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1938" y="2338751"/>
            <a:ext cx="3431462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259184C-A219-AECB-5E99-773B34F434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1938" y="2719716"/>
            <a:ext cx="3431462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D47E07E-04C6-1350-1952-8A47C5C3C1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1938" y="4131918"/>
            <a:ext cx="3431462" cy="26776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600">
                <a:solidFill>
                  <a:schemeClr val="accent5"/>
                </a:solidFill>
                <a:latin typeface="+mj-lt"/>
              </a:defRPr>
            </a:lvl2pPr>
            <a:lvl3pPr>
              <a:defRPr sz="1600">
                <a:solidFill>
                  <a:schemeClr val="accent5"/>
                </a:solidFill>
                <a:latin typeface="+mj-lt"/>
              </a:defRPr>
            </a:lvl3pPr>
            <a:lvl4pPr>
              <a:defRPr sz="1600">
                <a:solidFill>
                  <a:schemeClr val="accent5"/>
                </a:solidFill>
                <a:latin typeface="+mj-lt"/>
              </a:defRPr>
            </a:lvl4pPr>
            <a:lvl5pPr>
              <a:defRPr sz="1600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FDEB9CBB-BB7F-5B8E-7FC8-CEA1284C1D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31938" y="4512883"/>
            <a:ext cx="3431462" cy="267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912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ross 6">
            <a:extLst>
              <a:ext uri="{FF2B5EF4-FFF2-40B4-BE49-F238E27FC236}">
                <a16:creationId xmlns:a16="http://schemas.microsoft.com/office/drawing/2014/main" id="{1D3889A8-A5D5-ACBE-2514-A013C74430BE}"/>
              </a:ext>
            </a:extLst>
          </p:cNvPr>
          <p:cNvSpPr/>
          <p:nvPr userDrawn="1"/>
        </p:nvSpPr>
        <p:spPr>
          <a:xfrm>
            <a:off x="10769604" y="-110820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02EA7667-3ACB-0780-7ACA-930DDE888A34}"/>
              </a:ext>
            </a:extLst>
          </p:cNvPr>
          <p:cNvSpPr/>
          <p:nvPr userDrawn="1"/>
        </p:nvSpPr>
        <p:spPr>
          <a:xfrm>
            <a:off x="10321475" y="1097492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272F6-E063-D847-CEBF-243D95C1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69DF4-4873-D9E4-572E-F3F7078B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11CA-EA87-C249-B44F-0B24F0C81987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FFD65-939E-893C-8DA1-3066D52B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AEC1-90DB-5FFB-74F4-9A657FEF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8D70D3-E126-EA1E-58D6-C17C641A73BF}"/>
              </a:ext>
            </a:extLst>
          </p:cNvPr>
          <p:cNvSpPr/>
          <p:nvPr userDrawn="1"/>
        </p:nvSpPr>
        <p:spPr>
          <a:xfrm>
            <a:off x="996950" y="1856247"/>
            <a:ext cx="10198100" cy="4199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6EDFD5-9714-F8F0-DAE9-190EFA3CE4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5550" y="1670181"/>
            <a:ext cx="2762250" cy="307910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CAF4D1-A94F-FDCF-C328-9C08FCEA5CB0}"/>
              </a:ext>
            </a:extLst>
          </p:cNvPr>
          <p:cNvSpPr/>
          <p:nvPr userDrawn="1"/>
        </p:nvSpPr>
        <p:spPr>
          <a:xfrm>
            <a:off x="996950" y="4749282"/>
            <a:ext cx="3219450" cy="13062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942396-07F6-B40C-7945-06989FE69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9288" y="2230438"/>
            <a:ext cx="6367462" cy="33766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8F045A8B-A9B2-BC06-1A1A-7D09C3412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4913362"/>
            <a:ext cx="2743201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>
              <a:defRPr sz="1800" b="1">
                <a:solidFill>
                  <a:schemeClr val="bg1"/>
                </a:solidFill>
                <a:latin typeface="+mj-lt"/>
              </a:defRPr>
            </a:lvl2pPr>
            <a:lvl3pPr>
              <a:defRPr sz="1800" b="1">
                <a:solidFill>
                  <a:schemeClr val="bg1"/>
                </a:solidFill>
                <a:latin typeface="+mj-lt"/>
              </a:defRPr>
            </a:lvl3pPr>
            <a:lvl4pPr>
              <a:defRPr sz="1800" b="1">
                <a:solidFill>
                  <a:schemeClr val="bg1"/>
                </a:solidFill>
                <a:latin typeface="+mj-lt"/>
              </a:defRPr>
            </a:lvl4pPr>
            <a:lvl5pPr>
              <a:defRPr sz="18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22C60AE-CE1F-F648-DA71-B59D0F4114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550" y="5464450"/>
            <a:ext cx="2743201" cy="4270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6381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B2636A-C63F-9ECB-38E7-11E7691E8D46}"/>
              </a:ext>
            </a:extLst>
          </p:cNvPr>
          <p:cNvSpPr/>
          <p:nvPr userDrawn="1"/>
        </p:nvSpPr>
        <p:spPr>
          <a:xfrm>
            <a:off x="0" y="0"/>
            <a:ext cx="603381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97D2-487C-B6FC-B267-10E7E0ED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0419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C86CB-CC4B-DA64-47B2-748CFC19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990A-D9C0-8644-BF13-A33A0EB8B9E4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B11F3-0624-AFA4-18AD-69C39321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58270-997B-95D4-8B85-C1D91FC7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DECC2-D02D-16E3-8711-DC6DD3E91843}"/>
              </a:ext>
            </a:extLst>
          </p:cNvPr>
          <p:cNvSpPr/>
          <p:nvPr userDrawn="1"/>
        </p:nvSpPr>
        <p:spPr>
          <a:xfrm>
            <a:off x="494522" y="1856247"/>
            <a:ext cx="11094097" cy="4199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3C9CED6-1BC8-E208-4612-DCACBF7D3C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015" y="1517601"/>
            <a:ext cx="2525745" cy="323168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7672189-2628-861F-3880-76F547B321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3972" y="2230438"/>
            <a:ext cx="7252478" cy="33766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052767D1-5976-5AB1-13CF-4FAFB8ED29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7015" y="4913362"/>
            <a:ext cx="2525745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DA23B3B-0B8A-E1B6-3F6F-4460410C65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7015" y="5464450"/>
            <a:ext cx="2525746" cy="4270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190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2D1E-EBE8-1412-CFB4-FD050889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7F457-43A7-BD37-AD66-6A8751D8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0C4DE-CE38-E64A-91B0-DFB2BC8C8AC3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C9570-7788-7A44-421E-263C49D5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BEE5C-A741-C4D6-C2E1-5BA1E44D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C45E7E-FBB8-F3FF-3810-EDCC6C447380}"/>
              </a:ext>
            </a:extLst>
          </p:cNvPr>
          <p:cNvSpPr/>
          <p:nvPr userDrawn="1"/>
        </p:nvSpPr>
        <p:spPr>
          <a:xfrm>
            <a:off x="996950" y="1678965"/>
            <a:ext cx="10198100" cy="4199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1633896-B744-4CF8-385A-8EEE73A44B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5550" y="1918542"/>
            <a:ext cx="2762250" cy="270011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AF5A8310-5422-B292-26CE-B9C0693DA6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9288" y="1918542"/>
            <a:ext cx="6367462" cy="3511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 descr="Subtitle">
            <a:extLst>
              <a:ext uri="{FF2B5EF4-FFF2-40B4-BE49-F238E27FC236}">
                <a16:creationId xmlns:a16="http://schemas.microsoft.com/office/drawing/2014/main" id="{73345504-9327-EED8-CFB4-B21EFA92B5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4759406"/>
            <a:ext cx="2762249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7C0C19-AF6E-A92A-7723-05F56687AB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550" y="5310494"/>
            <a:ext cx="2762250" cy="4270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F392B-6DB1-AE44-E845-71DF9BECFBF2}"/>
              </a:ext>
            </a:extLst>
          </p:cNvPr>
          <p:cNvSpPr/>
          <p:nvPr userDrawn="1"/>
        </p:nvSpPr>
        <p:spPr>
          <a:xfrm>
            <a:off x="11551299" y="0"/>
            <a:ext cx="64070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18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ABB7-62D0-78C4-D816-FBE12FDE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4B049-9572-85D2-B168-F060B67F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B58C-C9FE-3B4A-9807-12C8BECFEC37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87DCD-916E-5F58-6EB8-FD968910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40E5-E417-8E8E-669D-D4C0534E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EC4CAAE0-3BA9-2CDF-DECB-73EDA8C9F6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1736287"/>
            <a:ext cx="4400808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CEFA56C-4961-3700-2B3F-D602B8D9DF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549" y="2287375"/>
            <a:ext cx="4400809" cy="325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BB52D2-8607-F01F-BCD0-BC76436FF5E4}"/>
              </a:ext>
            </a:extLst>
          </p:cNvPr>
          <p:cNvSpPr/>
          <p:nvPr userDrawn="1"/>
        </p:nvSpPr>
        <p:spPr>
          <a:xfrm>
            <a:off x="996950" y="1736287"/>
            <a:ext cx="80866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 descr="Subtitle">
            <a:extLst>
              <a:ext uri="{FF2B5EF4-FFF2-40B4-BE49-F238E27FC236}">
                <a16:creationId xmlns:a16="http://schemas.microsoft.com/office/drawing/2014/main" id="{69AFD283-9BC6-22A8-88A1-B0FBDDD9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2146" y="1736287"/>
            <a:ext cx="4400808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ABE34A-D281-D7BF-AFA4-37EB839E81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72145" y="2287375"/>
            <a:ext cx="4400809" cy="325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5E273-5136-CF75-EC0E-ED758E6A5CFE}"/>
              </a:ext>
            </a:extLst>
          </p:cNvPr>
          <p:cNvSpPr/>
          <p:nvPr userDrawn="1"/>
        </p:nvSpPr>
        <p:spPr>
          <a:xfrm>
            <a:off x="6543546" y="1736287"/>
            <a:ext cx="80866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299624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ross 9">
            <a:extLst>
              <a:ext uri="{FF2B5EF4-FFF2-40B4-BE49-F238E27FC236}">
                <a16:creationId xmlns:a16="http://schemas.microsoft.com/office/drawing/2014/main" id="{1475A082-B5A9-BBC1-461D-F4A921CFDFA1}"/>
              </a:ext>
            </a:extLst>
          </p:cNvPr>
          <p:cNvSpPr/>
          <p:nvPr userDrawn="1"/>
        </p:nvSpPr>
        <p:spPr>
          <a:xfrm>
            <a:off x="10769604" y="-110820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1185FFA0-4758-5601-AAC6-7F9D525297E1}"/>
              </a:ext>
            </a:extLst>
          </p:cNvPr>
          <p:cNvSpPr/>
          <p:nvPr userDrawn="1"/>
        </p:nvSpPr>
        <p:spPr>
          <a:xfrm>
            <a:off x="10321475" y="1097492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6A9E7-5BFB-90E7-E444-6502BCF5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04DDD-93CD-9483-28EE-384F66E7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552E-6B63-4C40-B816-FD5426467CA5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0E02F-B6CD-E91A-E395-397F52E0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B40B5-BDB7-7439-9702-5595E223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E7D31077-F6B9-1B86-BD18-2B88CC6000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1569746"/>
            <a:ext cx="3219450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5C01FD4-E122-EC79-D4E8-96FD7E328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1741" y="1561791"/>
            <a:ext cx="6623309" cy="16292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7F6AFA88-8FB4-F82C-60C7-FEEB55220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3866160"/>
            <a:ext cx="3219450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E53BDBB-9A22-C911-F4C3-930AAA897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741" y="3858205"/>
            <a:ext cx="6623309" cy="16292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2884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ross 12">
            <a:extLst>
              <a:ext uri="{FF2B5EF4-FFF2-40B4-BE49-F238E27FC236}">
                <a16:creationId xmlns:a16="http://schemas.microsoft.com/office/drawing/2014/main" id="{C7F329F2-D5BC-9562-D7C2-3FC7A0B6AD72}"/>
              </a:ext>
            </a:extLst>
          </p:cNvPr>
          <p:cNvSpPr/>
          <p:nvPr userDrawn="1"/>
        </p:nvSpPr>
        <p:spPr>
          <a:xfrm>
            <a:off x="116276" y="5283940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A74889F-0632-BDEC-E7B9-6428AE166090}"/>
              </a:ext>
            </a:extLst>
          </p:cNvPr>
          <p:cNvSpPr/>
          <p:nvPr userDrawn="1"/>
        </p:nvSpPr>
        <p:spPr>
          <a:xfrm>
            <a:off x="1433447" y="4913362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DB70C-FB18-59A5-F469-EE1A4509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CC88-96A0-782F-EBE7-405B70FE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B02-6415-7447-A43A-438D02EA38E0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355A3-B1D9-65DC-FA4B-00D8A821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2CBB0-C012-253F-126C-80D5D07D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B36FF34E-624B-FFFB-AA1E-9ACCC5EAC5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1" y="1736287"/>
            <a:ext cx="4629407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B15C16-27C4-D182-4FF1-12CC8D157D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1" y="2287375"/>
            <a:ext cx="4629408" cy="325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7B6239E0-9E78-16EE-7E6A-5B740A1E34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643" y="1736287"/>
            <a:ext cx="4629407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04A8779-89B3-3C01-F372-7C54AB9671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65643" y="2287375"/>
            <a:ext cx="4629408" cy="325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348D6-C58D-D6BC-4EF4-2AE7CC16D06E}"/>
              </a:ext>
            </a:extLst>
          </p:cNvPr>
          <p:cNvSpPr/>
          <p:nvPr userDrawn="1"/>
        </p:nvSpPr>
        <p:spPr>
          <a:xfrm>
            <a:off x="1" y="0"/>
            <a:ext cx="49452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85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ross 13">
            <a:extLst>
              <a:ext uri="{FF2B5EF4-FFF2-40B4-BE49-F238E27FC236}">
                <a16:creationId xmlns:a16="http://schemas.microsoft.com/office/drawing/2014/main" id="{ABE14103-6829-C01A-287E-E88545AA1AD9}"/>
              </a:ext>
            </a:extLst>
          </p:cNvPr>
          <p:cNvSpPr/>
          <p:nvPr userDrawn="1"/>
        </p:nvSpPr>
        <p:spPr>
          <a:xfrm>
            <a:off x="10769604" y="-110820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9E6D900-9772-16A2-F836-2C5668E71664}"/>
              </a:ext>
            </a:extLst>
          </p:cNvPr>
          <p:cNvSpPr/>
          <p:nvPr userDrawn="1"/>
        </p:nvSpPr>
        <p:spPr>
          <a:xfrm>
            <a:off x="10321475" y="1097492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DAF8D-A5C3-BCD1-7C0C-7AE7827D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23" y="365125"/>
            <a:ext cx="11061439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C6DDC-2DCD-871A-C7FF-0DEBD5B2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1DF5-4162-6742-AAF4-C1FEFFACF8F7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D7E19-CC77-D4EA-8B7A-2395FF6D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FA6A6-DD58-A44F-34C5-09D2E887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B2D7918-B5A6-416B-5590-99356F44D7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124" y="1566862"/>
            <a:ext cx="3264676" cy="380609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7CF4C172-97CD-9B3F-7CA8-6DFEE549C2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6400" y="1566863"/>
            <a:ext cx="3759199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E69901A-3684-0798-589D-DD4ABC508D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2117951"/>
            <a:ext cx="3759200" cy="325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735195B6-57D0-6B12-951F-81271E3EC3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1" y="1566863"/>
            <a:ext cx="3759199" cy="427037"/>
          </a:xfrm>
        </p:spPr>
        <p:txBody>
          <a:bodyPr anchor="t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08BB023-8C91-D72C-55F3-8D85CD3A01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1" y="2117951"/>
            <a:ext cx="3759200" cy="325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794045-09B4-5196-091C-63C8CDEE70B8}"/>
              </a:ext>
            </a:extLst>
          </p:cNvPr>
          <p:cNvSpPr/>
          <p:nvPr userDrawn="1"/>
        </p:nvSpPr>
        <p:spPr>
          <a:xfrm>
            <a:off x="1" y="0"/>
            <a:ext cx="49452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54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 -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CC339-6ABE-8B9E-0645-041F7243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5B4D6-8DED-70CA-E9C8-0AB8B2F9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0733-DAF3-8341-9289-F533786ADD11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FB4C7-740C-5FDF-D95A-AA6A93E9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843E7-0498-4387-2001-2758C751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4BDFC8E5-06FF-D1F5-FE62-87C26562AE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2092789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DF59097-32E3-957F-5A99-F186B92F5B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2643877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CE44A-6C6C-2822-FE09-C6BCEFA65964}"/>
              </a:ext>
            </a:extLst>
          </p:cNvPr>
          <p:cNvSpPr/>
          <p:nvPr userDrawn="1"/>
        </p:nvSpPr>
        <p:spPr>
          <a:xfrm>
            <a:off x="996949" y="1667976"/>
            <a:ext cx="664633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01</a:t>
            </a:r>
          </a:p>
        </p:txBody>
      </p:sp>
      <p:sp>
        <p:nvSpPr>
          <p:cNvPr id="9" name="Text Placeholder 9" descr="Subtitle">
            <a:extLst>
              <a:ext uri="{FF2B5EF4-FFF2-40B4-BE49-F238E27FC236}">
                <a16:creationId xmlns:a16="http://schemas.microsoft.com/office/drawing/2014/main" id="{F2CDFB80-D8A2-6B70-707C-5F2E7BA0C1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0575" y="2100855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164831-B97D-B7E0-7CAC-586AE9C149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2651943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2B0E0B-1F94-C99E-07D2-24C291743790}"/>
              </a:ext>
            </a:extLst>
          </p:cNvPr>
          <p:cNvSpPr/>
          <p:nvPr userDrawn="1"/>
        </p:nvSpPr>
        <p:spPr>
          <a:xfrm>
            <a:off x="4600574" y="1676042"/>
            <a:ext cx="664633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02</a:t>
            </a:r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076A6D70-4828-D9B1-8986-58F2410FA9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0" y="2108921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DDDB955-6487-0967-8230-4DC2CF16C8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660009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F3A909-2914-4074-F731-8970787838F4}"/>
              </a:ext>
            </a:extLst>
          </p:cNvPr>
          <p:cNvSpPr/>
          <p:nvPr userDrawn="1"/>
        </p:nvSpPr>
        <p:spPr>
          <a:xfrm>
            <a:off x="8204199" y="1684108"/>
            <a:ext cx="664633" cy="30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60796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 -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8099B9-7E29-1D6A-F5E3-D07EEF4EEDB9}"/>
              </a:ext>
            </a:extLst>
          </p:cNvPr>
          <p:cNvSpPr/>
          <p:nvPr userDrawn="1"/>
        </p:nvSpPr>
        <p:spPr>
          <a:xfrm>
            <a:off x="0" y="1632857"/>
            <a:ext cx="12192000" cy="52251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3F57C-6D6A-4656-F143-FACDBF83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4E707-E8F0-462D-24A3-FEDAD4BB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7F49-8D20-FF4C-951B-35A17FC99353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91868-A8BC-5807-4175-86FF1C27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DEC5B-2B3D-D244-0477-CC042709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0426D264-5429-E34B-34C4-643EC0EF7E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2092789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DE42D97-437F-D82B-C3E5-625B75B9F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2643877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4B537CA9-A12E-576F-8679-9558913317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0575" y="2100855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09EFD93-B1AC-D05E-C0A2-DA5C4866CD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2651943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AF51EEDC-1953-654E-F2D9-8D077C2BC6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0" y="2108921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848C471-F159-7414-EB00-43EDD8B105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660009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E709608F-440E-7942-E2D2-9A0DAF0286BE}"/>
              </a:ext>
            </a:extLst>
          </p:cNvPr>
          <p:cNvSpPr/>
          <p:nvPr userDrawn="1"/>
        </p:nvSpPr>
        <p:spPr>
          <a:xfrm>
            <a:off x="11353800" y="220414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4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EB0CB4C-5D11-C6F9-E0F7-7CB6DD2AF6A3}"/>
              </a:ext>
            </a:extLst>
          </p:cNvPr>
          <p:cNvSpPr/>
          <p:nvPr userDrawn="1"/>
        </p:nvSpPr>
        <p:spPr>
          <a:xfrm>
            <a:off x="0" y="2535958"/>
            <a:ext cx="12192000" cy="43220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5842-6331-ACDD-2DE2-EE65096D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72333-881D-EB96-1818-A477EF0F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5F7-FD4A-EA4C-B858-48D74F6236EF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1A30A-C761-FBF1-0734-5F95E5A2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A4891-1954-ADA3-F54C-C3FF7BA4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A8F3DA83-F50E-007A-89B2-BC6A40D3B6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3450703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38F4B81-A258-878F-0A5D-4DB81F10E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4001791"/>
            <a:ext cx="2990850" cy="1584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51046C6E-BA9F-71C1-B81C-59BFAEA220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0575" y="3458769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BF8A56D-44D4-B1EC-EAEC-A3EBFE876B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4009857"/>
            <a:ext cx="2990850" cy="1584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8712CE7C-7C57-427F-356C-1735A15257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0" y="3466835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CCF88AE-6BEB-AA34-02F5-1CFC9F8138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4017923"/>
            <a:ext cx="2990850" cy="1584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86B95D-3569-CDD3-26F2-2732F221EAA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6950" y="1558925"/>
            <a:ext cx="2990850" cy="17557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0F033DC-FC71-CE48-6DF2-200B30C906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00575" y="1558924"/>
            <a:ext cx="2990850" cy="17557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50EAC6A1-8FDF-B8D2-7A16-A059D63ADD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4200" y="1558923"/>
            <a:ext cx="2990850" cy="17557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D04C6CAF-1804-7C07-8475-7C138A62C235}"/>
              </a:ext>
            </a:extLst>
          </p:cNvPr>
          <p:cNvSpPr/>
          <p:nvPr userDrawn="1"/>
        </p:nvSpPr>
        <p:spPr>
          <a:xfrm>
            <a:off x="11353800" y="220414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69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ross 11">
            <a:extLst>
              <a:ext uri="{FF2B5EF4-FFF2-40B4-BE49-F238E27FC236}">
                <a16:creationId xmlns:a16="http://schemas.microsoft.com/office/drawing/2014/main" id="{4054D364-3152-BBB4-DC03-678136CDB275}"/>
              </a:ext>
            </a:extLst>
          </p:cNvPr>
          <p:cNvSpPr/>
          <p:nvPr userDrawn="1"/>
        </p:nvSpPr>
        <p:spPr>
          <a:xfrm>
            <a:off x="116276" y="5283940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5F37D28B-006E-67B1-C822-707D895CE649}"/>
              </a:ext>
            </a:extLst>
          </p:cNvPr>
          <p:cNvSpPr/>
          <p:nvPr userDrawn="1"/>
        </p:nvSpPr>
        <p:spPr>
          <a:xfrm>
            <a:off x="1433447" y="4913362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85210-5588-695E-EA8A-6BF59D4B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7F215-0EA4-0AAD-813E-438B795F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89D2-C9B5-914C-A5FD-1AAD634963F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A758D-73B7-1F42-C33E-FCF8A1D7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A1E2E-AAE1-7745-C579-7E8EAAA2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600FF1EB-7836-2D3F-93EE-D0D067F347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2075371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E57E90-3FAC-351B-40C6-A80E805CB4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2643877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23AF45B4-53FF-0957-34E6-64D10B126A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0575" y="2083437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5B38303-5C4E-1A7D-FD25-24BE9AAF60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2651943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35BDB60E-853A-A982-6D27-48D2B35CC9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0" y="2091503"/>
            <a:ext cx="2990850" cy="427037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DB89E6-94CB-0321-03D2-6E19BD9082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660009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672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8AF8-7902-0502-BC23-3126B030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2163C-453D-5BC8-582B-246F7E1E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5FF8-C19C-454D-83CC-B4A8CE4484BC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61A00-366A-8D12-F7C7-2E6631AA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16B70-E745-909B-F020-F2402877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7E7DF-0EC1-6C08-3056-D759B6DADFBA}"/>
              </a:ext>
            </a:extLst>
          </p:cNvPr>
          <p:cNvSpPr/>
          <p:nvPr userDrawn="1"/>
        </p:nvSpPr>
        <p:spPr>
          <a:xfrm>
            <a:off x="11551299" y="0"/>
            <a:ext cx="64070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28E8563B-3482-185C-5B06-50DF33E3E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1569746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6FC6490-14D0-3EB4-40A9-E6D55174E9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327853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A483C5-9306-024B-3DC7-359FCC644A28}"/>
              </a:ext>
            </a:extLst>
          </p:cNvPr>
          <p:cNvCxnSpPr/>
          <p:nvPr userDrawn="1"/>
        </p:nvCxnSpPr>
        <p:spPr>
          <a:xfrm>
            <a:off x="3600062" y="1327853"/>
            <a:ext cx="0" cy="4783698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Cross 10">
            <a:extLst>
              <a:ext uri="{FF2B5EF4-FFF2-40B4-BE49-F238E27FC236}">
                <a16:creationId xmlns:a16="http://schemas.microsoft.com/office/drawing/2014/main" id="{4BBA3229-D691-2EC2-761F-A87A5A57C8E8}"/>
              </a:ext>
            </a:extLst>
          </p:cNvPr>
          <p:cNvSpPr/>
          <p:nvPr userDrawn="1"/>
        </p:nvSpPr>
        <p:spPr>
          <a:xfrm>
            <a:off x="3486361" y="1669562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FA89042E-22CD-5237-941F-48D0326CE8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3335329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5F74318-4124-0749-AC9C-D3B38D30A4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6400" y="3093436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FDB5463A-B7C5-2E4E-6AF7-E8875F1BFE4C}"/>
              </a:ext>
            </a:extLst>
          </p:cNvPr>
          <p:cNvSpPr/>
          <p:nvPr userDrawn="1"/>
        </p:nvSpPr>
        <p:spPr>
          <a:xfrm>
            <a:off x="3486361" y="3435145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9" descr="Subtitle">
            <a:extLst>
              <a:ext uri="{FF2B5EF4-FFF2-40B4-BE49-F238E27FC236}">
                <a16:creationId xmlns:a16="http://schemas.microsoft.com/office/drawing/2014/main" id="{A9F60F21-33B2-38DD-0029-DDECB3B6A4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5100912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260DBE8-30B1-981D-0E1A-687684FC6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16400" y="4859019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7BEF86D0-3832-5CC9-DCFB-286ADDD75235}"/>
              </a:ext>
            </a:extLst>
          </p:cNvPr>
          <p:cNvSpPr/>
          <p:nvPr userDrawn="1"/>
        </p:nvSpPr>
        <p:spPr>
          <a:xfrm>
            <a:off x="3486361" y="5200728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20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FE88-045B-4406-6E8F-47AAA835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9D7EC-6CC9-1773-388C-002995DC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634C7-0FAB-D847-97D2-60D56BC8CBFC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6F07F-E62D-EDC2-0FB3-AA7AA2FC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78F20-DADD-C322-DDE3-D5201479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ED5E0F-84BB-A4C3-B6DC-5C16EF84BD33}"/>
              </a:ext>
            </a:extLst>
          </p:cNvPr>
          <p:cNvCxnSpPr>
            <a:cxnSpLocks/>
          </p:cNvCxnSpPr>
          <p:nvPr userDrawn="1"/>
        </p:nvCxnSpPr>
        <p:spPr>
          <a:xfrm>
            <a:off x="228600" y="3893253"/>
            <a:ext cx="11734800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ross 11">
            <a:extLst>
              <a:ext uri="{FF2B5EF4-FFF2-40B4-BE49-F238E27FC236}">
                <a16:creationId xmlns:a16="http://schemas.microsoft.com/office/drawing/2014/main" id="{5FCEE991-EB88-FDB5-3654-8FFA4FA60947}"/>
              </a:ext>
            </a:extLst>
          </p:cNvPr>
          <p:cNvSpPr/>
          <p:nvPr userDrawn="1"/>
        </p:nvSpPr>
        <p:spPr>
          <a:xfrm>
            <a:off x="5982898" y="3792252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880C7C7F-6B89-BC66-0860-3A2E2D782FD7}"/>
              </a:ext>
            </a:extLst>
          </p:cNvPr>
          <p:cNvSpPr/>
          <p:nvPr userDrawn="1"/>
        </p:nvSpPr>
        <p:spPr>
          <a:xfrm>
            <a:off x="9449998" y="3779552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8231C9CC-DA6D-F44D-A449-895B40F79BA0}"/>
              </a:ext>
            </a:extLst>
          </p:cNvPr>
          <p:cNvSpPr/>
          <p:nvPr userDrawn="1"/>
        </p:nvSpPr>
        <p:spPr>
          <a:xfrm>
            <a:off x="2515798" y="3779552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9" descr="Subtitle">
            <a:extLst>
              <a:ext uri="{FF2B5EF4-FFF2-40B4-BE49-F238E27FC236}">
                <a16:creationId xmlns:a16="http://schemas.microsoft.com/office/drawing/2014/main" id="{F023C928-442B-B845-8E2A-842EA945DE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8249" y="4198646"/>
            <a:ext cx="2222500" cy="427037"/>
          </a:xfrm>
        </p:spPr>
        <p:txBody>
          <a:bodyPr anchor="t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37F79B2-3139-8801-7092-37DB69092B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8249" y="2583873"/>
            <a:ext cx="2222500" cy="910821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9" descr="Subtitle">
            <a:extLst>
              <a:ext uri="{FF2B5EF4-FFF2-40B4-BE49-F238E27FC236}">
                <a16:creationId xmlns:a16="http://schemas.microsoft.com/office/drawing/2014/main" id="{105CCD3A-48E2-4C1D-EEB2-B0CCC783A3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4750" y="4198646"/>
            <a:ext cx="2222500" cy="427037"/>
          </a:xfrm>
        </p:spPr>
        <p:txBody>
          <a:bodyPr anchor="t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FF243C3-C09F-45C2-BD91-621758C085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84750" y="2583873"/>
            <a:ext cx="2222500" cy="910821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9" descr="Subtitle">
            <a:extLst>
              <a:ext uri="{FF2B5EF4-FFF2-40B4-BE49-F238E27FC236}">
                <a16:creationId xmlns:a16="http://schemas.microsoft.com/office/drawing/2014/main" id="{64EBC1DA-BEC6-EBBC-8D66-F04DFBC27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1251" y="4198646"/>
            <a:ext cx="2222500" cy="427037"/>
          </a:xfrm>
        </p:spPr>
        <p:txBody>
          <a:bodyPr anchor="t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1D24A3C-86E5-EC83-0D10-60DF643796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51251" y="2583873"/>
            <a:ext cx="2222500" cy="910821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9479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B578-F6D8-46A1-99BD-8C6E2AF9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E64E2-A2C7-DC52-5940-8AF8C504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348-4AF7-D54E-B9E2-6B003D86F7D1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F819C-DB8F-4327-30CE-3FEDFFDD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1DD3F-EC61-BF35-4DC3-904107FB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10EE1-D415-1937-B57E-F81EAA3F6071}"/>
              </a:ext>
            </a:extLst>
          </p:cNvPr>
          <p:cNvSpPr/>
          <p:nvPr userDrawn="1"/>
        </p:nvSpPr>
        <p:spPr>
          <a:xfrm>
            <a:off x="0" y="1632857"/>
            <a:ext cx="12192000" cy="52251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D6239833-0749-8A8A-26BC-511BDDBAF4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2092789"/>
            <a:ext cx="2990850" cy="427037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263CF6D-C158-9024-DDB3-61D1605205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2643877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 descr="Subtitle">
            <a:extLst>
              <a:ext uri="{FF2B5EF4-FFF2-40B4-BE49-F238E27FC236}">
                <a16:creationId xmlns:a16="http://schemas.microsoft.com/office/drawing/2014/main" id="{4DC42253-CD59-7347-03DD-18F9ADA05F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0575" y="2100855"/>
            <a:ext cx="2990850" cy="427037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ACE964-EEB3-6B61-54FF-83D32F98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2651943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 descr="Subtitle">
            <a:extLst>
              <a:ext uri="{FF2B5EF4-FFF2-40B4-BE49-F238E27FC236}">
                <a16:creationId xmlns:a16="http://schemas.microsoft.com/office/drawing/2014/main" id="{694EFF4E-237D-A388-1F0D-8B050628E5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0" y="2108921"/>
            <a:ext cx="2990850" cy="427037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D4B0813-D53C-643D-BAB9-30CAAF0428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660009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7FF13D8E-5C07-215B-3C34-C657D816A68B}"/>
              </a:ext>
            </a:extLst>
          </p:cNvPr>
          <p:cNvSpPr/>
          <p:nvPr userDrawn="1"/>
        </p:nvSpPr>
        <p:spPr>
          <a:xfrm>
            <a:off x="11353800" y="220414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54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key 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B578-F6D8-46A1-99BD-8C6E2AF9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E64E2-A2C7-DC52-5940-8AF8C504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FE343-0A57-9946-B129-83B87FAF5DD1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F819C-DB8F-4327-30CE-3FEDFFDD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1DD3F-EC61-BF35-4DC3-904107FB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10EE1-D415-1937-B57E-F81EAA3F6071}"/>
              </a:ext>
            </a:extLst>
          </p:cNvPr>
          <p:cNvSpPr/>
          <p:nvPr userDrawn="1"/>
        </p:nvSpPr>
        <p:spPr>
          <a:xfrm>
            <a:off x="0" y="1632857"/>
            <a:ext cx="12192000" cy="52251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D6239833-0749-8A8A-26BC-511BDDBAF4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93900" y="2092789"/>
            <a:ext cx="2990850" cy="427037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263CF6D-C158-9024-DDB3-61D1605205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3900" y="2643877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 descr="Subtitle">
            <a:extLst>
              <a:ext uri="{FF2B5EF4-FFF2-40B4-BE49-F238E27FC236}">
                <a16:creationId xmlns:a16="http://schemas.microsoft.com/office/drawing/2014/main" id="{4DC42253-CD59-7347-03DD-18F9ADA05F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2100855"/>
            <a:ext cx="2990850" cy="427037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ACE964-EEB3-6B61-54FF-83D32F98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651943"/>
            <a:ext cx="2990850" cy="2825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7FF13D8E-5C07-215B-3C34-C657D816A68B}"/>
              </a:ext>
            </a:extLst>
          </p:cNvPr>
          <p:cNvSpPr/>
          <p:nvPr userDrawn="1"/>
        </p:nvSpPr>
        <p:spPr>
          <a:xfrm>
            <a:off x="11353800" y="220414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566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6D2E-F375-A495-EA70-0F530718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BBC96-21EA-7C7B-E47A-A24A1310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6510-68DE-FD47-AEC9-DBD149A3C36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2B765-B2CF-96E3-D118-A2FBA9F0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149D3-F4E4-1535-0B14-6AB69EEA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C8CCB0-ED60-F25D-25BD-6CDF4DFA1D56}"/>
              </a:ext>
            </a:extLst>
          </p:cNvPr>
          <p:cNvSpPr/>
          <p:nvPr userDrawn="1"/>
        </p:nvSpPr>
        <p:spPr>
          <a:xfrm>
            <a:off x="996950" y="1905000"/>
            <a:ext cx="29908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83E7D5-BA1A-52D5-38AC-0EB3D7F7E8AF}"/>
              </a:ext>
            </a:extLst>
          </p:cNvPr>
          <p:cNvSpPr/>
          <p:nvPr userDrawn="1"/>
        </p:nvSpPr>
        <p:spPr>
          <a:xfrm>
            <a:off x="996950" y="1905000"/>
            <a:ext cx="29908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3A433763-900B-7DFB-D307-D74AE8C5E1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14450" y="2275087"/>
            <a:ext cx="2355850" cy="427037"/>
          </a:xfrm>
        </p:spPr>
        <p:txBody>
          <a:bodyPr anchor="ctr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4A370-A660-0221-1539-72630F6C67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4450" y="3247053"/>
            <a:ext cx="2355850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1DA8-1D40-5146-A103-2B09F820871D}"/>
              </a:ext>
            </a:extLst>
          </p:cNvPr>
          <p:cNvSpPr/>
          <p:nvPr userDrawn="1"/>
        </p:nvSpPr>
        <p:spPr>
          <a:xfrm>
            <a:off x="4600575" y="1905000"/>
            <a:ext cx="29908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16B4E-72E9-0C65-9C97-509A16CB4BE0}"/>
              </a:ext>
            </a:extLst>
          </p:cNvPr>
          <p:cNvSpPr/>
          <p:nvPr userDrawn="1"/>
        </p:nvSpPr>
        <p:spPr>
          <a:xfrm>
            <a:off x="4600575" y="1905000"/>
            <a:ext cx="29908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1E851856-0958-5DCD-20AA-ED37E0F49B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18075" y="2275087"/>
            <a:ext cx="2355850" cy="427037"/>
          </a:xfrm>
        </p:spPr>
        <p:txBody>
          <a:bodyPr anchor="ctr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D11BA4F-13AD-65C7-D4F5-98105AB604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18075" y="3247053"/>
            <a:ext cx="2355850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018F71-0EF1-B18E-1C9E-30E3CA8C7FC0}"/>
              </a:ext>
            </a:extLst>
          </p:cNvPr>
          <p:cNvSpPr/>
          <p:nvPr userDrawn="1"/>
        </p:nvSpPr>
        <p:spPr>
          <a:xfrm>
            <a:off x="8204200" y="1905000"/>
            <a:ext cx="29908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8A64B-7395-A3AE-8A1C-00F47F5BC314}"/>
              </a:ext>
            </a:extLst>
          </p:cNvPr>
          <p:cNvSpPr/>
          <p:nvPr userDrawn="1"/>
        </p:nvSpPr>
        <p:spPr>
          <a:xfrm>
            <a:off x="8204200" y="1905000"/>
            <a:ext cx="29908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 descr="Subtitle">
            <a:extLst>
              <a:ext uri="{FF2B5EF4-FFF2-40B4-BE49-F238E27FC236}">
                <a16:creationId xmlns:a16="http://schemas.microsoft.com/office/drawing/2014/main" id="{340299C9-AEE3-D90E-0696-A7DB607D2B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21700" y="2275087"/>
            <a:ext cx="2355850" cy="427037"/>
          </a:xfrm>
        </p:spPr>
        <p:txBody>
          <a:bodyPr anchor="ctr">
            <a:noAutofit/>
          </a:bodyPr>
          <a:lstStyle>
            <a:lvl1pPr>
              <a:defRPr sz="1800" b="1">
                <a:solidFill>
                  <a:schemeClr val="accent5"/>
                </a:solidFill>
                <a:latin typeface="+mj-lt"/>
              </a:defRPr>
            </a:lvl1pPr>
            <a:lvl2pPr>
              <a:defRPr sz="1800" b="1">
                <a:solidFill>
                  <a:schemeClr val="accent5"/>
                </a:solidFill>
                <a:latin typeface="+mj-lt"/>
              </a:defRPr>
            </a:lvl2pPr>
            <a:lvl3pPr>
              <a:defRPr sz="1800" b="1">
                <a:solidFill>
                  <a:schemeClr val="accent5"/>
                </a:solidFill>
                <a:latin typeface="+mj-lt"/>
              </a:defRPr>
            </a:lvl3pPr>
            <a:lvl4pPr>
              <a:defRPr sz="1800" b="1">
                <a:solidFill>
                  <a:schemeClr val="accent5"/>
                </a:solidFill>
                <a:latin typeface="+mj-lt"/>
              </a:defRPr>
            </a:lvl4pPr>
            <a:lvl5pPr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FEFAD4B-F0E9-9870-DDAF-3CCA946B38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21700" y="3247053"/>
            <a:ext cx="2355850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72CF314B-83C2-0743-294F-F97B93C0D042}"/>
              </a:ext>
            </a:extLst>
          </p:cNvPr>
          <p:cNvSpPr/>
          <p:nvPr userDrawn="1"/>
        </p:nvSpPr>
        <p:spPr>
          <a:xfrm>
            <a:off x="-112323" y="5634426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18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2520-2B6D-B8DA-4C23-B7CD2200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A71BA-D76E-5B2F-0D37-CC0333C2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A026C-44C4-5847-94B4-B695B938BFA0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005F5-18E3-1248-07E2-4258F7F5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4DA0A-009A-1D1B-CB28-C07EA924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807C7109-CB83-99E0-BA24-CE623B319D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2092789"/>
            <a:ext cx="299085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6A81CE9-07F1-3645-8F52-7F64BA69A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2914467"/>
            <a:ext cx="299085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492AF086-1B98-C992-75C2-A9AF5BF97F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0575" y="2100855"/>
            <a:ext cx="299085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526358C-B670-7DDD-6424-AE536D5AF3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2922533"/>
            <a:ext cx="299085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7D9F1ECF-01A8-1A2E-3C67-C7E6431CEF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200" y="2108921"/>
            <a:ext cx="299085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FDCF195-B97B-4C3C-CFD7-16870666E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930599"/>
            <a:ext cx="299085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69166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E644-1D33-394B-1C58-AA02DC35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3CF9C-5953-F253-5B5E-22E1B016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0B00-08AD-5F4E-9890-87A93CDF772E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252A6-C8E6-07C9-9882-E62844AE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AFD81-A8C4-C7AB-0423-4D43C579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2C337-1FD4-C439-36C6-A601155C3624}"/>
              </a:ext>
            </a:extLst>
          </p:cNvPr>
          <p:cNvSpPr/>
          <p:nvPr userDrawn="1"/>
        </p:nvSpPr>
        <p:spPr>
          <a:xfrm>
            <a:off x="996950" y="1587759"/>
            <a:ext cx="29908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9E03418-8078-09B2-17CF-B3BE1EA313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49" y="1890385"/>
            <a:ext cx="2990849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379D4A-4970-1072-A391-C944E1CBD99E}"/>
              </a:ext>
            </a:extLst>
          </p:cNvPr>
          <p:cNvSpPr/>
          <p:nvPr userDrawn="1"/>
        </p:nvSpPr>
        <p:spPr>
          <a:xfrm>
            <a:off x="4600575" y="1587759"/>
            <a:ext cx="29908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E9F9BDB-1ED8-D604-7CE6-1A68697869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5" y="1890385"/>
            <a:ext cx="2990848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357EBD-0795-221D-25B6-7F11AACCB581}"/>
              </a:ext>
            </a:extLst>
          </p:cNvPr>
          <p:cNvSpPr/>
          <p:nvPr userDrawn="1"/>
        </p:nvSpPr>
        <p:spPr>
          <a:xfrm>
            <a:off x="8204200" y="1587759"/>
            <a:ext cx="29908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DE39D2C-0692-51F1-38F7-C61601E76E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890384"/>
            <a:ext cx="2990848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1598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E006-B245-3F64-5EE8-7ED72274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B3441-F194-4B90-69A6-03B1B76A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313B-D33A-8944-85B7-634E7246084F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B64CA-11C3-9E54-484B-35A0D0A3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F9F29-943A-CA87-F53F-2B270E96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76237B-4A3F-29B0-BE5F-555EEED4E70E}"/>
              </a:ext>
            </a:extLst>
          </p:cNvPr>
          <p:cNvSpPr/>
          <p:nvPr userDrawn="1"/>
        </p:nvSpPr>
        <p:spPr>
          <a:xfrm>
            <a:off x="11551299" y="0"/>
            <a:ext cx="64070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2DA933B5-D083-A508-5953-60F404C240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1569746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5634D02-ACED-DA5D-CC48-CE8AE4E4BE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327853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152EE0-5D7C-819B-F547-DFC82D435CAA}"/>
              </a:ext>
            </a:extLst>
          </p:cNvPr>
          <p:cNvCxnSpPr/>
          <p:nvPr userDrawn="1"/>
        </p:nvCxnSpPr>
        <p:spPr>
          <a:xfrm>
            <a:off x="3600062" y="1327853"/>
            <a:ext cx="0" cy="4783698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ross 9">
            <a:extLst>
              <a:ext uri="{FF2B5EF4-FFF2-40B4-BE49-F238E27FC236}">
                <a16:creationId xmlns:a16="http://schemas.microsoft.com/office/drawing/2014/main" id="{22AC08AF-3CFF-6237-98B9-50B5569AC0F8}"/>
              </a:ext>
            </a:extLst>
          </p:cNvPr>
          <p:cNvSpPr/>
          <p:nvPr userDrawn="1"/>
        </p:nvSpPr>
        <p:spPr>
          <a:xfrm>
            <a:off x="3486361" y="1669562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9" descr="Subtitle">
            <a:extLst>
              <a:ext uri="{FF2B5EF4-FFF2-40B4-BE49-F238E27FC236}">
                <a16:creationId xmlns:a16="http://schemas.microsoft.com/office/drawing/2014/main" id="{F90E9D4A-DB5C-AAFD-9707-C5DA9AD7FB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894020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9995A04-E89A-86FB-70F8-8932AD4B11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6400" y="2652127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7A4B9A1B-02A1-603B-3F17-F64D1063D7DC}"/>
              </a:ext>
            </a:extLst>
          </p:cNvPr>
          <p:cNvSpPr/>
          <p:nvPr userDrawn="1"/>
        </p:nvSpPr>
        <p:spPr>
          <a:xfrm>
            <a:off x="3486361" y="2993836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C39F07CE-A6A9-4B31-26B2-096C3E366E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4218294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B21C5B2-3853-3951-5597-0E50E44982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16400" y="3976401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5E0C0C1F-D62A-265D-D4D6-FB315FEC1590}"/>
              </a:ext>
            </a:extLst>
          </p:cNvPr>
          <p:cNvSpPr/>
          <p:nvPr userDrawn="1"/>
        </p:nvSpPr>
        <p:spPr>
          <a:xfrm>
            <a:off x="3486361" y="4318110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9" descr="Subtitle">
            <a:extLst>
              <a:ext uri="{FF2B5EF4-FFF2-40B4-BE49-F238E27FC236}">
                <a16:creationId xmlns:a16="http://schemas.microsoft.com/office/drawing/2014/main" id="{5A7E37D3-3F4F-BB8E-FC08-6714FA6EBA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5542568"/>
            <a:ext cx="2222500" cy="427037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5"/>
                </a:solidFill>
                <a:latin typeface="+mj-lt"/>
              </a:defRPr>
            </a:lvl1pPr>
            <a:lvl2pPr algn="r">
              <a:defRPr sz="1800" b="1">
                <a:solidFill>
                  <a:schemeClr val="accent5"/>
                </a:solidFill>
                <a:latin typeface="+mj-lt"/>
              </a:defRPr>
            </a:lvl2pPr>
            <a:lvl3pPr algn="r">
              <a:defRPr sz="1800" b="1">
                <a:solidFill>
                  <a:schemeClr val="accent5"/>
                </a:solidFill>
                <a:latin typeface="+mj-lt"/>
              </a:defRPr>
            </a:lvl3pPr>
            <a:lvl4pPr algn="r">
              <a:defRPr sz="1800" b="1">
                <a:solidFill>
                  <a:schemeClr val="accent5"/>
                </a:solidFill>
                <a:latin typeface="+mj-lt"/>
              </a:defRPr>
            </a:lvl4pPr>
            <a:lvl5pPr algn="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683868-E802-883E-644E-48A1246E6E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400" y="5300675"/>
            <a:ext cx="6978650" cy="910821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EC44FF68-D883-DDAD-63D8-32126FA52191}"/>
              </a:ext>
            </a:extLst>
          </p:cNvPr>
          <p:cNvSpPr/>
          <p:nvPr userDrawn="1"/>
        </p:nvSpPr>
        <p:spPr>
          <a:xfrm>
            <a:off x="3486361" y="5642384"/>
            <a:ext cx="227402" cy="227402"/>
          </a:xfrm>
          <a:prstGeom prst="plus">
            <a:avLst>
              <a:gd name="adj" fmla="val 346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28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ross 21">
            <a:extLst>
              <a:ext uri="{FF2B5EF4-FFF2-40B4-BE49-F238E27FC236}">
                <a16:creationId xmlns:a16="http://schemas.microsoft.com/office/drawing/2014/main" id="{8C59B266-6AA9-12FB-4F35-F8D04BEABCC2}"/>
              </a:ext>
            </a:extLst>
          </p:cNvPr>
          <p:cNvSpPr/>
          <p:nvPr userDrawn="1"/>
        </p:nvSpPr>
        <p:spPr>
          <a:xfrm>
            <a:off x="-112323" y="5634426"/>
            <a:ext cx="1443847" cy="1443847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2A11F-D470-AE85-08FE-D9D11978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3480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D6984-8D3D-3F11-7C87-E051444C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52F4-230D-D64E-B384-B25F0B4BD3B6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6C9FE-D949-EF74-5DF8-05D679B9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ACE3-ACD4-9F06-614D-43FF0D5D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D9C73-6ECF-E80F-B6FA-54812186288B}"/>
              </a:ext>
            </a:extLst>
          </p:cNvPr>
          <p:cNvSpPr/>
          <p:nvPr userDrawn="1"/>
        </p:nvSpPr>
        <p:spPr>
          <a:xfrm>
            <a:off x="228600" y="1905000"/>
            <a:ext cx="27622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20926-6717-D38F-EAA9-497A242F2501}"/>
              </a:ext>
            </a:extLst>
          </p:cNvPr>
          <p:cNvSpPr/>
          <p:nvPr userDrawn="1"/>
        </p:nvSpPr>
        <p:spPr>
          <a:xfrm>
            <a:off x="228600" y="1905000"/>
            <a:ext cx="27622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BD476B1A-DC84-C4EE-7F3D-4BB0A4B13B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2275087"/>
            <a:ext cx="2175785" cy="427037"/>
          </a:xfrm>
        </p:spPr>
        <p:txBody>
          <a:bodyPr anchor="ctr">
            <a:noAutofit/>
          </a:bodyPr>
          <a:lstStyle>
            <a:lvl1pPr>
              <a:defRPr sz="1600" b="1">
                <a:solidFill>
                  <a:schemeClr val="accent5"/>
                </a:solidFill>
                <a:latin typeface="+mj-lt"/>
              </a:defRPr>
            </a:lvl1pPr>
            <a:lvl2pPr>
              <a:defRPr sz="1600" b="1">
                <a:solidFill>
                  <a:schemeClr val="accent5"/>
                </a:solidFill>
                <a:latin typeface="+mj-lt"/>
              </a:defRPr>
            </a:lvl2pPr>
            <a:lvl3pPr>
              <a:defRPr sz="1600" b="1">
                <a:solidFill>
                  <a:schemeClr val="accent5"/>
                </a:solidFill>
                <a:latin typeface="+mj-lt"/>
              </a:defRPr>
            </a:lvl3pPr>
            <a:lvl4pPr>
              <a:defRPr sz="1600" b="1">
                <a:solidFill>
                  <a:schemeClr val="accent5"/>
                </a:solidFill>
                <a:latin typeface="+mj-lt"/>
              </a:defRPr>
            </a:lvl4pPr>
            <a:lvl5pPr>
              <a:defRPr sz="16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BAA339F-7B6F-C2CB-D67C-B527E8C5FD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6100" y="3247053"/>
            <a:ext cx="2175785" cy="16235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9F8FC6-1F51-6526-D8B1-E4C0F9F1A515}"/>
              </a:ext>
            </a:extLst>
          </p:cNvPr>
          <p:cNvSpPr/>
          <p:nvPr userDrawn="1"/>
        </p:nvSpPr>
        <p:spPr>
          <a:xfrm>
            <a:off x="3219450" y="1905000"/>
            <a:ext cx="27622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DCDB5B-9E15-D13B-BB23-91E2E82333CA}"/>
              </a:ext>
            </a:extLst>
          </p:cNvPr>
          <p:cNvSpPr/>
          <p:nvPr userDrawn="1"/>
        </p:nvSpPr>
        <p:spPr>
          <a:xfrm>
            <a:off x="3219450" y="1905000"/>
            <a:ext cx="27622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5985805C-3C2E-7A03-9D8E-228B9E768A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36950" y="2275087"/>
            <a:ext cx="2175785" cy="427037"/>
          </a:xfrm>
        </p:spPr>
        <p:txBody>
          <a:bodyPr anchor="ctr">
            <a:noAutofit/>
          </a:bodyPr>
          <a:lstStyle>
            <a:lvl1pPr>
              <a:defRPr sz="1600" b="1">
                <a:solidFill>
                  <a:schemeClr val="accent5"/>
                </a:solidFill>
                <a:latin typeface="+mj-lt"/>
              </a:defRPr>
            </a:lvl1pPr>
            <a:lvl2pPr>
              <a:defRPr sz="1600" b="1">
                <a:solidFill>
                  <a:schemeClr val="accent5"/>
                </a:solidFill>
                <a:latin typeface="+mj-lt"/>
              </a:defRPr>
            </a:lvl2pPr>
            <a:lvl3pPr>
              <a:defRPr sz="1600" b="1">
                <a:solidFill>
                  <a:schemeClr val="accent5"/>
                </a:solidFill>
                <a:latin typeface="+mj-lt"/>
              </a:defRPr>
            </a:lvl3pPr>
            <a:lvl4pPr>
              <a:defRPr sz="1600" b="1">
                <a:solidFill>
                  <a:schemeClr val="accent5"/>
                </a:solidFill>
                <a:latin typeface="+mj-lt"/>
              </a:defRPr>
            </a:lvl4pPr>
            <a:lvl5pPr>
              <a:defRPr sz="16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4D346FE-519C-F825-050C-D429FD56FE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6950" y="3247053"/>
            <a:ext cx="2175785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745012-37C5-5AF0-649C-F55E73B9EF29}"/>
              </a:ext>
            </a:extLst>
          </p:cNvPr>
          <p:cNvSpPr/>
          <p:nvPr userDrawn="1"/>
        </p:nvSpPr>
        <p:spPr>
          <a:xfrm>
            <a:off x="6210300" y="1905000"/>
            <a:ext cx="27622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F25A47-FD5A-2B7E-ED12-619BE9795A6A}"/>
              </a:ext>
            </a:extLst>
          </p:cNvPr>
          <p:cNvSpPr/>
          <p:nvPr userDrawn="1"/>
        </p:nvSpPr>
        <p:spPr>
          <a:xfrm>
            <a:off x="6210300" y="1905000"/>
            <a:ext cx="27622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 descr="Subtitle">
            <a:extLst>
              <a:ext uri="{FF2B5EF4-FFF2-40B4-BE49-F238E27FC236}">
                <a16:creationId xmlns:a16="http://schemas.microsoft.com/office/drawing/2014/main" id="{CCDC074C-2D45-824C-DDD8-3A556F791A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27800" y="2275087"/>
            <a:ext cx="2175785" cy="427037"/>
          </a:xfrm>
        </p:spPr>
        <p:txBody>
          <a:bodyPr anchor="ctr">
            <a:noAutofit/>
          </a:bodyPr>
          <a:lstStyle>
            <a:lvl1pPr>
              <a:defRPr sz="1600" b="1">
                <a:solidFill>
                  <a:schemeClr val="accent5"/>
                </a:solidFill>
                <a:latin typeface="+mj-lt"/>
              </a:defRPr>
            </a:lvl1pPr>
            <a:lvl2pPr>
              <a:defRPr sz="1600" b="1">
                <a:solidFill>
                  <a:schemeClr val="accent5"/>
                </a:solidFill>
                <a:latin typeface="+mj-lt"/>
              </a:defRPr>
            </a:lvl2pPr>
            <a:lvl3pPr>
              <a:defRPr sz="1600" b="1">
                <a:solidFill>
                  <a:schemeClr val="accent5"/>
                </a:solidFill>
                <a:latin typeface="+mj-lt"/>
              </a:defRPr>
            </a:lvl3pPr>
            <a:lvl4pPr>
              <a:defRPr sz="1600" b="1">
                <a:solidFill>
                  <a:schemeClr val="accent5"/>
                </a:solidFill>
                <a:latin typeface="+mj-lt"/>
              </a:defRPr>
            </a:lvl4pPr>
            <a:lvl5pPr>
              <a:defRPr sz="16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CBDAE978-B330-1BD3-9286-61023C84430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7800" y="3247053"/>
            <a:ext cx="2175785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1ECCB-E5B7-2882-2F30-F45A18C0B370}"/>
              </a:ext>
            </a:extLst>
          </p:cNvPr>
          <p:cNvSpPr/>
          <p:nvPr userDrawn="1"/>
        </p:nvSpPr>
        <p:spPr>
          <a:xfrm>
            <a:off x="9201150" y="1905000"/>
            <a:ext cx="2762250" cy="334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6B26C5-907C-B71E-BCDC-E551A665C8A3}"/>
              </a:ext>
            </a:extLst>
          </p:cNvPr>
          <p:cNvSpPr/>
          <p:nvPr userDrawn="1"/>
        </p:nvSpPr>
        <p:spPr>
          <a:xfrm>
            <a:off x="9201150" y="1905000"/>
            <a:ext cx="2762250" cy="92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9" descr="Subtitle">
            <a:extLst>
              <a:ext uri="{FF2B5EF4-FFF2-40B4-BE49-F238E27FC236}">
                <a16:creationId xmlns:a16="http://schemas.microsoft.com/office/drawing/2014/main" id="{D665A413-529C-0297-6EF0-05EDA72BB6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18650" y="2275087"/>
            <a:ext cx="2175785" cy="427037"/>
          </a:xfrm>
        </p:spPr>
        <p:txBody>
          <a:bodyPr anchor="ctr">
            <a:noAutofit/>
          </a:bodyPr>
          <a:lstStyle>
            <a:lvl1pPr>
              <a:defRPr sz="1600" b="1">
                <a:solidFill>
                  <a:schemeClr val="accent5"/>
                </a:solidFill>
                <a:latin typeface="+mj-lt"/>
              </a:defRPr>
            </a:lvl1pPr>
            <a:lvl2pPr>
              <a:defRPr sz="1600" b="1">
                <a:solidFill>
                  <a:schemeClr val="accent5"/>
                </a:solidFill>
                <a:latin typeface="+mj-lt"/>
              </a:defRPr>
            </a:lvl2pPr>
            <a:lvl3pPr>
              <a:defRPr sz="1600" b="1">
                <a:solidFill>
                  <a:schemeClr val="accent5"/>
                </a:solidFill>
                <a:latin typeface="+mj-lt"/>
              </a:defRPr>
            </a:lvl3pPr>
            <a:lvl4pPr>
              <a:defRPr sz="1600" b="1">
                <a:solidFill>
                  <a:schemeClr val="accent5"/>
                </a:solidFill>
                <a:latin typeface="+mj-lt"/>
              </a:defRPr>
            </a:lvl4pPr>
            <a:lvl5pPr>
              <a:defRPr sz="16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ECF204A-8A7A-4E28-1837-6BA60054D1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518650" y="3247053"/>
            <a:ext cx="2175785" cy="1623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83512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72CF-473C-3F29-827E-BE36DD21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24233-CDA2-7699-2FCA-1DBD86E1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41FAF-5065-7E48-81C0-8A02399789A8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2D261-B0C8-0026-38AF-426830B0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F606F-1988-1DCE-15FD-D6596858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 descr="Subtitle">
            <a:extLst>
              <a:ext uri="{FF2B5EF4-FFF2-40B4-BE49-F238E27FC236}">
                <a16:creationId xmlns:a16="http://schemas.microsoft.com/office/drawing/2014/main" id="{ECCA4D0E-32C5-137E-1EE2-32EE74825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1383" y="2092789"/>
            <a:ext cx="199390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DDC8419-E646-C5EC-BD89-AA9E7A363E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1383" y="2914467"/>
            <a:ext cx="199390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 descr="Subtitle">
            <a:extLst>
              <a:ext uri="{FF2B5EF4-FFF2-40B4-BE49-F238E27FC236}">
                <a16:creationId xmlns:a16="http://schemas.microsoft.com/office/drawing/2014/main" id="{5BA35E23-AD65-A65E-D224-DAE32C9A2C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1122" y="2092789"/>
            <a:ext cx="199390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DE795F-1AC9-B020-B66D-F1BD6B0123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1122" y="2914467"/>
            <a:ext cx="199390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3B4726DD-3684-6997-DAC9-51F8B364F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0861" y="2092789"/>
            <a:ext cx="199390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EE8D657-1BD8-C56A-FCAF-32723BF6F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0861" y="2914467"/>
            <a:ext cx="199390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 descr="Subtitle">
            <a:extLst>
              <a:ext uri="{FF2B5EF4-FFF2-40B4-BE49-F238E27FC236}">
                <a16:creationId xmlns:a16="http://schemas.microsoft.com/office/drawing/2014/main" id="{60802391-6452-ABDE-B03B-9ECDFA5A1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610600" y="2092789"/>
            <a:ext cx="1993900" cy="427037"/>
          </a:xfrm>
        </p:spPr>
        <p:txBody>
          <a:bodyPr anchor="ctr">
            <a:noAutofit/>
          </a:bodyPr>
          <a:lstStyle>
            <a:lvl1pPr algn="ctr">
              <a:defRPr sz="1800" b="1">
                <a:solidFill>
                  <a:schemeClr val="accent5"/>
                </a:solidFill>
                <a:latin typeface="+mj-lt"/>
              </a:defRPr>
            </a:lvl1pPr>
            <a:lvl2pPr algn="ctr">
              <a:defRPr sz="1800" b="1">
                <a:solidFill>
                  <a:schemeClr val="accent5"/>
                </a:solidFill>
                <a:latin typeface="+mj-lt"/>
              </a:defRPr>
            </a:lvl2pPr>
            <a:lvl3pPr algn="ctr">
              <a:defRPr sz="1800" b="1">
                <a:solidFill>
                  <a:schemeClr val="accent5"/>
                </a:solidFill>
                <a:latin typeface="+mj-lt"/>
              </a:defRPr>
            </a:lvl3pPr>
            <a:lvl4pPr algn="ctr">
              <a:defRPr sz="1800" b="1">
                <a:solidFill>
                  <a:schemeClr val="accent5"/>
                </a:solidFill>
                <a:latin typeface="+mj-lt"/>
              </a:defRPr>
            </a:lvl4pPr>
            <a:lvl5pPr algn="ctr">
              <a:defRPr sz="1800" b="1">
                <a:solidFill>
                  <a:schemeClr val="accent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3A98BB6B-AB0F-E895-AADF-0FBD4B4442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600" y="2914467"/>
            <a:ext cx="1993900" cy="1696120"/>
          </a:xfrm>
        </p:spPr>
        <p:txBody>
          <a:bodyPr anchor="t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21405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ross 9">
            <a:extLst>
              <a:ext uri="{FF2B5EF4-FFF2-40B4-BE49-F238E27FC236}">
                <a16:creationId xmlns:a16="http://schemas.microsoft.com/office/drawing/2014/main" id="{ADB49090-391F-EF65-A19B-D714CBD451C8}"/>
              </a:ext>
            </a:extLst>
          </p:cNvPr>
          <p:cNvSpPr/>
          <p:nvPr userDrawn="1"/>
        </p:nvSpPr>
        <p:spPr>
          <a:xfrm>
            <a:off x="6144613" y="5050032"/>
            <a:ext cx="2125274" cy="2125274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D011-9F4B-101A-14DA-BFA93438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5"/>
            <a:ext cx="521335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2D6FF-EF3E-0A39-27DF-62041488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5E0A-AF89-394B-B577-C14157491FD5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DB5AE-1760-677F-DAA3-70F6E8DA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A9433-78A6-6B71-1C26-88053C79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93C87ED-7DA8-F50E-A65B-882DDA34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6263" y="365125"/>
            <a:ext cx="4628787" cy="5643789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76963C-826A-C7F4-DC3C-DCF65803BF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6950" y="1465263"/>
            <a:ext cx="5213350" cy="386238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359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ross 7">
            <a:extLst>
              <a:ext uri="{FF2B5EF4-FFF2-40B4-BE49-F238E27FC236}">
                <a16:creationId xmlns:a16="http://schemas.microsoft.com/office/drawing/2014/main" id="{AAD97990-20EA-D293-89D9-B6A40FEF0372}"/>
              </a:ext>
            </a:extLst>
          </p:cNvPr>
          <p:cNvSpPr/>
          <p:nvPr userDrawn="1"/>
        </p:nvSpPr>
        <p:spPr>
          <a:xfrm>
            <a:off x="10966450" y="-917186"/>
            <a:ext cx="2125274" cy="2125274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E501-B3A8-D7CC-527D-DD2A256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72D98-650C-B361-72E4-C7BC0416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B5911-17AA-4B4D-A7FB-C2C0E0AD160B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345A4-E918-FA2B-48E7-01AA8A01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F6C49-A7DE-9B0B-6006-63ED30E1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F202FA-46E9-9740-CAD1-3BC462620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01775"/>
            <a:ext cx="10198100" cy="388143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2D49E881-ED3A-0C98-AA7D-0778C47D5E20}"/>
              </a:ext>
            </a:extLst>
          </p:cNvPr>
          <p:cNvSpPr/>
          <p:nvPr userDrawn="1"/>
        </p:nvSpPr>
        <p:spPr>
          <a:xfrm>
            <a:off x="128522" y="6216519"/>
            <a:ext cx="504956" cy="504956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869117-0DB9-55BE-45BD-0C3C648DABD1}"/>
              </a:ext>
            </a:extLst>
          </p:cNvPr>
          <p:cNvSpPr/>
          <p:nvPr userDrawn="1"/>
        </p:nvSpPr>
        <p:spPr>
          <a:xfrm>
            <a:off x="1" y="0"/>
            <a:ext cx="49452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940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ross 7">
            <a:extLst>
              <a:ext uri="{FF2B5EF4-FFF2-40B4-BE49-F238E27FC236}">
                <a16:creationId xmlns:a16="http://schemas.microsoft.com/office/drawing/2014/main" id="{93552EE6-F38F-BE03-90C5-AC7085529864}"/>
              </a:ext>
            </a:extLst>
          </p:cNvPr>
          <p:cNvSpPr/>
          <p:nvPr userDrawn="1"/>
        </p:nvSpPr>
        <p:spPr>
          <a:xfrm>
            <a:off x="4318988" y="5021457"/>
            <a:ext cx="2125274" cy="2125274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F2F1F-97BB-89E5-C52A-D12E3DE1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5"/>
            <a:ext cx="521335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20961-8CEC-F74B-CA22-41430A47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3449-DBA9-FF44-A1A9-189E61F1492E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73CC0-B5B3-2213-37C9-34F49046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86B4A-BE8B-07F7-F293-D158524F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DD5F19-6D4A-4FEB-0891-53F5371A1B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49" y="566738"/>
            <a:ext cx="4681039" cy="5588000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ACAE63-B266-B937-3072-DD229BEF39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1700" y="1419225"/>
            <a:ext cx="5213350" cy="42195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52185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ross 5">
            <a:extLst>
              <a:ext uri="{FF2B5EF4-FFF2-40B4-BE49-F238E27FC236}">
                <a16:creationId xmlns:a16="http://schemas.microsoft.com/office/drawing/2014/main" id="{56E4F688-51B3-6054-BA3F-CFDCD24EC847}"/>
              </a:ext>
            </a:extLst>
          </p:cNvPr>
          <p:cNvSpPr/>
          <p:nvPr userDrawn="1"/>
        </p:nvSpPr>
        <p:spPr>
          <a:xfrm>
            <a:off x="105763" y="5074038"/>
            <a:ext cx="1464874" cy="1464874"/>
          </a:xfrm>
          <a:prstGeom prst="plus">
            <a:avLst>
              <a:gd name="adj" fmla="val 346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EA9F0-92C2-226C-BDDC-660352AC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5"/>
            <a:ext cx="9969500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491C8-AB11-404E-CC92-C38FC780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577D-DDC0-F745-92F2-C263B4D860DE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626D8-B5DD-C1E2-E1AE-46496C02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A65D9-C444-FCB5-1C49-B5D7E1B1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9A9840-91C3-0CDA-419F-9A19E75B5C4F}"/>
              </a:ext>
            </a:extLst>
          </p:cNvPr>
          <p:cNvSpPr/>
          <p:nvPr userDrawn="1"/>
        </p:nvSpPr>
        <p:spPr>
          <a:xfrm>
            <a:off x="11697478" y="0"/>
            <a:ext cx="494522" cy="49133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5A0ABC-FB66-8936-3DEC-4F26F9E4A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676400"/>
            <a:ext cx="9969500" cy="3924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88026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2117-8E73-827D-95C6-BD2C9C5C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AF45A-B98F-B1A5-FEC3-30F903BE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2138-D329-8E46-B2FA-9DF264296853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D8ADA-A8E3-6A67-1965-2BB51F04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AED24-FBF4-5E80-0E5F-77229E8C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C7588-B591-0A4E-2D19-6B0863522215}"/>
              </a:ext>
            </a:extLst>
          </p:cNvPr>
          <p:cNvSpPr/>
          <p:nvPr userDrawn="1"/>
        </p:nvSpPr>
        <p:spPr>
          <a:xfrm>
            <a:off x="996950" y="2181225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51C4F9CD-935D-16F3-46AF-63AC8382D2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925" y="23677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220E71-332B-A904-4F96-FC441986CD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3900" y="21812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7A1DF1-5440-C0D6-D9DF-C1DBB6B80F8C}"/>
              </a:ext>
            </a:extLst>
          </p:cNvPr>
          <p:cNvSpPr/>
          <p:nvPr userDrawn="1"/>
        </p:nvSpPr>
        <p:spPr>
          <a:xfrm>
            <a:off x="7207250" y="2181225"/>
            <a:ext cx="8001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9" descr="Subtitle">
            <a:extLst>
              <a:ext uri="{FF2B5EF4-FFF2-40B4-BE49-F238E27FC236}">
                <a16:creationId xmlns:a16="http://schemas.microsoft.com/office/drawing/2014/main" id="{670CF60F-E13C-9A4F-6A39-42C6979BD0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88225" y="23677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6979C19-AA5F-E7DF-9727-64046FA13C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1812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6DF0E1-9DD4-3098-997B-8D938783ED04}"/>
              </a:ext>
            </a:extLst>
          </p:cNvPr>
          <p:cNvSpPr/>
          <p:nvPr userDrawn="1"/>
        </p:nvSpPr>
        <p:spPr>
          <a:xfrm>
            <a:off x="996950" y="4010025"/>
            <a:ext cx="8001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 descr="Subtitle">
            <a:extLst>
              <a:ext uri="{FF2B5EF4-FFF2-40B4-BE49-F238E27FC236}">
                <a16:creationId xmlns:a16="http://schemas.microsoft.com/office/drawing/2014/main" id="{80572BD8-234F-2CE4-B594-6ECD6FCB00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77925" y="41965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4FF1E442-87BA-BC0D-FE0D-8C3711C021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93900" y="40100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240054-9C98-2D9F-9A93-2294CE6EF27F}"/>
              </a:ext>
            </a:extLst>
          </p:cNvPr>
          <p:cNvSpPr/>
          <p:nvPr userDrawn="1"/>
        </p:nvSpPr>
        <p:spPr>
          <a:xfrm>
            <a:off x="7207250" y="4010025"/>
            <a:ext cx="800100" cy="80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9" descr="Subtitle">
            <a:extLst>
              <a:ext uri="{FF2B5EF4-FFF2-40B4-BE49-F238E27FC236}">
                <a16:creationId xmlns:a16="http://schemas.microsoft.com/office/drawing/2014/main" id="{09CDA84B-3DA5-4D89-338B-EBE5BC2FE7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88225" y="41965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A4B3CB2C-09DC-A2F6-3492-B8D1C891F6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04200" y="40100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93912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2DD0-2C71-FCF3-E768-84CC6E763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39878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F480F-82A5-8AEA-3FAB-4B334ADD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0C7A-2909-CA42-8171-FABDA945C95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C6DBA-C9E0-725C-BD82-EC8E9A73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6EC68-9718-B6F4-20CB-6075AC99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14E77-D1C9-9421-E929-ED415DFD7D21}"/>
              </a:ext>
            </a:extLst>
          </p:cNvPr>
          <p:cNvSpPr/>
          <p:nvPr userDrawn="1"/>
        </p:nvSpPr>
        <p:spPr>
          <a:xfrm>
            <a:off x="7975600" y="91440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CD19FA43-B102-E8E3-E3C4-17A17FA926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0" y="110093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0FC9F2A-6F10-3E02-5F7F-1C58CAF479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4900" y="113188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B42E7F-7AED-1F3A-0E24-D9049E7F5AC6}"/>
              </a:ext>
            </a:extLst>
          </p:cNvPr>
          <p:cNvSpPr/>
          <p:nvPr userDrawn="1"/>
        </p:nvSpPr>
        <p:spPr>
          <a:xfrm>
            <a:off x="7975600" y="2200275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F8E6B298-9F2C-374B-767D-B4AD28FF35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53400" y="23868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B245793-DAC3-ACA6-0E1A-375BA8F9B2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900" y="2417761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5A22AA-AAAF-1337-DF85-60816904BB52}"/>
              </a:ext>
            </a:extLst>
          </p:cNvPr>
          <p:cNvSpPr/>
          <p:nvPr userDrawn="1"/>
        </p:nvSpPr>
        <p:spPr>
          <a:xfrm>
            <a:off x="7975600" y="348615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9" descr="Subtitle">
            <a:extLst>
              <a:ext uri="{FF2B5EF4-FFF2-40B4-BE49-F238E27FC236}">
                <a16:creationId xmlns:a16="http://schemas.microsoft.com/office/drawing/2014/main" id="{104D3929-8D53-01A1-8A9D-8DB634D313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53400" y="36726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2915BCC-5E84-B84D-C019-11EA6EAAA94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24900" y="370363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943766-A6AF-D35C-01A7-00B13CE8EEB3}"/>
              </a:ext>
            </a:extLst>
          </p:cNvPr>
          <p:cNvSpPr/>
          <p:nvPr userDrawn="1"/>
        </p:nvSpPr>
        <p:spPr>
          <a:xfrm>
            <a:off x="7975600" y="4772025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 descr="Subtitle">
            <a:extLst>
              <a:ext uri="{FF2B5EF4-FFF2-40B4-BE49-F238E27FC236}">
                <a16:creationId xmlns:a16="http://schemas.microsoft.com/office/drawing/2014/main" id="{BB2F72D5-36BA-9F0A-ADD4-E38F76DB6E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53400" y="49585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0B492B7-44C3-B978-C317-DC8881666E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24900" y="4989511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964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F446-9193-6CC2-1ECA-BF778860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3E55F4-7FEA-A97D-3E4D-01975DFB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44DD5-A69E-1443-BB58-B1B6C38FAC1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B0D06-90D0-EE9F-8A1A-72987751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5437A-7D50-4F87-E383-82A22DAE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4F3D1-9FC4-0C11-3D15-B53949A83B75}"/>
              </a:ext>
            </a:extLst>
          </p:cNvPr>
          <p:cNvSpPr/>
          <p:nvPr userDrawn="1"/>
        </p:nvSpPr>
        <p:spPr>
          <a:xfrm>
            <a:off x="996950" y="3028950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2A2ADCCF-1441-E185-1D87-D9503BFEE8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925" y="32154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6C22C4-0401-8F75-BC1F-54F81CAA34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3901" y="3028950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D90B6-9054-1CAD-B7FB-E06FE59CFFA1}"/>
              </a:ext>
            </a:extLst>
          </p:cNvPr>
          <p:cNvSpPr/>
          <p:nvPr userDrawn="1"/>
        </p:nvSpPr>
        <p:spPr>
          <a:xfrm>
            <a:off x="4486275" y="3038475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 descr="Subtitle">
            <a:extLst>
              <a:ext uri="{FF2B5EF4-FFF2-40B4-BE49-F238E27FC236}">
                <a16:creationId xmlns:a16="http://schemas.microsoft.com/office/drawing/2014/main" id="{528AA168-1E8F-0419-B09C-C93DB771A6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7250" y="32250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39C9745-958D-2ED2-63B5-7BACCA1668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83226" y="3038475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3A5180-D94F-3FAE-1B5E-119EED3CD308}"/>
              </a:ext>
            </a:extLst>
          </p:cNvPr>
          <p:cNvSpPr/>
          <p:nvPr userDrawn="1"/>
        </p:nvSpPr>
        <p:spPr>
          <a:xfrm>
            <a:off x="7975600" y="3048000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9" descr="Subtitle">
            <a:extLst>
              <a:ext uri="{FF2B5EF4-FFF2-40B4-BE49-F238E27FC236}">
                <a16:creationId xmlns:a16="http://schemas.microsoft.com/office/drawing/2014/main" id="{992B9537-8ACB-1D02-9335-BAD2A5ADE0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56575" y="323453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99D13E30-36EE-6FE9-65FD-D0E7E3EE66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72551" y="3048000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5280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2F33-973B-E3AA-514B-612F3569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39878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B9E87-79F9-D3A4-FC1C-BA80C017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BE65-DCF6-304B-BDD3-D6A9D254BED9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1DB1D-D5DA-2ABB-0FBD-012B5BFF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0F4AE-F522-96DC-02B8-36F34628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492C8-A731-B643-B965-9AA09AAC4A96}"/>
              </a:ext>
            </a:extLst>
          </p:cNvPr>
          <p:cNvSpPr/>
          <p:nvPr userDrawn="1"/>
        </p:nvSpPr>
        <p:spPr>
          <a:xfrm>
            <a:off x="7975600" y="127635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F80BCB45-5A8D-2697-63E1-3775CFA17E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0" y="14628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76F50E5-22F0-8042-4588-429D0FBC20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4900" y="149383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E9E043-A302-ACFF-5EF0-25937D9A4A02}"/>
              </a:ext>
            </a:extLst>
          </p:cNvPr>
          <p:cNvSpPr/>
          <p:nvPr userDrawn="1"/>
        </p:nvSpPr>
        <p:spPr>
          <a:xfrm>
            <a:off x="7975600" y="2886075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084F6A6D-5158-C240-AC98-44BBA852EA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53400" y="30726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02E7A48-4B7B-9204-9384-7568C82CBF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900" y="3103561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A1510-5591-6458-3927-8FAEE057E80C}"/>
              </a:ext>
            </a:extLst>
          </p:cNvPr>
          <p:cNvSpPr/>
          <p:nvPr userDrawn="1"/>
        </p:nvSpPr>
        <p:spPr>
          <a:xfrm>
            <a:off x="7975600" y="449580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9" descr="Subtitle">
            <a:extLst>
              <a:ext uri="{FF2B5EF4-FFF2-40B4-BE49-F238E27FC236}">
                <a16:creationId xmlns:a16="http://schemas.microsoft.com/office/drawing/2014/main" id="{AE98921F-1754-D004-A25B-02C45246F8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53400" y="468233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99944E2-842F-6456-723B-A3FB9906F5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24900" y="471328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91206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C788-203B-8FF7-87A6-3F761ACE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F4C8D-B8E1-5D8B-CC66-89674BBD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E61-515F-2445-9B05-E525A5F4640E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D176C-065A-9244-5511-57C52E5D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40A15-AFBD-C147-4F2A-D41F642A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E5121-EF26-E47C-A382-CC694F7A2C84}"/>
              </a:ext>
            </a:extLst>
          </p:cNvPr>
          <p:cNvSpPr/>
          <p:nvPr userDrawn="1"/>
        </p:nvSpPr>
        <p:spPr>
          <a:xfrm>
            <a:off x="996950" y="3028950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B3539F4E-EC35-7A0A-5183-A90600EA2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925" y="32154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997DF8B-BB21-CC2B-146E-2F404E321E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3901" y="3028950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C099E7-742F-9B4A-1462-DA97BF8DA496}"/>
              </a:ext>
            </a:extLst>
          </p:cNvPr>
          <p:cNvSpPr/>
          <p:nvPr userDrawn="1"/>
        </p:nvSpPr>
        <p:spPr>
          <a:xfrm>
            <a:off x="6210300" y="3038475"/>
            <a:ext cx="8001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A296FCB2-3614-DEA1-9812-C02FD77061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1275" y="32250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4310E8C6-C1DD-5183-970C-3408DFE3CB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251" y="3038475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3275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58CB-2369-2F6E-A75B-6C6B5FDE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3987800" cy="549275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B99FC-CEF2-3852-5405-7D7C2F0B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E96D-C01B-8240-9628-E17818AA5010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2EFB8-7866-9AC3-9F4E-261DDA4B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26166-2AA1-C356-90EB-F46E2DA6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423AD-11CA-899B-78A1-6821BBF9578E}"/>
              </a:ext>
            </a:extLst>
          </p:cNvPr>
          <p:cNvSpPr/>
          <p:nvPr userDrawn="1"/>
        </p:nvSpPr>
        <p:spPr>
          <a:xfrm>
            <a:off x="7975600" y="2030412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762E8728-6F4A-7DBF-A98B-D75210344C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0" y="2216943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9C1A2DB-D549-A7C0-481A-F61F50B8D7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4900" y="2247898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3C248-0512-D76D-C982-DEF99C3CBEBD}"/>
              </a:ext>
            </a:extLst>
          </p:cNvPr>
          <p:cNvSpPr/>
          <p:nvPr userDrawn="1"/>
        </p:nvSpPr>
        <p:spPr>
          <a:xfrm>
            <a:off x="7975600" y="3793331"/>
            <a:ext cx="3219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F30EB3E1-2692-3BAA-C23E-07E49222C5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53400" y="3979862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E127C4D-606A-F2C8-4557-97CA903AA2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900" y="4010817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82105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7724-A3B5-3B0B-5692-6B6E48D8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6A757-153F-6A36-4AB4-F60CFFFD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6FFA-7273-444B-988F-9E994DB5D800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2FDE9-CD05-C3D5-C0F4-CA6E0377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00539-F21A-0BCC-F77C-5BF1FE6A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7840E-85EF-BB5D-F282-72ACF73EBB4B}"/>
              </a:ext>
            </a:extLst>
          </p:cNvPr>
          <p:cNvSpPr/>
          <p:nvPr userDrawn="1"/>
        </p:nvSpPr>
        <p:spPr>
          <a:xfrm>
            <a:off x="996950" y="2181225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2D759076-14B0-FD46-FC8C-FAB7CC774E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925" y="23677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7F69055-CACA-4120-C271-DE67F65FB2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3900" y="21812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314F9-EAAB-0E52-E3C8-40ABB7609788}"/>
              </a:ext>
            </a:extLst>
          </p:cNvPr>
          <p:cNvSpPr/>
          <p:nvPr userDrawn="1"/>
        </p:nvSpPr>
        <p:spPr>
          <a:xfrm>
            <a:off x="7207250" y="2181225"/>
            <a:ext cx="8001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69DA01A8-41C0-41A7-3E62-8F816F9162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88225" y="23677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A9A17D1-F623-CD93-CF6E-2C613FFFD0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21812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FC0A9D-3C00-963B-FF82-A76CAFB0A25E}"/>
              </a:ext>
            </a:extLst>
          </p:cNvPr>
          <p:cNvSpPr/>
          <p:nvPr userDrawn="1"/>
        </p:nvSpPr>
        <p:spPr>
          <a:xfrm>
            <a:off x="996950" y="4010025"/>
            <a:ext cx="8001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9" descr="Subtitle">
            <a:extLst>
              <a:ext uri="{FF2B5EF4-FFF2-40B4-BE49-F238E27FC236}">
                <a16:creationId xmlns:a16="http://schemas.microsoft.com/office/drawing/2014/main" id="{747742FA-8A90-50F7-DF47-AF1703D865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77925" y="41965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FD3598E-9215-4A7C-5C24-D0847E691F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93900" y="40100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7EB131-46EB-EAFE-AE6B-38EC2593345C}"/>
              </a:ext>
            </a:extLst>
          </p:cNvPr>
          <p:cNvSpPr/>
          <p:nvPr userDrawn="1"/>
        </p:nvSpPr>
        <p:spPr>
          <a:xfrm>
            <a:off x="7207250" y="4010025"/>
            <a:ext cx="800100" cy="80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 descr="Subtitle">
            <a:extLst>
              <a:ext uri="{FF2B5EF4-FFF2-40B4-BE49-F238E27FC236}">
                <a16:creationId xmlns:a16="http://schemas.microsoft.com/office/drawing/2014/main" id="{6222B9D4-BC05-6452-1227-986F4348B5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88225" y="41965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B0ECE927-A4BC-8789-82B7-1B82FA7E07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04200" y="4010025"/>
            <a:ext cx="299085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35735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0821-92B8-55C7-B4BE-31B4B7CE9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39878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2C282-C03E-9DF3-CA3C-DD592790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8217-26DD-A649-A5C5-05DA1248E45D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3D1B8-8E0E-B3F6-218F-BE690D20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89301-9680-917A-1865-44423BFC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DD728-8C82-3260-2CE0-50213DD70754}"/>
              </a:ext>
            </a:extLst>
          </p:cNvPr>
          <p:cNvSpPr/>
          <p:nvPr userDrawn="1"/>
        </p:nvSpPr>
        <p:spPr>
          <a:xfrm>
            <a:off x="7975600" y="91440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617C6AF6-F5BA-11D9-3423-60FBF24B1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0" y="110093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E39D7ED-450D-E639-F13F-2AE6CB700C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4900" y="113188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801807-2937-533B-C7EA-05DDA5F94FD2}"/>
              </a:ext>
            </a:extLst>
          </p:cNvPr>
          <p:cNvSpPr/>
          <p:nvPr userDrawn="1"/>
        </p:nvSpPr>
        <p:spPr>
          <a:xfrm>
            <a:off x="7975600" y="2200275"/>
            <a:ext cx="3219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82C70476-FB8C-4AF7-8DF8-C2FC02B5A2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53400" y="23868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8F824E8-8858-8286-019D-4C16B20F1A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900" y="2417761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16989D-4F27-7B6A-D107-5E92D8EDFC76}"/>
              </a:ext>
            </a:extLst>
          </p:cNvPr>
          <p:cNvSpPr/>
          <p:nvPr userDrawn="1"/>
        </p:nvSpPr>
        <p:spPr>
          <a:xfrm>
            <a:off x="7975600" y="348615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9" descr="Subtitle">
            <a:extLst>
              <a:ext uri="{FF2B5EF4-FFF2-40B4-BE49-F238E27FC236}">
                <a16:creationId xmlns:a16="http://schemas.microsoft.com/office/drawing/2014/main" id="{CC3DE84F-53D3-9F61-863F-5381ED1A0A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53400" y="36726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5A25B68-29BA-E48E-5112-13EFFE85ED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24900" y="370363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7ED97E-8167-2ED5-6DB2-195FD6DA1640}"/>
              </a:ext>
            </a:extLst>
          </p:cNvPr>
          <p:cNvSpPr/>
          <p:nvPr userDrawn="1"/>
        </p:nvSpPr>
        <p:spPr>
          <a:xfrm>
            <a:off x="7975600" y="4772025"/>
            <a:ext cx="3219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 descr="Subtitle">
            <a:extLst>
              <a:ext uri="{FF2B5EF4-FFF2-40B4-BE49-F238E27FC236}">
                <a16:creationId xmlns:a16="http://schemas.microsoft.com/office/drawing/2014/main" id="{CAC175AD-90C5-B151-8A23-802A0DC19D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53400" y="495855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4A7A051-EB91-CD81-D348-6186481CBB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24900" y="4989511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79919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A52F-CEE7-9054-4765-E6AF0C21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7FF3E-D0B2-F920-0721-64E89BD5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55E5-E724-934E-B638-545243991EFB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F8718-5316-B2A9-328F-FD466A89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7EC03-CF7E-1163-65B5-EF14A46C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B22AF3-DB79-B5E9-140D-1995B39DAFF8}"/>
              </a:ext>
            </a:extLst>
          </p:cNvPr>
          <p:cNvSpPr/>
          <p:nvPr userDrawn="1"/>
        </p:nvSpPr>
        <p:spPr>
          <a:xfrm>
            <a:off x="996950" y="3028950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C6AE2BF7-09A6-5F11-20D3-FBBA22F34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925" y="32154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782B237-4526-499A-49C3-3C39FFBFCF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3901" y="3028950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925CA0-2056-1E6E-4A8E-C3604744D8DA}"/>
              </a:ext>
            </a:extLst>
          </p:cNvPr>
          <p:cNvSpPr/>
          <p:nvPr userDrawn="1"/>
        </p:nvSpPr>
        <p:spPr>
          <a:xfrm>
            <a:off x="4486275" y="3038475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D52F0B14-F5EC-07BB-1003-DBA255BAD5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7250" y="32250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0754251-58D2-C20F-BBA0-AFE4F2C33C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83226" y="3038475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4A53BB-49FC-9DD7-B069-F1E0350EBB75}"/>
              </a:ext>
            </a:extLst>
          </p:cNvPr>
          <p:cNvSpPr/>
          <p:nvPr userDrawn="1"/>
        </p:nvSpPr>
        <p:spPr>
          <a:xfrm>
            <a:off x="7975600" y="3048000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9" descr="Subtitle">
            <a:extLst>
              <a:ext uri="{FF2B5EF4-FFF2-40B4-BE49-F238E27FC236}">
                <a16:creationId xmlns:a16="http://schemas.microsoft.com/office/drawing/2014/main" id="{929012EE-C991-6432-9000-A31727DD22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56575" y="323453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92D1222-A09A-263A-883A-7CCD7AF2D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72551" y="3048000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15499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BFE1-33A1-9394-C4F6-0CF7210E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11485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B85C6-E141-EC89-1B81-51919F02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5A23-2AF5-FC48-8090-0260C2FACFEA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2F336-906E-2534-7354-C816F5C1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D8A91-ADB2-930E-D8A1-0CCED819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1F799-889F-235F-9462-C04FF85BB747}"/>
              </a:ext>
            </a:extLst>
          </p:cNvPr>
          <p:cNvSpPr/>
          <p:nvPr userDrawn="1"/>
        </p:nvSpPr>
        <p:spPr>
          <a:xfrm>
            <a:off x="7975600" y="127635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C5266A91-325E-7EC4-ADE8-4BCCEE120C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0" y="14628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22FA909-946E-6FBD-8BA7-3680C242FB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4900" y="149383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A2EBE-8E5F-1206-E9A5-D28AE5447231}"/>
              </a:ext>
            </a:extLst>
          </p:cNvPr>
          <p:cNvSpPr/>
          <p:nvPr userDrawn="1"/>
        </p:nvSpPr>
        <p:spPr>
          <a:xfrm>
            <a:off x="7975600" y="2886075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AFE2F90D-B539-F265-FA06-7E28545E14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53400" y="30726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B60B7BD-6EC0-4803-431F-C21A9B82DF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900" y="3103561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66AAAD-2D20-00CE-C750-7A77EA85391E}"/>
              </a:ext>
            </a:extLst>
          </p:cNvPr>
          <p:cNvSpPr/>
          <p:nvPr userDrawn="1"/>
        </p:nvSpPr>
        <p:spPr>
          <a:xfrm>
            <a:off x="7975600" y="4495800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9" descr="Subtitle">
            <a:extLst>
              <a:ext uri="{FF2B5EF4-FFF2-40B4-BE49-F238E27FC236}">
                <a16:creationId xmlns:a16="http://schemas.microsoft.com/office/drawing/2014/main" id="{3F6E3CA1-BE4E-FF3C-09B4-2A4C62B898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53400" y="468233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DE050A2-FF9A-8D22-22D4-57E64870C6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24900" y="4713286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1451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12-4EB2-367E-83C8-ED32C441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18579-76D4-D251-EAF2-1A31320C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39D2-6971-5E46-8BDF-53E909FD3966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952A-0DF4-CAA3-A4C7-D7395C3B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D2E03-9D83-B71F-6AD1-8126C933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99A375-60DF-6B6E-63F1-3066D6BB1854}"/>
              </a:ext>
            </a:extLst>
          </p:cNvPr>
          <p:cNvSpPr/>
          <p:nvPr userDrawn="1"/>
        </p:nvSpPr>
        <p:spPr>
          <a:xfrm>
            <a:off x="996950" y="3028950"/>
            <a:ext cx="8001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375ADE90-1222-AC33-7A3A-0B597D2B7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925" y="3215481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011292B-8615-AD72-6A7B-E99330AC84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3901" y="3028950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EACF2-0FDF-FAAF-9D52-A1DB683791E4}"/>
              </a:ext>
            </a:extLst>
          </p:cNvPr>
          <p:cNvSpPr/>
          <p:nvPr userDrawn="1"/>
        </p:nvSpPr>
        <p:spPr>
          <a:xfrm>
            <a:off x="6210300" y="3038475"/>
            <a:ext cx="80010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F5C06351-996D-6A8C-54A4-B29190A5AB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1275" y="3225006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AE4167A-97DD-17F8-3635-E04D82A4E2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251" y="3038475"/>
            <a:ext cx="2222500" cy="8001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26750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FD98-5F91-0183-3932-F4386FDD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30DAD-EA80-532B-BDB1-E5D59DE9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B03D-2D9D-FE44-BF26-18246A77977E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59FB9-AA5A-C6C7-5699-7C827F47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ACC5A-738C-4370-4D04-71648C02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6C0F3-2811-E9E1-EA97-F9A0FC2BF948}"/>
              </a:ext>
            </a:extLst>
          </p:cNvPr>
          <p:cNvSpPr/>
          <p:nvPr userDrawn="1"/>
        </p:nvSpPr>
        <p:spPr>
          <a:xfrm>
            <a:off x="7975600" y="2030412"/>
            <a:ext cx="3219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 descr="Subtitle">
            <a:extLst>
              <a:ext uri="{FF2B5EF4-FFF2-40B4-BE49-F238E27FC236}">
                <a16:creationId xmlns:a16="http://schemas.microsoft.com/office/drawing/2014/main" id="{BE048CEE-95F9-D1CA-0F8C-F25FC0B79A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0" y="2216943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8E519761-DFEE-1B1D-EF38-CAFE155391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4900" y="2247898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9C3D-9833-5C56-C13F-B4E633968317}"/>
              </a:ext>
            </a:extLst>
          </p:cNvPr>
          <p:cNvSpPr/>
          <p:nvPr userDrawn="1"/>
        </p:nvSpPr>
        <p:spPr>
          <a:xfrm>
            <a:off x="7975600" y="3793331"/>
            <a:ext cx="3219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 descr="Subtitle">
            <a:extLst>
              <a:ext uri="{FF2B5EF4-FFF2-40B4-BE49-F238E27FC236}">
                <a16:creationId xmlns:a16="http://schemas.microsoft.com/office/drawing/2014/main" id="{AE2E980E-52EF-3DCB-7236-40A2B5CAE6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53400" y="3979862"/>
            <a:ext cx="438150" cy="427037"/>
          </a:xfrm>
        </p:spPr>
        <p:txBody>
          <a:bodyPr anchor="ctr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algn="ctr">
              <a:defRPr sz="1600">
                <a:solidFill>
                  <a:schemeClr val="bg1"/>
                </a:solidFill>
                <a:latin typeface="+mj-lt"/>
              </a:defRPr>
            </a:lvl2pPr>
            <a:lvl3pPr algn="ctr">
              <a:defRPr sz="1600">
                <a:solidFill>
                  <a:schemeClr val="bg1"/>
                </a:solidFill>
                <a:latin typeface="+mj-lt"/>
              </a:defRPr>
            </a:lvl3pPr>
            <a:lvl4pPr algn="ctr">
              <a:defRPr sz="1600">
                <a:solidFill>
                  <a:schemeClr val="bg1"/>
                </a:solidFill>
                <a:latin typeface="+mj-lt"/>
              </a:defRPr>
            </a:lvl4pPr>
            <a:lvl5pPr algn="ctr"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DC2E17C-665C-383F-F2FA-D260AF75C3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900" y="4010817"/>
            <a:ext cx="2241550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59792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13B2B-5D60-A34A-8A12-E4FECDCEEF47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7934327" y="1849437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39201" y="2066923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8058152" y="1973261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175" y="2055810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763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982662"/>
            <a:ext cx="9969500" cy="54927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C102-028A-2446-B50B-DC31A28E43F1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1225550" y="4204491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0424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1349375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398" y="4410864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215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E8F503-9303-40AF-D994-5CDFA999248F}"/>
              </a:ext>
            </a:extLst>
          </p:cNvPr>
          <p:cNvSpPr/>
          <p:nvPr userDrawn="1"/>
        </p:nvSpPr>
        <p:spPr>
          <a:xfrm>
            <a:off x="-3176" y="3429000"/>
            <a:ext cx="1219517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BAA71-3C63-32DD-5969-49AFAE0E5B0B}"/>
              </a:ext>
            </a:extLst>
          </p:cNvPr>
          <p:cNvSpPr/>
          <p:nvPr userDrawn="1"/>
        </p:nvSpPr>
        <p:spPr>
          <a:xfrm>
            <a:off x="647700" y="800100"/>
            <a:ext cx="10934700" cy="425767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1293024"/>
            <a:ext cx="9969500" cy="2378858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2FC-9058-B54B-8D97-135DA0FD9C14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3219450" y="4614066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324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3343275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6759577" y="4614066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64451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6883402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6298" y="4820439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951" y="4822818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410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13FE-B3FC-1E42-9FE1-B24CBFE5A78A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7934327" y="1849437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39201" y="2066923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8058152" y="1973261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175" y="2055810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763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982662"/>
            <a:ext cx="9969500" cy="54927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9C66C-36A8-BF4B-8D73-76750C99E5CC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1225550" y="4204491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0424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1349375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398" y="4410864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215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E8F503-9303-40AF-D994-5CDFA999248F}"/>
              </a:ext>
            </a:extLst>
          </p:cNvPr>
          <p:cNvSpPr/>
          <p:nvPr userDrawn="1"/>
        </p:nvSpPr>
        <p:spPr>
          <a:xfrm>
            <a:off x="-3176" y="3429000"/>
            <a:ext cx="1219517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BAA71-3C63-32DD-5969-49AFAE0E5B0B}"/>
              </a:ext>
            </a:extLst>
          </p:cNvPr>
          <p:cNvSpPr/>
          <p:nvPr userDrawn="1"/>
        </p:nvSpPr>
        <p:spPr>
          <a:xfrm>
            <a:off x="647700" y="800100"/>
            <a:ext cx="10934700" cy="425767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1293024"/>
            <a:ext cx="9969500" cy="2378858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1E98-270A-D641-B445-E1B9EF4181E5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3219450" y="4614066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324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3343275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6759577" y="4614066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64451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6883402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6298" y="4820439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951" y="4822818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410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2BAF-9BB2-8E48-B8BA-DB1AE9D263C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7934327" y="1849437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39201" y="2066923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8058152" y="1973261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175" y="2055810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763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982662"/>
            <a:ext cx="9969500" cy="54927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3217-E358-164D-9BA7-10BD5144E21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1225550" y="4204491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0424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1349375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398" y="4410864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215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E8F503-9303-40AF-D994-5CDFA999248F}"/>
              </a:ext>
            </a:extLst>
          </p:cNvPr>
          <p:cNvSpPr/>
          <p:nvPr userDrawn="1"/>
        </p:nvSpPr>
        <p:spPr>
          <a:xfrm>
            <a:off x="-3176" y="3429000"/>
            <a:ext cx="1219517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BAA71-3C63-32DD-5969-49AFAE0E5B0B}"/>
              </a:ext>
            </a:extLst>
          </p:cNvPr>
          <p:cNvSpPr/>
          <p:nvPr userDrawn="1"/>
        </p:nvSpPr>
        <p:spPr>
          <a:xfrm>
            <a:off x="647700" y="800100"/>
            <a:ext cx="10934700" cy="425767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1293024"/>
            <a:ext cx="9969500" cy="2378858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B730-3DBB-2B40-9A84-C36F405B077E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3219450" y="4614066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324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3343275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6759577" y="4614066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64451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6883402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6298" y="4820439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951" y="4822818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410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C048-3267-1740-B023-667D9CCF80A7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7934327" y="1849437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39201" y="2066923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8058152" y="1973261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175" y="2055810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76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982662"/>
            <a:ext cx="9969500" cy="54927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C6B0-F1E9-D247-8066-EC4B38774051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1225550" y="4204491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0424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1349375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398" y="4410864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215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E8F503-9303-40AF-D994-5CDFA999248F}"/>
              </a:ext>
            </a:extLst>
          </p:cNvPr>
          <p:cNvSpPr/>
          <p:nvPr userDrawn="1"/>
        </p:nvSpPr>
        <p:spPr>
          <a:xfrm>
            <a:off x="-3176" y="3429000"/>
            <a:ext cx="1219517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BAA71-3C63-32DD-5969-49AFAE0E5B0B}"/>
              </a:ext>
            </a:extLst>
          </p:cNvPr>
          <p:cNvSpPr/>
          <p:nvPr userDrawn="1"/>
        </p:nvSpPr>
        <p:spPr>
          <a:xfrm>
            <a:off x="647700" y="800100"/>
            <a:ext cx="10934700" cy="425767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1293024"/>
            <a:ext cx="9969500" cy="2378858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A6392-2C4F-B140-BE36-54B3F2743F46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3219450" y="4614066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324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3343275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6759577" y="4614066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64451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6883402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6298" y="4820439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951" y="4822818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410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154362"/>
            <a:ext cx="4216400" cy="54927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80E67-A17A-3D42-9A19-3884F805F3A0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7934327" y="1849437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39201" y="2066923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8058152" y="1973261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175" y="2055810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7638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982662"/>
            <a:ext cx="9969500" cy="54927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DF47-613B-294B-90D2-6CAB11A824B2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1225550" y="4204491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30424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1349375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7934327" y="4204491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39201" y="4421977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8058152" y="4328315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398" y="4410864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701" y="4413243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2154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E8F503-9303-40AF-D994-5CDFA999248F}"/>
              </a:ext>
            </a:extLst>
          </p:cNvPr>
          <p:cNvSpPr/>
          <p:nvPr userDrawn="1"/>
        </p:nvSpPr>
        <p:spPr>
          <a:xfrm>
            <a:off x="-3176" y="3429000"/>
            <a:ext cx="1219517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BAA71-3C63-32DD-5969-49AFAE0E5B0B}"/>
              </a:ext>
            </a:extLst>
          </p:cNvPr>
          <p:cNvSpPr/>
          <p:nvPr userDrawn="1"/>
        </p:nvSpPr>
        <p:spPr>
          <a:xfrm>
            <a:off x="647700" y="800100"/>
            <a:ext cx="10934700" cy="425767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9F56E-EB20-6AC0-3133-54C30601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0" y="1293024"/>
            <a:ext cx="9969500" cy="2378858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8142C-F092-C06A-2133-C68A37F6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C199-0FA3-D14A-9C8F-BA341B48147C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53CF-FE67-5D1A-F48F-97483F35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122F-AABC-7B56-D05F-C26129C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EDFD4-459F-7F66-D23A-CF256F23A9AF}"/>
              </a:ext>
            </a:extLst>
          </p:cNvPr>
          <p:cNvSpPr/>
          <p:nvPr userDrawn="1"/>
        </p:nvSpPr>
        <p:spPr>
          <a:xfrm>
            <a:off x="3219450" y="4614066"/>
            <a:ext cx="258445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FBB5CB9-6D5F-9175-0C28-9AC20D5354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324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35291-BE12-3285-D8D0-DB7513EC6417}"/>
              </a:ext>
            </a:extLst>
          </p:cNvPr>
          <p:cNvSpPr/>
          <p:nvPr userDrawn="1"/>
        </p:nvSpPr>
        <p:spPr>
          <a:xfrm>
            <a:off x="3343275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73F02-47DB-7B0B-9124-DFFA8A146BC9}"/>
              </a:ext>
            </a:extLst>
          </p:cNvPr>
          <p:cNvSpPr/>
          <p:nvPr userDrawn="1"/>
        </p:nvSpPr>
        <p:spPr>
          <a:xfrm>
            <a:off x="6759577" y="4614066"/>
            <a:ext cx="2584450" cy="80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D9284BB-2044-43AB-D8DF-A81071C90A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64451" y="4831552"/>
            <a:ext cx="1450975" cy="36512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79D0B-AA7A-3CB2-FCBB-F5A446C77404}"/>
              </a:ext>
            </a:extLst>
          </p:cNvPr>
          <p:cNvSpPr/>
          <p:nvPr userDrawn="1"/>
        </p:nvSpPr>
        <p:spPr>
          <a:xfrm>
            <a:off x="6883402" y="4737890"/>
            <a:ext cx="552448" cy="55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DBF76DF-7CCB-0DD7-09A9-DE638ECD4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6298" y="4820439"/>
            <a:ext cx="387349" cy="387349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E0639DD1-76AF-D78D-F1F4-9D17D02F4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951" y="4822818"/>
            <a:ext cx="387349" cy="3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4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E7573-1BB2-050F-5C0D-9D660102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5"/>
            <a:ext cx="101981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31F35-92AA-906E-FF1F-D624395AE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48" y="1825625"/>
            <a:ext cx="10198101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4B4E9-585A-80D5-667C-B8F37CDE7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53113-F15D-3A42-882F-46304163DBA8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EF3D7-965D-09F3-2D67-FB7FEC21E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0EEF1-90EB-F089-0481-677523792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A2959-DE5F-4499-8037-106A9B9210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752B4-63C8-E932-96C1-265811F75F72}"/>
              </a:ext>
            </a:extLst>
          </p:cNvPr>
          <p:cNvSpPr/>
          <p:nvPr userDrawn="1"/>
        </p:nvSpPr>
        <p:spPr>
          <a:xfrm>
            <a:off x="11551298" y="6494106"/>
            <a:ext cx="640702" cy="227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7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814" r:id="rId50"/>
    <p:sldLayoutId id="2147483815" r:id="rId51"/>
    <p:sldLayoutId id="2147483816" r:id="rId52"/>
    <p:sldLayoutId id="2147483811" r:id="rId53"/>
    <p:sldLayoutId id="2147483812" r:id="rId54"/>
    <p:sldLayoutId id="2147483813" r:id="rId55"/>
    <p:sldLayoutId id="2147483808" r:id="rId56"/>
    <p:sldLayoutId id="2147483809" r:id="rId57"/>
    <p:sldLayoutId id="2147483810" r:id="rId58"/>
    <p:sldLayoutId id="2147483805" r:id="rId59"/>
    <p:sldLayoutId id="2147483806" r:id="rId60"/>
    <p:sldLayoutId id="2147483807" r:id="rId61"/>
    <p:sldLayoutId id="2147483698" r:id="rId62"/>
    <p:sldLayoutId id="2147483699" r:id="rId63"/>
    <p:sldLayoutId id="2147483700" r:id="rId6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8000-79EE-DAC1-31DF-3520A243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4" y="2540000"/>
            <a:ext cx="10092267" cy="3409244"/>
          </a:xfrm>
        </p:spPr>
        <p:txBody>
          <a:bodyPr/>
          <a:lstStyle/>
          <a:p>
            <a:pPr algn="ctr"/>
            <a:r>
              <a:rPr lang="en-VN" sz="4000" dirty="0">
                <a:latin typeface=""/>
              </a:rPr>
              <a:t>SEMINAR – Nhóm 13</a:t>
            </a:r>
            <a:br>
              <a:rPr lang="en-VN" sz="4000" dirty="0">
                <a:latin typeface=""/>
              </a:rPr>
            </a:br>
            <a:br>
              <a:rPr lang="en-VN" sz="4000" dirty="0">
                <a:latin typeface=""/>
              </a:rPr>
            </a:br>
            <a:br>
              <a:rPr lang="en-VN" sz="4000" dirty="0">
                <a:latin typeface=""/>
              </a:rPr>
            </a:br>
            <a:r>
              <a:rPr lang="en-VN" sz="4000" dirty="0">
                <a:latin typeface=""/>
              </a:rPr>
              <a:t>LiveData và RxJava/RxKotlin trong Android</a:t>
            </a:r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32B9A6F5-1DF8-7A1E-A3E6-BA471D9A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360" y="410345"/>
            <a:ext cx="1453277" cy="119267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2F28E4-06D5-9994-890A-F1DEBFA0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67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dirty="0" err="1">
                <a:latin typeface=""/>
              </a:rPr>
              <a:t>Giới</a:t>
            </a:r>
            <a:r>
              <a:rPr sz="4000" dirty="0">
                <a:latin typeface=""/>
              </a:rPr>
              <a:t> </a:t>
            </a:r>
            <a:r>
              <a:rPr sz="4000" dirty="0" err="1">
                <a:latin typeface=""/>
              </a:rPr>
              <a:t>thiệu</a:t>
            </a:r>
            <a:r>
              <a:rPr sz="4000" dirty="0">
                <a:latin typeface=""/>
              </a:rPr>
              <a:t> </a:t>
            </a:r>
            <a:r>
              <a:rPr lang="en-US" sz="4000" dirty="0" err="1">
                <a:latin typeface=""/>
              </a:rPr>
              <a:t>N</a:t>
            </a:r>
            <a:r>
              <a:rPr sz="4000" dirty="0" err="1">
                <a:latin typeface=""/>
              </a:rPr>
              <a:t>hóm</a:t>
            </a:r>
            <a:r>
              <a:rPr lang="vi-VN" sz="4000" dirty="0">
                <a:latin typeface=""/>
              </a:rPr>
              <a:t> 13</a:t>
            </a:r>
            <a:endParaRPr sz="4000" dirty="0">
              <a:latin typeface="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96950" y="2529063"/>
            <a:ext cx="10198100" cy="2607381"/>
          </a:xfrm>
        </p:spPr>
        <p:txBody>
          <a:bodyPr>
            <a:noAutofit/>
          </a:bodyPr>
          <a:lstStyle/>
          <a:p>
            <a:pPr marL="0" indent="0" algn="ctr"/>
            <a:r>
              <a:rPr sz="3200" dirty="0"/>
              <a:t>Dương Nhật Cường – 23120223</a:t>
            </a:r>
            <a:br>
              <a:rPr sz="3200" dirty="0"/>
            </a:br>
            <a:r>
              <a:rPr sz="3200" dirty="0"/>
              <a:t>Trần Gia Cường – 23120225</a:t>
            </a:r>
            <a:br>
              <a:rPr sz="3200" dirty="0"/>
            </a:br>
            <a:r>
              <a:rPr sz="3200" dirty="0"/>
              <a:t>Nguyễn Ngọc </a:t>
            </a:r>
            <a:r>
              <a:rPr sz="3200" dirty="0" err="1"/>
              <a:t>Đại</a:t>
            </a:r>
            <a:r>
              <a:rPr sz="3200" dirty="0"/>
              <a:t> - 23120226</a:t>
            </a:r>
            <a:br>
              <a:rPr sz="3200" dirty="0"/>
            </a:br>
            <a:r>
              <a:rPr sz="3200" dirty="0"/>
              <a:t>Nguyễn Hà Đạt - 23120229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9CBBE-A80B-F1F7-E9FF-1AE4B7A2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9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277" y="391205"/>
            <a:ext cx="7294034" cy="493234"/>
          </a:xfrm>
        </p:spPr>
        <p:txBody>
          <a:bodyPr/>
          <a:lstStyle/>
          <a:p>
            <a:r>
              <a:rPr dirty="0" err="1">
                <a:latin typeface=""/>
              </a:rPr>
              <a:t>Giới</a:t>
            </a:r>
            <a:r>
              <a:rPr dirty="0">
                <a:latin typeface=""/>
              </a:rPr>
              <a:t> </a:t>
            </a:r>
            <a:r>
              <a:rPr dirty="0" err="1">
                <a:latin typeface=""/>
              </a:rPr>
              <a:t>thiệu</a:t>
            </a:r>
            <a:r>
              <a:rPr dirty="0">
                <a:latin typeface=""/>
              </a:rPr>
              <a:t> </a:t>
            </a:r>
            <a:r>
              <a:rPr dirty="0" err="1">
                <a:latin typeface=""/>
              </a:rPr>
              <a:t>về</a:t>
            </a:r>
            <a:r>
              <a:rPr dirty="0">
                <a:latin typeface=""/>
              </a:rPr>
              <a:t> </a:t>
            </a:r>
            <a:r>
              <a:rPr dirty="0" err="1">
                <a:latin typeface=""/>
              </a:rPr>
              <a:t>LiveData</a:t>
            </a:r>
            <a:r>
              <a:rPr dirty="0">
                <a:latin typeface=""/>
              </a:rPr>
              <a:t> </a:t>
            </a:r>
            <a:r>
              <a:rPr dirty="0" err="1">
                <a:latin typeface=""/>
              </a:rPr>
              <a:t>và</a:t>
            </a:r>
            <a:r>
              <a:rPr dirty="0">
                <a:latin typeface=""/>
              </a:rPr>
              <a:t> </a:t>
            </a:r>
            <a:r>
              <a:rPr dirty="0" err="1">
                <a:latin typeface=""/>
              </a:rPr>
              <a:t>RxJava</a:t>
            </a:r>
            <a:r>
              <a:rPr dirty="0">
                <a:latin typeface=""/>
              </a:rPr>
              <a:t>/</a:t>
            </a:r>
            <a:r>
              <a:rPr dirty="0" err="1">
                <a:latin typeface=""/>
              </a:rPr>
              <a:t>RxKotlin</a:t>
            </a:r>
            <a:endParaRPr dirty="0">
              <a:latin typeface=""/>
            </a:endParaRP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>
          <a:xfrm>
            <a:off x="6585988" y="1220642"/>
            <a:ext cx="5189735" cy="4999536"/>
          </a:xfrm>
        </p:spPr>
      </p:pic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16277" y="1410707"/>
            <a:ext cx="5510390" cy="4809471"/>
          </a:xfrm>
        </p:spPr>
        <p:txBody>
          <a:bodyPr>
            <a:noAutofit/>
          </a:bodyPr>
          <a:lstStyle/>
          <a:p>
            <a:pPr indent="0">
              <a:spcBef>
                <a:spcPts val="600"/>
              </a:spcBef>
              <a:spcAft>
                <a:spcPts val="600"/>
              </a:spcAft>
            </a:pPr>
            <a:r>
              <a:rPr sz="2200" b="1" dirty="0" err="1">
                <a:latin typeface=""/>
              </a:rPr>
              <a:t>Tổng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quan</a:t>
            </a:r>
            <a:r>
              <a:rPr sz="2200" b="1" dirty="0">
                <a:latin typeface=""/>
              </a:rPr>
              <a:t>:</a:t>
            </a:r>
          </a:p>
          <a:p>
            <a:pPr marL="0" lvl="2" indent="-228600">
              <a:spcBef>
                <a:spcPts val="600"/>
              </a:spcBef>
              <a:spcAft>
                <a:spcPts val="600"/>
              </a:spcAft>
            </a:pPr>
            <a:r>
              <a:rPr lang="vi-VN" sz="2200" b="1" dirty="0">
                <a:latin typeface=""/>
              </a:rPr>
              <a:t>LiveData</a:t>
            </a:r>
            <a:r>
              <a:rPr lang="vi-VN" sz="2200" dirty="0">
                <a:latin typeface=""/>
              </a:rPr>
              <a:t>: Thành phần thuộc bộ Android Architecture Components (Jetpack), là một </a:t>
            </a:r>
            <a:r>
              <a:rPr lang="vi-VN" sz="2200" dirty="0">
                <a:solidFill>
                  <a:schemeClr val="accent1"/>
                </a:solidFill>
                <a:latin typeface=""/>
              </a:rPr>
              <a:t>observable data holder</a:t>
            </a:r>
            <a:r>
              <a:rPr lang="vi-VN" sz="2200" dirty="0">
                <a:latin typeface=""/>
              </a:rPr>
              <a:t>, giúp cập nhật giao diện người dùng tự động khi dữ liệu thay đổi</a:t>
            </a:r>
          </a:p>
          <a:p>
            <a:pPr marL="0" lvl="2" indent="-228600">
              <a:spcBef>
                <a:spcPts val="600"/>
              </a:spcBef>
              <a:spcAft>
                <a:spcPts val="600"/>
              </a:spcAft>
            </a:pPr>
            <a:r>
              <a:rPr lang="vi-VN" sz="2200" b="1" dirty="0">
                <a:latin typeface=""/>
              </a:rPr>
              <a:t>RxJava/RxKotlin</a:t>
            </a:r>
            <a:r>
              <a:rPr lang="vi-VN" sz="2200" dirty="0">
                <a:latin typeface=""/>
              </a:rPr>
              <a:t>: Thư viện lập trình phản ứng (</a:t>
            </a:r>
            <a:r>
              <a:rPr lang="vi-VN" sz="2200" dirty="0">
                <a:solidFill>
                  <a:schemeClr val="accent1"/>
                </a:solidFill>
                <a:latin typeface=""/>
              </a:rPr>
              <a:t>Reactive Programming</a:t>
            </a:r>
            <a:r>
              <a:rPr lang="vi-VN" sz="2200" dirty="0">
                <a:latin typeface=""/>
              </a:rPr>
              <a:t>), hỗ trợ xử lý bất đồng bộ và lập trình hàm, cho phép điều phối luồng dữ liệu, xử lý lỗi và kết hợp nguồn dữ liệu.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E03E-901E-5833-6140-BE45860D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7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C412679-5C51-EC7A-AFED-2C0D2A26C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25865"/>
            <a:ext cx="5213350" cy="549275"/>
          </a:xfrm>
        </p:spPr>
        <p:txBody>
          <a:bodyPr/>
          <a:lstStyle/>
          <a:p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khái</a:t>
            </a:r>
            <a:r>
              <a:rPr dirty="0"/>
              <a:t> </a:t>
            </a:r>
            <a:r>
              <a:rPr dirty="0" err="1"/>
              <a:t>niệm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LiveData</a:t>
            </a:r>
            <a:endParaRPr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D716899-E5DA-3B5A-D54A-4F142F1F8A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8343" y="1379511"/>
            <a:ext cx="11388713" cy="4603600"/>
          </a:xfrm>
        </p:spPr>
        <p:txBody>
          <a:bodyPr>
            <a:noAutofit/>
          </a:bodyPr>
          <a:lstStyle/>
          <a:p>
            <a:pPr marL="571500" lvl="2" indent="-342900">
              <a:spcBef>
                <a:spcPts val="600"/>
              </a:spcBef>
              <a:spcAft>
                <a:spcPts val="600"/>
              </a:spcAft>
            </a:pPr>
            <a:r>
              <a:rPr sz="2200" b="1" dirty="0" err="1">
                <a:latin typeface=""/>
              </a:rPr>
              <a:t>LiveData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là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gì</a:t>
            </a:r>
            <a:r>
              <a:rPr sz="2200" b="1" dirty="0">
                <a:latin typeface=""/>
              </a:rPr>
              <a:t>?</a:t>
            </a:r>
            <a:endParaRPr lang="en-US" sz="2200" b="1" dirty="0">
              <a:latin typeface=""/>
            </a:endParaRPr>
          </a:p>
          <a:p>
            <a:pPr marL="571500" lvl="2" indent="-342900">
              <a:spcBef>
                <a:spcPts val="600"/>
              </a:spcBef>
              <a:spcAft>
                <a:spcPts val="600"/>
              </a:spcAft>
            </a:pPr>
            <a:endParaRPr lang="en-VN" sz="2200" b="1" dirty="0">
              <a:latin typeface=""/>
            </a:endParaRPr>
          </a:p>
          <a:p>
            <a:pPr marL="571500" lvl="2" indent="-342900">
              <a:spcBef>
                <a:spcPts val="600"/>
              </a:spcBef>
              <a:spcAft>
                <a:spcPts val="600"/>
              </a:spcAft>
            </a:pPr>
            <a:endParaRPr sz="2200" dirty="0">
              <a:latin typeface=""/>
            </a:endParaRPr>
          </a:p>
          <a:p>
            <a:pPr marL="457200" lvl="3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2200" dirty="0" err="1">
                <a:latin typeface=""/>
              </a:rPr>
              <a:t>Là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một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đối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tượng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có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thể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quan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sát</a:t>
            </a:r>
            <a:r>
              <a:rPr lang="en-US" sz="2200" dirty="0">
                <a:latin typeface=""/>
              </a:rPr>
              <a:t> (</a:t>
            </a:r>
            <a:r>
              <a:rPr lang="en-US" sz="2200" b="1" dirty="0">
                <a:latin typeface=""/>
              </a:rPr>
              <a:t>observable data holder</a:t>
            </a:r>
            <a:r>
              <a:rPr lang="en-US" sz="2200" dirty="0">
                <a:latin typeface=""/>
              </a:rPr>
              <a:t>) </a:t>
            </a:r>
            <a:r>
              <a:rPr lang="en-US" sz="2200" dirty="0" err="1">
                <a:latin typeface=""/>
              </a:rPr>
              <a:t>và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có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khả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năng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nhận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biết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vòng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đời</a:t>
            </a:r>
            <a:r>
              <a:rPr lang="en-US" sz="2200" dirty="0">
                <a:latin typeface=""/>
              </a:rPr>
              <a:t> (</a:t>
            </a:r>
            <a:r>
              <a:rPr lang="en-US" sz="2200" b="1" dirty="0">
                <a:latin typeface=""/>
              </a:rPr>
              <a:t>lifecycle-aware)</a:t>
            </a:r>
          </a:p>
          <a:p>
            <a:pPr marL="457200" lvl="3" indent="0">
              <a:spcBef>
                <a:spcPts val="600"/>
              </a:spcBef>
              <a:spcAft>
                <a:spcPts val="600"/>
              </a:spcAft>
              <a:buNone/>
            </a:pPr>
            <a:endParaRPr lang="en-VN" sz="2200" dirty="0">
              <a:latin typeface=""/>
            </a:endParaRPr>
          </a:p>
          <a:p>
            <a:pPr marL="457200" lvl="3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 err="1">
                <a:latin typeface=""/>
              </a:rPr>
              <a:t>G</a:t>
            </a:r>
            <a:r>
              <a:rPr sz="2200" dirty="0" err="1">
                <a:latin typeface=""/>
              </a:rPr>
              <a:t>iúp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xây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dựng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giao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diện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người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dùng</a:t>
            </a:r>
            <a:r>
              <a:rPr sz="2200" dirty="0">
                <a:latin typeface=""/>
              </a:rPr>
              <a:t> </a:t>
            </a:r>
            <a:r>
              <a:rPr sz="2200" b="1" dirty="0" err="1">
                <a:latin typeface=""/>
              </a:rPr>
              <a:t>động</a:t>
            </a:r>
            <a:r>
              <a:rPr lang="en-US" sz="2200" b="1" dirty="0">
                <a:latin typeface=""/>
              </a:rPr>
              <a:t>, </a:t>
            </a:r>
            <a:r>
              <a:rPr lang="en-US" sz="2200" dirty="0" err="1">
                <a:latin typeface=""/>
              </a:rPr>
              <a:t>đảm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bảo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dữ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liệu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khớp</a:t>
            </a:r>
            <a:r>
              <a:rPr lang="en-US" sz="2200" dirty="0">
                <a:latin typeface=""/>
              </a:rPr>
              <a:t> </a:t>
            </a:r>
            <a:r>
              <a:rPr lang="en-US" sz="2200" dirty="0" err="1">
                <a:latin typeface=""/>
              </a:rPr>
              <a:t>với</a:t>
            </a:r>
            <a:r>
              <a:rPr lang="en-US" sz="2200" dirty="0">
                <a:latin typeface=""/>
              </a:rPr>
              <a:t> UI.</a:t>
            </a:r>
            <a:endParaRPr sz="2200" dirty="0">
              <a:latin typeface="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7B51BD-19C1-DC14-25DC-52ED698A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92201-0573-5F63-EA26-15F841C6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image.png">
            <a:extLst>
              <a:ext uri="{FF2B5EF4-FFF2-40B4-BE49-F238E27FC236}">
                <a16:creationId xmlns:a16="http://schemas.microsoft.com/office/drawing/2014/main" id="{A7FEA58F-6316-25EF-80F3-9E3F10DBE0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>
          <a:xfrm>
            <a:off x="7487921" y="365125"/>
            <a:ext cx="4530090" cy="5588000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CD80A67-194B-1D92-FAE7-600AD7E6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25865"/>
            <a:ext cx="5213350" cy="549275"/>
          </a:xfrm>
        </p:spPr>
        <p:txBody>
          <a:bodyPr/>
          <a:lstStyle/>
          <a:p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khái</a:t>
            </a:r>
            <a:r>
              <a:rPr dirty="0"/>
              <a:t> </a:t>
            </a:r>
            <a:r>
              <a:rPr dirty="0" err="1"/>
              <a:t>niệm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LiveData</a:t>
            </a:r>
            <a:endParaRPr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591DE-BD67-D6F4-2D41-9C57041920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1731" y="1119866"/>
            <a:ext cx="6528706" cy="4976133"/>
          </a:xfrm>
        </p:spPr>
        <p:txBody>
          <a:bodyPr>
            <a:noAutofit/>
          </a:bodyPr>
          <a:lstStyle/>
          <a:p>
            <a:pPr marL="457200" lvl="2" indent="-228600">
              <a:spcBef>
                <a:spcPts val="600"/>
              </a:spcBef>
              <a:spcAft>
                <a:spcPts val="600"/>
              </a:spcAft>
            </a:pPr>
            <a:r>
              <a:rPr sz="2200" b="1" dirty="0" err="1"/>
              <a:t>Tính</a:t>
            </a:r>
            <a:r>
              <a:rPr sz="2200" b="1" dirty="0"/>
              <a:t> </a:t>
            </a:r>
            <a:r>
              <a:rPr sz="2200" b="1" dirty="0" err="1"/>
              <a:t>năng</a:t>
            </a:r>
            <a:r>
              <a:rPr sz="2200" b="1" dirty="0"/>
              <a:t> </a:t>
            </a:r>
            <a:r>
              <a:rPr sz="2200" b="1" dirty="0" err="1"/>
              <a:t>nhận</a:t>
            </a:r>
            <a:r>
              <a:rPr sz="2200" b="1" dirty="0"/>
              <a:t> </a:t>
            </a:r>
            <a:r>
              <a:rPr sz="2200" b="1" dirty="0" err="1"/>
              <a:t>biết</a:t>
            </a:r>
            <a:r>
              <a:rPr sz="2200" b="1" dirty="0"/>
              <a:t> </a:t>
            </a:r>
            <a:r>
              <a:rPr sz="2200" b="1" dirty="0" err="1"/>
              <a:t>vòng</a:t>
            </a:r>
            <a:r>
              <a:rPr sz="2200" b="1" dirty="0"/>
              <a:t> </a:t>
            </a:r>
            <a:r>
              <a:rPr sz="2200" b="1" dirty="0" err="1"/>
              <a:t>đời</a:t>
            </a:r>
            <a:r>
              <a:rPr sz="2200" b="1" dirty="0"/>
              <a:t>:</a:t>
            </a:r>
            <a:endParaRPr lang="en-US" sz="2200" b="1" dirty="0"/>
          </a:p>
          <a:p>
            <a:pPr marL="228600" lvl="2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VN" sz="2200" dirty="0"/>
              <a:t>Vì LiveData là một </a:t>
            </a:r>
            <a:r>
              <a:rPr lang="en-VN" sz="2200" b="1" dirty="0"/>
              <a:t>lifecycle-aware</a:t>
            </a:r>
          </a:p>
          <a:p>
            <a:pPr marL="228600" lvl="2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200" dirty="0"/>
          </a:p>
          <a:p>
            <a:pPr marL="228600" lvl="2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/>
              <a:t>Tôn </a:t>
            </a:r>
            <a:r>
              <a:rPr lang="en-US" sz="2200" b="1" dirty="0" err="1"/>
              <a:t>trọng</a:t>
            </a:r>
            <a:r>
              <a:rPr lang="en-US" sz="2200" b="1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b="1" dirty="0" err="1"/>
              <a:t>t</a:t>
            </a:r>
            <a:r>
              <a:rPr sz="2200" b="1" dirty="0" err="1"/>
              <a:t>ự</a:t>
            </a:r>
            <a:r>
              <a:rPr sz="2200" b="1" dirty="0"/>
              <a:t> </a:t>
            </a:r>
            <a:r>
              <a:rPr sz="2200" b="1" dirty="0" err="1"/>
              <a:t>động</a:t>
            </a:r>
            <a:r>
              <a:rPr lang="en-US" sz="2200" b="1" dirty="0"/>
              <a:t> </a:t>
            </a:r>
            <a:r>
              <a:rPr lang="en-US" sz="2200" b="1" dirty="0" err="1"/>
              <a:t>phản</a:t>
            </a:r>
            <a:r>
              <a:rPr lang="en-US" sz="2200" b="1" dirty="0"/>
              <a:t> </a:t>
            </a:r>
            <a:r>
              <a:rPr lang="en-US" sz="2200" b="1" dirty="0" err="1"/>
              <a:t>ứng</a:t>
            </a:r>
            <a:r>
              <a:rPr lang="en-US" sz="2200" b="1" dirty="0"/>
              <a:t> </a:t>
            </a:r>
            <a:r>
              <a:rPr lang="en-US" sz="2200" dirty="0" err="1"/>
              <a:t>theo</a:t>
            </a:r>
            <a:r>
              <a:rPr sz="2200" dirty="0"/>
              <a:t> </a:t>
            </a:r>
            <a:r>
              <a:rPr lang="en-US" sz="2200" dirty="0" err="1"/>
              <a:t>trạng</a:t>
            </a:r>
            <a:r>
              <a:rPr lang="en-US" sz="2200" dirty="0"/>
              <a:t> </a:t>
            </a:r>
            <a:r>
              <a:rPr lang="en-US" sz="2200" dirty="0" err="1"/>
              <a:t>thái</a:t>
            </a:r>
            <a:r>
              <a:rPr lang="en-US" sz="2200" dirty="0"/>
              <a:t> </a:t>
            </a:r>
            <a:r>
              <a:rPr lang="en-US" sz="2200" dirty="0" err="1"/>
              <a:t>vòng</a:t>
            </a:r>
            <a:r>
              <a:rPr lang="en-US" sz="2200" dirty="0"/>
              <a:t> </a:t>
            </a:r>
            <a:r>
              <a:rPr lang="en-US" sz="2200" dirty="0" err="1"/>
              <a:t>đời</a:t>
            </a:r>
            <a:r>
              <a:rPr lang="en-US" sz="2200" dirty="0"/>
              <a:t> </a:t>
            </a:r>
            <a:r>
              <a:rPr sz="2200" dirty="0" err="1"/>
              <a:t>của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thành</a:t>
            </a:r>
            <a:r>
              <a:rPr sz="2200" dirty="0"/>
              <a:t> </a:t>
            </a:r>
            <a:r>
              <a:rPr sz="2200" dirty="0" err="1"/>
              <a:t>phần</a:t>
            </a:r>
            <a:r>
              <a:rPr sz="2200" dirty="0"/>
              <a:t> </a:t>
            </a:r>
            <a:r>
              <a:rPr sz="2200" dirty="0" err="1"/>
              <a:t>giao</a:t>
            </a:r>
            <a:r>
              <a:rPr sz="2200" dirty="0"/>
              <a:t> </a:t>
            </a:r>
            <a:r>
              <a:rPr sz="2200" dirty="0" err="1"/>
              <a:t>diện</a:t>
            </a:r>
            <a:r>
              <a:rPr sz="2200" dirty="0"/>
              <a:t> </a:t>
            </a:r>
            <a:r>
              <a:rPr sz="2200" dirty="0" err="1"/>
              <a:t>như</a:t>
            </a:r>
            <a:r>
              <a:rPr sz="2200" dirty="0"/>
              <a:t> Activity</a:t>
            </a:r>
            <a:r>
              <a:rPr lang="en-US" sz="2200" dirty="0"/>
              <a:t>, </a:t>
            </a:r>
            <a:r>
              <a:rPr sz="2200" dirty="0"/>
              <a:t>Fragment</a:t>
            </a:r>
            <a:r>
              <a:rPr lang="en-US" sz="2200" dirty="0"/>
              <a:t>, ...</a:t>
            </a:r>
          </a:p>
          <a:p>
            <a:pPr marL="228600" lvl="2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200" dirty="0"/>
          </a:p>
          <a:p>
            <a:pPr marL="228600" lvl="2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 err="1"/>
              <a:t>Chỉ</a:t>
            </a:r>
            <a:r>
              <a:rPr lang="en-US" sz="2200" b="1" dirty="0"/>
              <a:t> </a:t>
            </a:r>
            <a:r>
              <a:rPr lang="en-US" sz="2200" b="1" dirty="0" err="1"/>
              <a:t>gửi</a:t>
            </a:r>
            <a:r>
              <a:rPr lang="en-US" sz="2200" b="1" dirty="0"/>
              <a:t> </a:t>
            </a:r>
            <a:r>
              <a:rPr lang="en-US" sz="2200" b="1" dirty="0" err="1"/>
              <a:t>các</a:t>
            </a:r>
            <a:r>
              <a:rPr lang="en-US" sz="2200" b="1" dirty="0"/>
              <a:t> </a:t>
            </a:r>
            <a:r>
              <a:rPr lang="en-US" sz="2200" b="1" dirty="0" err="1"/>
              <a:t>thay</a:t>
            </a:r>
            <a:r>
              <a:rPr lang="en-US" sz="2200" b="1" dirty="0"/>
              <a:t> </a:t>
            </a:r>
            <a:r>
              <a:rPr lang="en-US" sz="2200" b="1" dirty="0" err="1"/>
              <a:t>đổi</a:t>
            </a:r>
            <a:r>
              <a:rPr lang="en-US" sz="2200" b="1" dirty="0"/>
              <a:t> </a:t>
            </a:r>
            <a:r>
              <a:rPr lang="en-US" sz="2200" b="1" dirty="0" err="1"/>
              <a:t>của</a:t>
            </a:r>
            <a:r>
              <a:rPr lang="en-US" sz="2200" b="1" dirty="0"/>
              <a:t> </a:t>
            </a:r>
            <a:r>
              <a:rPr lang="en-US" sz="2200" b="1" dirty="0" err="1"/>
              <a:t>dữ</a:t>
            </a:r>
            <a:r>
              <a:rPr lang="en-US" sz="2200" b="1" dirty="0"/>
              <a:t> </a:t>
            </a:r>
            <a:r>
              <a:rPr lang="en-US" sz="2200" b="1" dirty="0" err="1"/>
              <a:t>liệu</a:t>
            </a:r>
            <a:r>
              <a:rPr lang="en-US" sz="2200" b="1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b="1" dirty="0"/>
              <a:t>Observer</a:t>
            </a:r>
            <a:r>
              <a:rPr lang="en-US" sz="2200" dirty="0"/>
              <a:t> </a:t>
            </a:r>
            <a:r>
              <a:rPr lang="en-US" sz="2200" dirty="0" err="1"/>
              <a:t>khi</a:t>
            </a:r>
            <a:r>
              <a:rPr lang="en-US" sz="2200" dirty="0"/>
              <a:t> Activity/Fragment </a:t>
            </a:r>
            <a:r>
              <a:rPr lang="en-US" sz="2200" dirty="0" err="1"/>
              <a:t>ở</a:t>
            </a:r>
            <a:r>
              <a:rPr lang="en-US" sz="2200" dirty="0"/>
              <a:t> </a:t>
            </a:r>
            <a:r>
              <a:rPr lang="en-US" sz="2200" dirty="0" err="1"/>
              <a:t>trạng</a:t>
            </a:r>
            <a:r>
              <a:rPr lang="en-US" sz="2200" dirty="0"/>
              <a:t> </a:t>
            </a:r>
            <a:r>
              <a:rPr lang="en-US" sz="2200" dirty="0" err="1"/>
              <a:t>thái</a:t>
            </a:r>
            <a:r>
              <a:rPr lang="en-US" sz="2200" dirty="0"/>
              <a:t> </a:t>
            </a:r>
            <a:r>
              <a:rPr lang="en-US" sz="2200" b="1" dirty="0"/>
              <a:t>Active </a:t>
            </a:r>
            <a:r>
              <a:rPr lang="en-US" sz="2200" dirty="0"/>
              <a:t>(STARTED/RESUMED)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29B72-A64F-5876-5B88-4253DEA1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6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325" y="365125"/>
            <a:ext cx="5213350" cy="549275"/>
          </a:xfrm>
        </p:spPr>
        <p:txBody>
          <a:bodyPr/>
          <a:lstStyle/>
          <a:p>
            <a:r>
              <a:rPr dirty="0"/>
              <a:t>Lợi </a:t>
            </a:r>
            <a:r>
              <a:rPr dirty="0" err="1"/>
              <a:t>ích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LiveData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106385" y="1319213"/>
            <a:ext cx="8343900" cy="4122032"/>
          </a:xfrm>
        </p:spPr>
        <p:txBody>
          <a:bodyPr>
            <a:noAutofit/>
          </a:bodyPr>
          <a:lstStyle/>
          <a:p>
            <a:pPr marL="0" indent="0"/>
            <a:r>
              <a:rPr sz="2200" dirty="0"/>
              <a:t>Lợi </a:t>
            </a:r>
            <a:r>
              <a:rPr sz="2200" dirty="0" err="1"/>
              <a:t>ích</a:t>
            </a:r>
            <a:r>
              <a:rPr sz="2200" dirty="0"/>
              <a:t> </a:t>
            </a:r>
            <a:r>
              <a:rPr sz="2200" dirty="0" err="1"/>
              <a:t>chính</a:t>
            </a:r>
            <a:r>
              <a:rPr sz="2200" dirty="0"/>
              <a:t>:</a:t>
            </a:r>
          </a:p>
          <a:p>
            <a:pPr marL="457200" lvl="2" indent="-228600"/>
            <a:r>
              <a:rPr sz="2200" b="1" dirty="0"/>
              <a:t>Quản </a:t>
            </a:r>
            <a:r>
              <a:rPr sz="2200" b="1" dirty="0" err="1"/>
              <a:t>lý</a:t>
            </a:r>
            <a:r>
              <a:rPr sz="2200" b="1" dirty="0"/>
              <a:t> </a:t>
            </a:r>
            <a:r>
              <a:rPr sz="2200" b="1" dirty="0" err="1"/>
              <a:t>vòng</a:t>
            </a:r>
            <a:r>
              <a:rPr sz="2200" b="1" dirty="0"/>
              <a:t> </a:t>
            </a:r>
            <a:r>
              <a:rPr sz="2200" b="1" dirty="0" err="1"/>
              <a:t>đời</a:t>
            </a:r>
            <a:r>
              <a:rPr sz="2200" b="1" dirty="0"/>
              <a:t> </a:t>
            </a:r>
            <a:r>
              <a:rPr sz="2200" b="1" dirty="0" err="1"/>
              <a:t>tự</a:t>
            </a:r>
            <a:r>
              <a:rPr sz="2200" b="1" dirty="0"/>
              <a:t> </a:t>
            </a:r>
            <a:r>
              <a:rPr sz="2200" b="1" dirty="0" err="1"/>
              <a:t>động</a:t>
            </a:r>
            <a:r>
              <a:rPr sz="2200" dirty="0"/>
              <a:t>: </a:t>
            </a:r>
            <a:r>
              <a:rPr sz="2200" dirty="0" err="1"/>
              <a:t>LiveData</a:t>
            </a:r>
            <a:r>
              <a:rPr sz="2200" dirty="0"/>
              <a:t> </a:t>
            </a:r>
            <a:r>
              <a:rPr sz="2200" dirty="0" err="1"/>
              <a:t>tự</a:t>
            </a:r>
            <a:r>
              <a:rPr sz="2200" dirty="0"/>
              <a:t> </a:t>
            </a:r>
            <a:r>
              <a:rPr sz="2200" dirty="0" err="1"/>
              <a:t>động</a:t>
            </a:r>
            <a:r>
              <a:rPr sz="2200" dirty="0"/>
              <a:t> </a:t>
            </a:r>
            <a:r>
              <a:rPr lang="en-US" sz="2200" dirty="0" err="1"/>
              <a:t>phản</a:t>
            </a:r>
            <a:r>
              <a:rPr lang="en-US" sz="2200" dirty="0"/>
              <a:t> </a:t>
            </a:r>
            <a:r>
              <a:rPr lang="en-US" sz="2200" dirty="0" err="1"/>
              <a:t>ứng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sz="2200" dirty="0"/>
              <a:t> </a:t>
            </a:r>
            <a:r>
              <a:rPr lang="en-US" sz="2200" dirty="0"/>
              <a:t>lifecycle </a:t>
            </a:r>
            <a:r>
              <a:rPr sz="2200" dirty="0" err="1"/>
              <a:t>của</a:t>
            </a:r>
            <a:r>
              <a:rPr sz="2200" dirty="0"/>
              <a:t> Activity </a:t>
            </a:r>
            <a:r>
              <a:rPr sz="2200" dirty="0" err="1"/>
              <a:t>hoặc</a:t>
            </a:r>
            <a:r>
              <a:rPr sz="2200" dirty="0"/>
              <a:t> Fragment.</a:t>
            </a:r>
            <a:endParaRPr lang="vi-VN" sz="2200" dirty="0"/>
          </a:p>
          <a:p>
            <a:pPr marL="228600" lvl="2" indent="0">
              <a:buNone/>
            </a:pPr>
            <a:endParaRPr sz="2200" dirty="0"/>
          </a:p>
          <a:p>
            <a:pPr marL="457200" lvl="2" indent="-228600"/>
            <a:r>
              <a:rPr sz="2200" b="1" dirty="0" err="1"/>
              <a:t>Giảm</a:t>
            </a:r>
            <a:r>
              <a:rPr sz="2200" b="1" dirty="0"/>
              <a:t> </a:t>
            </a:r>
            <a:r>
              <a:rPr sz="2200" b="1" dirty="0" err="1"/>
              <a:t>rò</a:t>
            </a:r>
            <a:r>
              <a:rPr sz="2200" b="1" dirty="0"/>
              <a:t> </a:t>
            </a:r>
            <a:r>
              <a:rPr sz="2200" b="1" dirty="0" err="1"/>
              <a:t>rỉ</a:t>
            </a:r>
            <a:r>
              <a:rPr sz="2200" b="1" dirty="0"/>
              <a:t> </a:t>
            </a:r>
            <a:r>
              <a:rPr sz="2200" b="1" dirty="0" err="1"/>
              <a:t>bộ</a:t>
            </a:r>
            <a:r>
              <a:rPr sz="2200" b="1" dirty="0"/>
              <a:t> </a:t>
            </a:r>
            <a:r>
              <a:rPr sz="2200" b="1" dirty="0" err="1"/>
              <a:t>nhớ</a:t>
            </a:r>
            <a:r>
              <a:rPr sz="2200" dirty="0"/>
              <a:t>:</a:t>
            </a:r>
            <a:r>
              <a:rPr lang="en-US" sz="2200" dirty="0"/>
              <a:t> Khi </a:t>
            </a:r>
            <a:r>
              <a:rPr lang="en-US" sz="2200" dirty="0" err="1"/>
              <a:t>một</a:t>
            </a:r>
            <a:r>
              <a:rPr lang="en-US" sz="2200" dirty="0"/>
              <a:t> Activity </a:t>
            </a:r>
            <a:r>
              <a:rPr lang="en-US" sz="2200" dirty="0" err="1"/>
              <a:t>hoặc</a:t>
            </a:r>
            <a:r>
              <a:rPr lang="en-US" sz="2200" dirty="0"/>
              <a:t> Fragment </a:t>
            </a:r>
            <a:r>
              <a:rPr lang="en-US" sz="2200" dirty="0" err="1"/>
              <a:t>bị</a:t>
            </a:r>
            <a:r>
              <a:rPr lang="en-US" sz="2200" dirty="0"/>
              <a:t> </a:t>
            </a:r>
            <a:r>
              <a:rPr lang="en-US" sz="2200" b="1" dirty="0"/>
              <a:t>DESTROYED</a:t>
            </a:r>
            <a:r>
              <a:rPr sz="2200" dirty="0"/>
              <a:t>, </a:t>
            </a:r>
            <a:r>
              <a:rPr sz="2200" dirty="0" err="1"/>
              <a:t>LiveData</a:t>
            </a:r>
            <a:r>
              <a:rPr lang="en-US" sz="2200" dirty="0"/>
              <a:t> </a:t>
            </a:r>
            <a:r>
              <a:rPr lang="en-US" sz="2200" dirty="0" err="1"/>
              <a:t>sẽ</a:t>
            </a:r>
            <a:r>
              <a:rPr lang="en-US" sz="2200" dirty="0"/>
              <a:t> </a:t>
            </a:r>
            <a:r>
              <a:rPr lang="en-US" sz="2200" b="1" dirty="0" err="1"/>
              <a:t>tự</a:t>
            </a:r>
            <a:r>
              <a:rPr lang="en-US" sz="2200" b="1" dirty="0"/>
              <a:t> </a:t>
            </a:r>
            <a:r>
              <a:rPr lang="en-US" sz="2200" b="1" dirty="0" err="1"/>
              <a:t>loại</a:t>
            </a:r>
            <a:r>
              <a:rPr lang="en-US" sz="2200" b="1" dirty="0"/>
              <a:t> </a:t>
            </a:r>
            <a:r>
              <a:rPr lang="en-US" sz="2200" b="1" dirty="0" err="1"/>
              <a:t>bỏ</a:t>
            </a:r>
            <a:r>
              <a:rPr lang="en-US" sz="2200" b="1" dirty="0"/>
              <a:t> </a:t>
            </a:r>
            <a:r>
              <a:rPr lang="en-US" sz="2200" dirty="0"/>
              <a:t>Observer </a:t>
            </a:r>
            <a:r>
              <a:rPr lang="en-US" sz="2200" dirty="0" err="1"/>
              <a:t>đó</a:t>
            </a:r>
            <a:r>
              <a:rPr sz="2200" dirty="0"/>
              <a:t>.</a:t>
            </a:r>
            <a:endParaRPr lang="vi-VN" sz="2200" dirty="0"/>
          </a:p>
          <a:p>
            <a:pPr marL="228600" lvl="2" indent="0">
              <a:buNone/>
            </a:pPr>
            <a:endParaRPr sz="2200" dirty="0"/>
          </a:p>
          <a:p>
            <a:pPr marL="457200" lvl="2" indent="-228600"/>
            <a:r>
              <a:rPr sz="2200" b="1" dirty="0" err="1"/>
              <a:t>Dễ</a:t>
            </a:r>
            <a:r>
              <a:rPr sz="2200" b="1" dirty="0"/>
              <a:t> </a:t>
            </a:r>
            <a:r>
              <a:rPr sz="2200" b="1" dirty="0" err="1"/>
              <a:t>dàng</a:t>
            </a:r>
            <a:r>
              <a:rPr sz="2200" b="1" dirty="0"/>
              <a:t> </a:t>
            </a:r>
            <a:r>
              <a:rPr sz="2200" b="1" dirty="0" err="1"/>
              <a:t>tích</a:t>
            </a:r>
            <a:r>
              <a:rPr sz="2200" b="1" dirty="0"/>
              <a:t> </a:t>
            </a:r>
            <a:r>
              <a:rPr sz="2200" b="1" dirty="0" err="1"/>
              <a:t>hợp</a:t>
            </a:r>
            <a:r>
              <a:rPr sz="2200" b="1" dirty="0"/>
              <a:t> </a:t>
            </a:r>
            <a:r>
              <a:rPr sz="2200" b="1" dirty="0" err="1"/>
              <a:t>với</a:t>
            </a:r>
            <a:r>
              <a:rPr sz="2200" b="1" dirty="0"/>
              <a:t> ViewModel</a:t>
            </a:r>
            <a:r>
              <a:rPr sz="2200" dirty="0"/>
              <a:t>: </a:t>
            </a:r>
            <a:r>
              <a:rPr sz="2200" dirty="0" err="1"/>
              <a:t>LiveData</a:t>
            </a:r>
            <a:r>
              <a:rPr sz="2200" dirty="0"/>
              <a:t> </a:t>
            </a:r>
            <a:r>
              <a:rPr sz="2200" dirty="0" err="1"/>
              <a:t>hoạt</a:t>
            </a:r>
            <a:r>
              <a:rPr sz="2200" dirty="0"/>
              <a:t> </a:t>
            </a:r>
            <a:r>
              <a:rPr sz="2200" dirty="0" err="1"/>
              <a:t>động</a:t>
            </a:r>
            <a:r>
              <a:rPr sz="2200" dirty="0"/>
              <a:t> </a:t>
            </a:r>
            <a:r>
              <a:rPr sz="2200" dirty="0" err="1"/>
              <a:t>tốt</a:t>
            </a:r>
            <a:r>
              <a:rPr sz="2200" dirty="0"/>
              <a:t> </a:t>
            </a:r>
            <a:r>
              <a:rPr sz="2200" dirty="0" err="1"/>
              <a:t>với</a:t>
            </a:r>
            <a:r>
              <a:rPr sz="2200" dirty="0"/>
              <a:t> </a:t>
            </a:r>
            <a:r>
              <a:rPr sz="2200" b="1" dirty="0"/>
              <a:t>ViewModel</a:t>
            </a:r>
            <a:r>
              <a:rPr sz="2200" dirty="0"/>
              <a:t> </a:t>
            </a:r>
            <a:r>
              <a:rPr sz="2200" dirty="0" err="1"/>
              <a:t>để</a:t>
            </a:r>
            <a:r>
              <a:rPr sz="2200" dirty="0"/>
              <a:t> </a:t>
            </a:r>
            <a:r>
              <a:rPr sz="2200" dirty="0" err="1"/>
              <a:t>giữ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trong</a:t>
            </a:r>
            <a:r>
              <a:rPr sz="2200" dirty="0"/>
              <a:t> </a:t>
            </a:r>
            <a:r>
              <a:rPr sz="2200" dirty="0" err="1"/>
              <a:t>suốt</a:t>
            </a:r>
            <a:r>
              <a:rPr sz="2200" dirty="0"/>
              <a:t> </a:t>
            </a:r>
            <a:r>
              <a:rPr sz="2200" dirty="0" err="1"/>
              <a:t>vòng</a:t>
            </a:r>
            <a:r>
              <a:rPr sz="2200" dirty="0"/>
              <a:t> </a:t>
            </a:r>
            <a:r>
              <a:rPr sz="2200" dirty="0" err="1"/>
              <a:t>đời</a:t>
            </a:r>
            <a:r>
              <a:rPr sz="2200" dirty="0"/>
              <a:t> </a:t>
            </a:r>
            <a:r>
              <a:rPr sz="2200" dirty="0" err="1"/>
              <a:t>của</a:t>
            </a:r>
            <a:r>
              <a:rPr sz="2200" dirty="0"/>
              <a:t> Activity.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EFF7-6EC2-639B-C425-7D97234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8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1D22-527A-9ED1-E351-C6B13DB9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180068"/>
            <a:ext cx="10198100" cy="701675"/>
          </a:xfrm>
        </p:spPr>
        <p:txBody>
          <a:bodyPr/>
          <a:lstStyle/>
          <a:p>
            <a:r>
              <a:rPr lang="vi-VN" sz="2200" dirty="0">
                <a:latin typeface="Aptos Display" panose="020B0004020202020204" pitchFamily="34" charset="0"/>
              </a:rPr>
              <a:t>Minh họa cách ViewModel cập nhật dữ liệu và Activity (hoặc Fragment) quan sát dữ liệu đó một cách an toàn.</a:t>
            </a:r>
            <a:br>
              <a:rPr lang="en-US" sz="2200" dirty="0">
                <a:latin typeface="Aptos Display" panose="020B0004020202020204" pitchFamily="34" charset="0"/>
              </a:rPr>
            </a:b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D8E21-0348-5A3A-8526-93837C622A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030992" y="881743"/>
            <a:ext cx="8130015" cy="5796189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androidx.lifecycle.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LiveData</a:t>
            </a: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androidx.lifecycle.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MutableLiveData</a:t>
            </a: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androidx.lifecycle.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ViewModel</a:t>
            </a: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CounterViewModel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ViewModel() {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val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_count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MutableLiveData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Int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&gt;()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val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LiveData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Int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_count</a:t>
            </a:r>
            <a:b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    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Khởi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tạo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giá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trị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ban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đầu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là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0</a:t>
            </a:r>
            <a:b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init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_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900" b="1" i="1" dirty="0" err="1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US" sz="1900" b="1" i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b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en-US" sz="1900" b="1" dirty="0" err="1">
                <a:solidFill>
                  <a:srgbClr val="00627A"/>
                </a:solidFill>
                <a:effectLst/>
                <a:latin typeface="JetBrains Mono"/>
              </a:rPr>
              <a:t>incrementCount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Lấy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giá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trị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hiện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tại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, </a:t>
            </a:r>
            <a:r>
              <a:rPr lang="en-US" sz="1900" b="1" i="1" dirty="0" err="1">
                <a:solidFill>
                  <a:srgbClr val="8C8C8C"/>
                </a:solidFill>
                <a:effectLst/>
                <a:latin typeface="JetBrains Mono"/>
              </a:rPr>
              <a:t>cộng</a:t>
            </a: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1</a:t>
            </a:r>
            <a:b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900" b="1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val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currentCount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_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900" b="1" i="1" dirty="0" err="1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US" sz="1900" b="1" i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?: </a:t>
            </a:r>
            <a: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b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  <a:t>        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_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900" b="1" i="1" dirty="0" err="1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US" sz="1900" b="1" i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currentCount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BA0156-77C7-08CC-89A4-617BECCF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3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4716-B46F-15A9-CCBC-73349FC39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45F5A-EEDE-7E95-C866-A03DBB362A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59505" y="321128"/>
            <a:ext cx="9472990" cy="6316739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MainActivity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AppCompatActivity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lateinit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var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viewModel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CounterViewModel</a:t>
            </a: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lateinit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var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countTextView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TextView</a:t>
            </a: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900" b="1" dirty="0" err="1">
                <a:solidFill>
                  <a:srgbClr val="0033B3"/>
                </a:solidFill>
                <a:effectLst/>
                <a:latin typeface="JetBrains Mono"/>
              </a:rPr>
              <a:t>lateinit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 var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incrementButton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Button</a:t>
            </a:r>
            <a:endParaRPr lang="vi-VN" sz="1900" b="1" dirty="0">
              <a:solidFill>
                <a:srgbClr val="000000"/>
              </a:solidFill>
              <a:latin typeface="JetBrains Mono"/>
            </a:endParaRPr>
          </a:p>
          <a:p>
            <a:pPr>
              <a:spcBef>
                <a:spcPts val="0"/>
              </a:spcBef>
              <a:buNone/>
            </a:pPr>
            <a:b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override fun </a:t>
            </a:r>
            <a:r>
              <a:rPr lang="en-US" sz="1900" b="1" dirty="0" err="1">
                <a:solidFill>
                  <a:srgbClr val="00627A"/>
                </a:solidFill>
                <a:effectLst/>
                <a:latin typeface="JetBrains Mono"/>
              </a:rPr>
              <a:t>onCreate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savedInstanceState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Bundle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?) {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...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viewModel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ViewModelProvider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    .get(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CounterViewModel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900" b="1" i="1" dirty="0">
                <a:solidFill>
                  <a:srgbClr val="871094"/>
                </a:solidFill>
                <a:effectLst/>
                <a:latin typeface="JetBrains Mono"/>
              </a:rPr>
              <a:t>java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countTextView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findViewById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...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incrementButton</a:t>
            </a:r>
            <a:r>
              <a:rPr lang="en-US" sz="1900" b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findViewById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...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viewModel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.observe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900" b="1" dirty="0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) {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newCount</a:t>
            </a:r>
            <a:r>
              <a:rPr lang="en-US" sz="1900" b="1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countTextView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900" b="1" i="1" dirty="0" err="1">
                <a:solidFill>
                  <a:srgbClr val="871094"/>
                </a:solidFill>
                <a:effectLst/>
                <a:latin typeface="JetBrains Mono"/>
              </a:rPr>
              <a:t>text</a:t>
            </a:r>
            <a:r>
              <a:rPr lang="en-US" sz="1900" b="1" i="1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900" b="1" dirty="0">
                <a:solidFill>
                  <a:srgbClr val="067D17"/>
                </a:solidFill>
                <a:effectLst/>
                <a:latin typeface="JetBrains Mono"/>
              </a:rPr>
              <a:t>"Count: </a:t>
            </a:r>
            <a:r>
              <a:rPr lang="en-US" sz="1900" b="1" dirty="0">
                <a:solidFill>
                  <a:srgbClr val="0037A6"/>
                </a:solidFill>
                <a:effectLst/>
                <a:latin typeface="JetBrains Mono"/>
              </a:rPr>
              <a:t>$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JetBrains Mono"/>
              </a:rPr>
              <a:t>newCount</a:t>
            </a:r>
            <a:r>
              <a:rPr lang="en-US" sz="1900" b="1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br>
              <a:rPr lang="en-US" sz="1900" b="1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67D17"/>
                </a:solidFill>
                <a:effectLst/>
                <a:latin typeface="JetBrains Mono"/>
              </a:rPr>
              <a:t>       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incrementButton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.setOnClickListener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{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900" b="1" dirty="0" err="1">
                <a:solidFill>
                  <a:srgbClr val="871094"/>
                </a:solidFill>
                <a:effectLst/>
                <a:latin typeface="JetBrains Mono"/>
              </a:rPr>
              <a:t>viewModel</a:t>
            </a:r>
            <a:r>
              <a:rPr lang="en-US" sz="1900" b="1" dirty="0" err="1">
                <a:solidFill>
                  <a:srgbClr val="080808"/>
                </a:solidFill>
                <a:effectLst/>
                <a:latin typeface="JetBrains Mono"/>
              </a:rPr>
              <a:t>.incrementCount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91948-353A-8919-E4CD-D8DE7160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1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RxJava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64532" y="2729089"/>
            <a:ext cx="10062936" cy="1399822"/>
          </a:xfrm>
        </p:spPr>
        <p:txBody>
          <a:bodyPr>
            <a:noAutofit/>
          </a:bodyPr>
          <a:lstStyle/>
          <a:p>
            <a:pPr marL="228600" lvl="2" indent="0">
              <a:buNone/>
            </a:pPr>
            <a:r>
              <a:rPr sz="2200" b="1" dirty="0" err="1"/>
              <a:t>RxJava</a:t>
            </a:r>
            <a:r>
              <a:rPr sz="2200" b="1" dirty="0"/>
              <a:t> </a:t>
            </a:r>
            <a:r>
              <a:rPr sz="2200" b="1" dirty="0" err="1"/>
              <a:t>là</a:t>
            </a:r>
            <a:r>
              <a:rPr sz="2200" b="1" dirty="0"/>
              <a:t> </a:t>
            </a:r>
            <a:r>
              <a:rPr sz="2200" b="1" dirty="0" err="1"/>
              <a:t>gì</a:t>
            </a:r>
            <a:r>
              <a:rPr sz="2200" b="1" dirty="0"/>
              <a:t>?:</a:t>
            </a:r>
            <a:endParaRPr lang="en-US" sz="2200" b="1" dirty="0"/>
          </a:p>
          <a:p>
            <a:pPr marL="228600" lvl="2" indent="0">
              <a:buNone/>
            </a:pPr>
            <a:r>
              <a:rPr sz="2200" dirty="0" err="1"/>
              <a:t>RxJava</a:t>
            </a:r>
            <a:r>
              <a:rPr sz="2200" dirty="0"/>
              <a:t> </a:t>
            </a:r>
            <a:r>
              <a:rPr sz="2200" dirty="0" err="1"/>
              <a:t>là</a:t>
            </a:r>
            <a:r>
              <a:rPr sz="2200" dirty="0"/>
              <a:t> </a:t>
            </a:r>
            <a:r>
              <a:rPr sz="2200" dirty="0" err="1"/>
              <a:t>một</a:t>
            </a:r>
            <a:r>
              <a:rPr sz="2200" dirty="0"/>
              <a:t> </a:t>
            </a:r>
            <a:r>
              <a:rPr sz="2200" dirty="0" err="1"/>
              <a:t>thư</a:t>
            </a:r>
            <a:r>
              <a:rPr sz="2200" dirty="0"/>
              <a:t> </a:t>
            </a:r>
            <a:r>
              <a:rPr sz="2200" dirty="0" err="1"/>
              <a:t>viện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b="1" dirty="0" err="1"/>
              <a:t>lập</a:t>
            </a:r>
            <a:r>
              <a:rPr sz="2200" b="1" dirty="0"/>
              <a:t> </a:t>
            </a:r>
            <a:r>
              <a:rPr sz="2200" b="1" dirty="0" err="1"/>
              <a:t>trình</a:t>
            </a:r>
            <a:r>
              <a:rPr sz="2200" b="1" dirty="0"/>
              <a:t> </a:t>
            </a:r>
            <a:r>
              <a:rPr sz="2200" b="1" dirty="0" err="1"/>
              <a:t>phản</a:t>
            </a:r>
            <a:r>
              <a:rPr sz="2200" b="1" dirty="0"/>
              <a:t> </a:t>
            </a:r>
            <a:r>
              <a:rPr sz="2200" b="1" dirty="0" err="1"/>
              <a:t>ứng</a:t>
            </a:r>
            <a:r>
              <a:rPr lang="vi-VN" sz="2200" b="1" dirty="0"/>
              <a:t> </a:t>
            </a:r>
            <a:r>
              <a:rPr lang="vi-VN" sz="2200" dirty="0"/>
              <a:t>(Reactive Programming)</a:t>
            </a:r>
            <a:r>
              <a:rPr sz="2200" dirty="0"/>
              <a:t>,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phép</a:t>
            </a:r>
            <a:r>
              <a:rPr sz="2200" dirty="0"/>
              <a:t> </a:t>
            </a:r>
            <a:r>
              <a:rPr sz="2200" dirty="0" err="1"/>
              <a:t>xử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sự</a:t>
            </a:r>
            <a:r>
              <a:rPr sz="2200" dirty="0"/>
              <a:t> </a:t>
            </a:r>
            <a:r>
              <a:rPr sz="2200" dirty="0" err="1"/>
              <a:t>kiện</a:t>
            </a:r>
            <a:r>
              <a:rPr sz="2200" dirty="0"/>
              <a:t> </a:t>
            </a:r>
            <a:r>
              <a:rPr sz="2200" dirty="0" err="1"/>
              <a:t>bất</a:t>
            </a:r>
            <a:r>
              <a:rPr sz="2200" dirty="0"/>
              <a:t> </a:t>
            </a:r>
            <a:r>
              <a:rPr sz="2200" dirty="0" err="1"/>
              <a:t>đồng</a:t>
            </a:r>
            <a:r>
              <a:rPr sz="2200" dirty="0"/>
              <a:t> </a:t>
            </a:r>
            <a:r>
              <a:rPr sz="2200" dirty="0" err="1"/>
              <a:t>bộ</a:t>
            </a:r>
            <a:r>
              <a:rPr sz="2200" dirty="0"/>
              <a:t> </a:t>
            </a:r>
            <a:r>
              <a:rPr sz="2200" dirty="0" err="1"/>
              <a:t>hiệu</a:t>
            </a:r>
            <a:r>
              <a:rPr sz="2200" dirty="0"/>
              <a:t> </a:t>
            </a:r>
            <a:r>
              <a:rPr sz="2200" dirty="0" err="1"/>
              <a:t>quả</a:t>
            </a:r>
            <a:r>
              <a:rPr sz="2200" dirty="0"/>
              <a:t> </a:t>
            </a:r>
            <a:r>
              <a:rPr sz="2200" dirty="0" err="1"/>
              <a:t>hơn</a:t>
            </a:r>
            <a:r>
              <a:rPr sz="2200" dirty="0"/>
              <a:t>, </a:t>
            </a:r>
            <a:r>
              <a:rPr sz="2200" dirty="0" err="1"/>
              <a:t>không</a:t>
            </a:r>
            <a:r>
              <a:rPr sz="2200" dirty="0"/>
              <a:t> </a:t>
            </a:r>
            <a:r>
              <a:rPr sz="2200" dirty="0" err="1"/>
              <a:t>bị</a:t>
            </a:r>
            <a:r>
              <a:rPr sz="2200" dirty="0"/>
              <a:t> </a:t>
            </a:r>
            <a:r>
              <a:rPr sz="2200" dirty="0" err="1"/>
              <a:t>chặn</a:t>
            </a:r>
            <a:r>
              <a:rPr sz="22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5E93A-7E65-74E5-8108-BCE1345A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B1E4-363B-B33C-AFCF-FFB1FB10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3BAFA-E3FB-0DE1-B838-1AF7B6C1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RxJava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ABF00-8084-D0DC-4C25-2CDF37C82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4532" y="2348290"/>
            <a:ext cx="10062936" cy="2161419"/>
          </a:xfrm>
        </p:spPr>
        <p:txBody>
          <a:bodyPr>
            <a:noAutofit/>
          </a:bodyPr>
          <a:lstStyle/>
          <a:p>
            <a:pPr marL="228600" lvl="2" indent="0">
              <a:buNone/>
            </a:pPr>
            <a:r>
              <a:rPr sz="2200" b="1" dirty="0" err="1"/>
              <a:t>Nguyên</a:t>
            </a:r>
            <a:r>
              <a:rPr sz="2200" b="1" dirty="0"/>
              <a:t> </a:t>
            </a:r>
            <a:r>
              <a:rPr sz="2200" b="1" dirty="0" err="1"/>
              <a:t>tắc</a:t>
            </a:r>
            <a:r>
              <a:rPr sz="2200" b="1" dirty="0"/>
              <a:t> </a:t>
            </a:r>
            <a:r>
              <a:rPr sz="2200" b="1" dirty="0" err="1"/>
              <a:t>cốt</a:t>
            </a:r>
            <a:r>
              <a:rPr sz="2200" b="1" dirty="0"/>
              <a:t> </a:t>
            </a:r>
            <a:r>
              <a:rPr sz="2200" b="1" dirty="0" err="1"/>
              <a:t>lõi</a:t>
            </a:r>
            <a:r>
              <a:rPr lang="en-US" sz="2200" b="1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RxJava</a:t>
            </a:r>
            <a:r>
              <a:rPr sz="2200" dirty="0"/>
              <a:t>:</a:t>
            </a:r>
          </a:p>
          <a:p>
            <a:pPr marL="685800" lvl="3" indent="-228600"/>
            <a:r>
              <a:rPr sz="2200" b="1" dirty="0"/>
              <a:t>Observables</a:t>
            </a:r>
            <a:r>
              <a:rPr sz="2200" dirty="0"/>
              <a:t>: </a:t>
            </a:r>
            <a:r>
              <a:rPr sz="2200" dirty="0" err="1"/>
              <a:t>Đối</a:t>
            </a:r>
            <a:r>
              <a:rPr sz="2200" dirty="0"/>
              <a:t> </a:t>
            </a:r>
            <a:r>
              <a:rPr sz="2200" dirty="0" err="1"/>
              <a:t>tượng</a:t>
            </a:r>
            <a:r>
              <a:rPr sz="2200" dirty="0"/>
              <a:t> </a:t>
            </a:r>
            <a:r>
              <a:rPr sz="2200" dirty="0" err="1"/>
              <a:t>phát</a:t>
            </a:r>
            <a:r>
              <a:rPr sz="2200" dirty="0"/>
              <a:t> </a:t>
            </a:r>
            <a:r>
              <a:rPr sz="2200" dirty="0" err="1"/>
              <a:t>ra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liên</a:t>
            </a:r>
            <a:r>
              <a:rPr sz="2200" dirty="0"/>
              <a:t> </a:t>
            </a:r>
            <a:r>
              <a:rPr sz="2200" dirty="0" err="1"/>
              <a:t>tục</a:t>
            </a:r>
            <a:r>
              <a:rPr sz="2200" dirty="0"/>
              <a:t>, </a:t>
            </a:r>
            <a:r>
              <a:rPr sz="2200" b="1" dirty="0" err="1"/>
              <a:t>theo</a:t>
            </a:r>
            <a:r>
              <a:rPr sz="2200" b="1" dirty="0"/>
              <a:t> </a:t>
            </a:r>
            <a:r>
              <a:rPr sz="2200" b="1" dirty="0" err="1"/>
              <a:t>dõi</a:t>
            </a:r>
            <a:r>
              <a:rPr sz="2200" b="1" dirty="0"/>
              <a:t> </a:t>
            </a:r>
            <a:r>
              <a:rPr sz="2200" b="1" dirty="0" err="1"/>
              <a:t>sự</a:t>
            </a:r>
            <a:r>
              <a:rPr sz="2200" b="1" dirty="0"/>
              <a:t> </a:t>
            </a:r>
            <a:r>
              <a:rPr sz="2200" b="1" dirty="0" err="1"/>
              <a:t>thay</a:t>
            </a:r>
            <a:r>
              <a:rPr sz="2200" b="1" dirty="0"/>
              <a:t> </a:t>
            </a:r>
            <a:r>
              <a:rPr sz="2200" b="1" dirty="0" err="1"/>
              <a:t>đổi</a:t>
            </a:r>
            <a:r>
              <a:rPr sz="2200" dirty="0"/>
              <a:t>.</a:t>
            </a:r>
          </a:p>
          <a:p>
            <a:pPr marL="685800" lvl="3" indent="-228600"/>
            <a:r>
              <a:rPr sz="2200" b="1" dirty="0"/>
              <a:t>Subscribers</a:t>
            </a:r>
            <a:r>
              <a:rPr sz="2200" dirty="0"/>
              <a:t>: </a:t>
            </a:r>
            <a:r>
              <a:rPr sz="2200" dirty="0" err="1"/>
              <a:t>Đối</a:t>
            </a:r>
            <a:r>
              <a:rPr sz="2200" dirty="0"/>
              <a:t> </a:t>
            </a:r>
            <a:r>
              <a:rPr sz="2200" dirty="0" err="1"/>
              <a:t>tượng</a:t>
            </a:r>
            <a:r>
              <a:rPr sz="2200" dirty="0"/>
              <a:t> </a:t>
            </a:r>
            <a:r>
              <a:rPr sz="2200" dirty="0" err="1"/>
              <a:t>nhận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từ</a:t>
            </a:r>
            <a:r>
              <a:rPr sz="2200" dirty="0"/>
              <a:t> Observables, </a:t>
            </a:r>
            <a:r>
              <a:rPr sz="2200" dirty="0" err="1"/>
              <a:t>có</a:t>
            </a:r>
            <a:r>
              <a:rPr sz="2200" dirty="0"/>
              <a:t> </a:t>
            </a:r>
            <a:r>
              <a:rPr sz="2200" dirty="0" err="1"/>
              <a:t>thể</a:t>
            </a:r>
            <a:r>
              <a:rPr sz="2200" dirty="0"/>
              <a:t> </a:t>
            </a:r>
            <a:r>
              <a:rPr sz="2200" dirty="0" err="1"/>
              <a:t>là</a:t>
            </a:r>
            <a:r>
              <a:rPr sz="2200" dirty="0"/>
              <a:t> </a:t>
            </a:r>
            <a:r>
              <a:rPr sz="2200" b="1" dirty="0"/>
              <a:t>UI</a:t>
            </a:r>
            <a:r>
              <a:rPr sz="2200" dirty="0"/>
              <a:t> </a:t>
            </a:r>
            <a:r>
              <a:rPr sz="2200" dirty="0" err="1"/>
              <a:t>hoặc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phần</a:t>
            </a:r>
            <a:r>
              <a:rPr sz="2200" dirty="0"/>
              <a:t> </a:t>
            </a:r>
            <a:r>
              <a:rPr sz="2200" dirty="0" err="1"/>
              <a:t>khác</a:t>
            </a:r>
            <a:r>
              <a:rPr sz="2200" dirty="0"/>
              <a:t> </a:t>
            </a:r>
            <a:r>
              <a:rPr sz="2200" dirty="0" err="1"/>
              <a:t>trong</a:t>
            </a:r>
            <a:r>
              <a:rPr sz="2200" dirty="0"/>
              <a:t> </a:t>
            </a:r>
            <a:r>
              <a:rPr sz="2200" dirty="0" err="1"/>
              <a:t>ứng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82D75-AFDD-518C-93CB-0BD597E8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59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664A-9385-79D0-52A2-CFA617C6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670C-B071-72F5-92C0-6368B6A8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RxJava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3BFC4-9716-2EE6-4152-94C14FD06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4532" y="2463799"/>
            <a:ext cx="10062936" cy="1930401"/>
          </a:xfrm>
        </p:spPr>
        <p:txBody>
          <a:bodyPr>
            <a:noAutofit/>
          </a:bodyPr>
          <a:lstStyle/>
          <a:p>
            <a:pPr marL="457200" lvl="2" indent="-228600"/>
            <a:r>
              <a:rPr sz="2200" dirty="0" err="1"/>
              <a:t>Mô</a:t>
            </a:r>
            <a:r>
              <a:rPr sz="2200" dirty="0"/>
              <a:t> </a:t>
            </a:r>
            <a:r>
              <a:rPr sz="2200" dirty="0" err="1"/>
              <a:t>hình</a:t>
            </a:r>
            <a:r>
              <a:rPr sz="2200" dirty="0"/>
              <a:t> </a:t>
            </a:r>
            <a:r>
              <a:rPr sz="2200" dirty="0" err="1"/>
              <a:t>lập</a:t>
            </a:r>
            <a:r>
              <a:rPr sz="2200" dirty="0"/>
              <a:t> </a:t>
            </a:r>
            <a:r>
              <a:rPr sz="2200" dirty="0" err="1"/>
              <a:t>trình</a:t>
            </a:r>
            <a:r>
              <a:rPr sz="2200" dirty="0"/>
              <a:t> </a:t>
            </a:r>
            <a:r>
              <a:rPr sz="2200" dirty="0" err="1"/>
              <a:t>phản</a:t>
            </a:r>
            <a:r>
              <a:rPr sz="2200" dirty="0"/>
              <a:t> </a:t>
            </a:r>
            <a:r>
              <a:rPr sz="2200" dirty="0" err="1"/>
              <a:t>ứng</a:t>
            </a:r>
            <a:r>
              <a:rPr sz="2200" dirty="0"/>
              <a:t>:</a:t>
            </a:r>
          </a:p>
          <a:p>
            <a:pPr marL="685800" lvl="3" indent="-228600"/>
            <a:r>
              <a:rPr sz="2200" dirty="0"/>
              <a:t>Cung </a:t>
            </a:r>
            <a:r>
              <a:rPr sz="2200" dirty="0" err="1"/>
              <a:t>cấp</a:t>
            </a:r>
            <a:r>
              <a:rPr sz="2200" dirty="0"/>
              <a:t> </a:t>
            </a:r>
            <a:r>
              <a:rPr sz="2200" dirty="0" err="1"/>
              <a:t>cách</a:t>
            </a:r>
            <a:r>
              <a:rPr sz="2200" dirty="0"/>
              <a:t> </a:t>
            </a:r>
            <a:r>
              <a:rPr sz="2200" dirty="0" err="1"/>
              <a:t>để</a:t>
            </a:r>
            <a:r>
              <a:rPr sz="2200" dirty="0"/>
              <a:t> </a:t>
            </a:r>
            <a:r>
              <a:rPr sz="2200" dirty="0" err="1"/>
              <a:t>xử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sự</a:t>
            </a:r>
            <a:r>
              <a:rPr sz="2200" dirty="0"/>
              <a:t> </a:t>
            </a:r>
            <a:r>
              <a:rPr sz="2200" dirty="0" err="1"/>
              <a:t>kiện</a:t>
            </a:r>
            <a:r>
              <a:rPr sz="2200" dirty="0"/>
              <a:t> </a:t>
            </a:r>
            <a:r>
              <a:rPr sz="2200" dirty="0" err="1"/>
              <a:t>linh</a:t>
            </a:r>
            <a:r>
              <a:rPr sz="2200" dirty="0"/>
              <a:t> </a:t>
            </a:r>
            <a:r>
              <a:rPr sz="2200" dirty="0" err="1"/>
              <a:t>hoạt</a:t>
            </a:r>
            <a:r>
              <a:rPr sz="2200" dirty="0"/>
              <a:t> </a:t>
            </a:r>
            <a:r>
              <a:rPr sz="2200" dirty="0" err="1"/>
              <a:t>thông</a:t>
            </a:r>
            <a:r>
              <a:rPr sz="2200" dirty="0"/>
              <a:t> qua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toán</a:t>
            </a:r>
            <a:r>
              <a:rPr sz="2200" dirty="0"/>
              <a:t> </a:t>
            </a:r>
            <a:r>
              <a:rPr sz="2200" dirty="0" err="1"/>
              <a:t>tử</a:t>
            </a:r>
            <a:r>
              <a:rPr sz="2200" dirty="0"/>
              <a:t> </a:t>
            </a:r>
            <a:r>
              <a:rPr sz="2200" dirty="0" err="1"/>
              <a:t>như</a:t>
            </a:r>
            <a:r>
              <a:rPr sz="2200" dirty="0"/>
              <a:t> </a:t>
            </a:r>
            <a:r>
              <a:rPr sz="2200" b="1" dirty="0"/>
              <a:t>map, filter, </a:t>
            </a:r>
            <a:r>
              <a:rPr lang="en-US" sz="2200" b="1" dirty="0"/>
              <a:t>merge,..</a:t>
            </a:r>
            <a:endParaRPr sz="2200" b="1" dirty="0"/>
          </a:p>
          <a:p>
            <a:pPr marL="685800" lvl="3" indent="-228600"/>
            <a:r>
              <a:rPr sz="2200" dirty="0" err="1"/>
              <a:t>Hỗ</a:t>
            </a:r>
            <a:r>
              <a:rPr sz="2200" dirty="0"/>
              <a:t> </a:t>
            </a:r>
            <a:r>
              <a:rPr sz="2200" dirty="0" err="1"/>
              <a:t>trợ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luồng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b="1" dirty="0" err="1"/>
              <a:t>không</a:t>
            </a:r>
            <a:r>
              <a:rPr sz="2200" b="1" dirty="0"/>
              <a:t> </a:t>
            </a:r>
            <a:r>
              <a:rPr sz="2200" b="1" dirty="0" err="1"/>
              <a:t>đồng</a:t>
            </a:r>
            <a:r>
              <a:rPr sz="2200" b="1" dirty="0"/>
              <a:t> </a:t>
            </a:r>
            <a:r>
              <a:rPr lang="vi-VN" sz="2200" b="1" dirty="0">
                <a:latin typeface="Aptos Display" panose="020B0004020202020204" pitchFamily="34" charset="0"/>
              </a:rPr>
              <a:t>bộ</a:t>
            </a:r>
            <a:r>
              <a:rPr lang="vi-VN" sz="2200" dirty="0">
                <a:latin typeface="Aptos Display" panose="020B0004020202020204" pitchFamily="34" charset="0"/>
              </a:rPr>
              <a:t>. </a:t>
            </a:r>
            <a:endParaRPr sz="2200" dirty="0">
              <a:latin typeface="Aptos Display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38C5D-3320-438D-64A5-11308BF9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0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RxKotlin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lang="vi-VN" dirty="0"/>
              <a:t>gì ?</a:t>
            </a:r>
            <a:endParaRPr dirty="0"/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>
          <a:xfrm>
            <a:off x="3099820" y="3510504"/>
            <a:ext cx="5992359" cy="2778194"/>
          </a:xfrm>
        </p:spPr>
      </p:pic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996950" y="914400"/>
            <a:ext cx="10198100" cy="2731361"/>
          </a:xfrm>
        </p:spPr>
        <p:txBody>
          <a:bodyPr>
            <a:noAutofit/>
          </a:bodyPr>
          <a:lstStyle/>
          <a:p>
            <a:r>
              <a:rPr sz="2200" dirty="0" err="1"/>
              <a:t>RxKotlin</a:t>
            </a:r>
            <a:r>
              <a:rPr sz="2200" dirty="0"/>
              <a:t>: </a:t>
            </a:r>
            <a:r>
              <a:rPr sz="2200" dirty="0" err="1"/>
              <a:t>Bộ</a:t>
            </a:r>
            <a:r>
              <a:rPr sz="2200" dirty="0"/>
              <a:t> </a:t>
            </a:r>
            <a:r>
              <a:rPr sz="2200" dirty="0" err="1"/>
              <a:t>mở</a:t>
            </a:r>
            <a:r>
              <a:rPr sz="2200" dirty="0"/>
              <a:t> </a:t>
            </a:r>
            <a:r>
              <a:rPr sz="2200" dirty="0" err="1"/>
              <a:t>rộng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b="1" dirty="0" err="1"/>
              <a:t>RxJava</a:t>
            </a:r>
            <a:r>
              <a:rPr sz="2200" dirty="0"/>
              <a:t>, </a:t>
            </a:r>
            <a:r>
              <a:rPr sz="2200" dirty="0" err="1"/>
              <a:t>được</a:t>
            </a:r>
            <a:r>
              <a:rPr sz="2200" dirty="0"/>
              <a:t> </a:t>
            </a:r>
            <a:r>
              <a:rPr sz="2200" dirty="0" err="1"/>
              <a:t>thiết</a:t>
            </a:r>
            <a:r>
              <a:rPr sz="2200" dirty="0"/>
              <a:t> </a:t>
            </a:r>
            <a:r>
              <a:rPr sz="2200" dirty="0" err="1"/>
              <a:t>kế</a:t>
            </a:r>
            <a:r>
              <a:rPr sz="2200" dirty="0"/>
              <a:t> </a:t>
            </a:r>
            <a:r>
              <a:rPr sz="2200" dirty="0" err="1"/>
              <a:t>riêng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lập</a:t>
            </a:r>
            <a:r>
              <a:rPr sz="2200" dirty="0"/>
              <a:t> </a:t>
            </a:r>
            <a:r>
              <a:rPr sz="2200" dirty="0" err="1"/>
              <a:t>trình</a:t>
            </a:r>
            <a:r>
              <a:rPr sz="2200" dirty="0"/>
              <a:t> </a:t>
            </a:r>
            <a:r>
              <a:rPr sz="2200" dirty="0" err="1"/>
              <a:t>viên</a:t>
            </a:r>
            <a:r>
              <a:rPr sz="2200" dirty="0"/>
              <a:t> Kotlin, </a:t>
            </a:r>
            <a:r>
              <a:rPr sz="2200" dirty="0" err="1"/>
              <a:t>giúp</a:t>
            </a:r>
            <a:r>
              <a:rPr sz="2200" dirty="0"/>
              <a:t> </a:t>
            </a:r>
            <a:r>
              <a:rPr sz="2200" dirty="0" err="1"/>
              <a:t>việc</a:t>
            </a:r>
            <a:r>
              <a:rPr sz="2200" dirty="0"/>
              <a:t> </a:t>
            </a:r>
            <a:r>
              <a:rPr sz="2200" dirty="0" err="1"/>
              <a:t>kết</a:t>
            </a:r>
            <a:r>
              <a:rPr sz="2200" dirty="0"/>
              <a:t> </a:t>
            </a:r>
            <a:r>
              <a:rPr sz="2200" dirty="0" err="1"/>
              <a:t>hợp</a:t>
            </a:r>
            <a:r>
              <a:rPr sz="2200" dirty="0"/>
              <a:t> </a:t>
            </a:r>
            <a:r>
              <a:rPr sz="2200" dirty="0" err="1"/>
              <a:t>giữa</a:t>
            </a:r>
            <a:r>
              <a:rPr sz="2200" dirty="0"/>
              <a:t> </a:t>
            </a:r>
            <a:r>
              <a:rPr sz="2200" dirty="0" err="1"/>
              <a:t>RxJava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ngôn</a:t>
            </a:r>
            <a:r>
              <a:rPr sz="2200" dirty="0"/>
              <a:t> </a:t>
            </a:r>
            <a:r>
              <a:rPr sz="2200" dirty="0" err="1"/>
              <a:t>ngữ</a:t>
            </a:r>
            <a:r>
              <a:rPr sz="2200" dirty="0"/>
              <a:t> Kotlin </a:t>
            </a:r>
            <a:r>
              <a:rPr sz="2200" dirty="0" err="1"/>
              <a:t>trở</a:t>
            </a:r>
            <a:r>
              <a:rPr sz="2200" dirty="0"/>
              <a:t> </a:t>
            </a:r>
            <a:r>
              <a:rPr sz="2200" dirty="0" err="1"/>
              <a:t>nên</a:t>
            </a:r>
            <a:r>
              <a:rPr sz="2200" dirty="0"/>
              <a:t> </a:t>
            </a:r>
            <a:r>
              <a:rPr sz="2200" dirty="0" err="1"/>
              <a:t>mượt</a:t>
            </a:r>
            <a:r>
              <a:rPr sz="2200" dirty="0"/>
              <a:t> </a:t>
            </a:r>
            <a:r>
              <a:rPr sz="2200" dirty="0" err="1"/>
              <a:t>mà</a:t>
            </a:r>
            <a:r>
              <a:rPr sz="2200" dirty="0"/>
              <a:t> </a:t>
            </a:r>
            <a:r>
              <a:rPr sz="2200" dirty="0" err="1"/>
              <a:t>hơn</a:t>
            </a:r>
            <a:r>
              <a:rPr sz="2200" dirty="0"/>
              <a:t>.
</a:t>
            </a:r>
            <a:r>
              <a:rPr sz="2200" dirty="0" err="1"/>
              <a:t>Tính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 </a:t>
            </a:r>
            <a:r>
              <a:rPr sz="2200" dirty="0" err="1"/>
              <a:t>bổ</a:t>
            </a:r>
            <a:r>
              <a:rPr sz="2200" dirty="0"/>
              <a:t> sung: Cung </a:t>
            </a:r>
            <a:r>
              <a:rPr sz="2200" dirty="0" err="1"/>
              <a:t>cấp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hàm</a:t>
            </a:r>
            <a:r>
              <a:rPr sz="2200" dirty="0"/>
              <a:t> </a:t>
            </a:r>
            <a:r>
              <a:rPr sz="2200" dirty="0" err="1"/>
              <a:t>mở</a:t>
            </a:r>
            <a:r>
              <a:rPr sz="2200" dirty="0"/>
              <a:t> </a:t>
            </a:r>
            <a:r>
              <a:rPr sz="2200" dirty="0" err="1"/>
              <a:t>rộng</a:t>
            </a:r>
            <a:r>
              <a:rPr sz="2200" dirty="0"/>
              <a:t> </a:t>
            </a:r>
            <a:r>
              <a:rPr sz="2200" dirty="0" err="1"/>
              <a:t>như</a:t>
            </a:r>
            <a:r>
              <a:rPr sz="2200" dirty="0"/>
              <a:t> </a:t>
            </a:r>
            <a:r>
              <a:rPr sz="2200" b="1" dirty="0" err="1"/>
              <a:t>subscribeBy</a:t>
            </a:r>
            <a:r>
              <a:rPr sz="2200" dirty="0"/>
              <a:t>, </a:t>
            </a:r>
            <a:r>
              <a:rPr sz="2200" dirty="0" err="1"/>
              <a:t>giúp</a:t>
            </a:r>
            <a:r>
              <a:rPr sz="2200" dirty="0"/>
              <a:t> </a:t>
            </a:r>
            <a:r>
              <a:rPr sz="2200" dirty="0" err="1"/>
              <a:t>viết</a:t>
            </a:r>
            <a:r>
              <a:rPr sz="2200" dirty="0"/>
              <a:t> </a:t>
            </a:r>
            <a:r>
              <a:rPr sz="2200" dirty="0" err="1"/>
              <a:t>mã</a:t>
            </a:r>
            <a:r>
              <a:rPr sz="2200" dirty="0"/>
              <a:t> </a:t>
            </a:r>
            <a:r>
              <a:rPr sz="2200" dirty="0" err="1"/>
              <a:t>ngắn</a:t>
            </a:r>
            <a:r>
              <a:rPr sz="2200" dirty="0"/>
              <a:t> </a:t>
            </a:r>
            <a:r>
              <a:rPr sz="2200" dirty="0" err="1"/>
              <a:t>gọn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dễ</a:t>
            </a:r>
            <a:r>
              <a:rPr sz="2200" dirty="0"/>
              <a:t> </a:t>
            </a:r>
            <a:r>
              <a:rPr sz="2200" dirty="0" err="1"/>
              <a:t>hiểu</a:t>
            </a:r>
            <a:r>
              <a:rPr sz="2200" dirty="0"/>
              <a:t> </a:t>
            </a:r>
            <a:r>
              <a:rPr sz="2200" dirty="0" err="1"/>
              <a:t>hơn</a:t>
            </a:r>
            <a:r>
              <a:rPr sz="2200" dirty="0"/>
              <a:t>.
</a:t>
            </a:r>
            <a:r>
              <a:rPr sz="2200" dirty="0" err="1"/>
              <a:t>Tích</a:t>
            </a:r>
            <a:r>
              <a:rPr sz="2200" dirty="0"/>
              <a:t> </a:t>
            </a:r>
            <a:r>
              <a:rPr sz="2200" dirty="0" err="1"/>
              <a:t>hợp</a:t>
            </a:r>
            <a:r>
              <a:rPr sz="2200" dirty="0"/>
              <a:t> </a:t>
            </a:r>
            <a:r>
              <a:rPr sz="2200" dirty="0" err="1"/>
              <a:t>tính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 </a:t>
            </a:r>
            <a:r>
              <a:rPr sz="2200" b="1" dirty="0"/>
              <a:t>Flowable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b="1" dirty="0"/>
              <a:t>Observable</a:t>
            </a:r>
            <a:r>
              <a:rPr sz="2200" dirty="0"/>
              <a:t>, </a:t>
            </a:r>
            <a:r>
              <a:rPr sz="2200" dirty="0" err="1"/>
              <a:t>giúp</a:t>
            </a:r>
            <a:r>
              <a:rPr sz="2200" dirty="0"/>
              <a:t> </a:t>
            </a:r>
            <a:r>
              <a:rPr sz="2200" dirty="0" err="1"/>
              <a:t>xử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b="1" dirty="0" err="1"/>
              <a:t>bất</a:t>
            </a:r>
            <a:r>
              <a:rPr sz="2200" b="1" dirty="0"/>
              <a:t> </a:t>
            </a:r>
            <a:r>
              <a:rPr sz="2200" b="1" dirty="0" err="1"/>
              <a:t>đồng</a:t>
            </a:r>
            <a:r>
              <a:rPr sz="2200" b="1" dirty="0"/>
              <a:t> </a:t>
            </a:r>
            <a:r>
              <a:rPr sz="2200" b="1" dirty="0" err="1"/>
              <a:t>bộ</a:t>
            </a:r>
            <a:r>
              <a:rPr sz="2200" b="1" dirty="0"/>
              <a:t> </a:t>
            </a:r>
            <a:r>
              <a:rPr sz="2200" dirty="0" err="1"/>
              <a:t>một</a:t>
            </a:r>
            <a:r>
              <a:rPr sz="2200" dirty="0"/>
              <a:t> </a:t>
            </a:r>
            <a:r>
              <a:rPr sz="2200" dirty="0" err="1"/>
              <a:t>cách</a:t>
            </a:r>
            <a:r>
              <a:rPr sz="2200" dirty="0"/>
              <a:t> </a:t>
            </a:r>
            <a:r>
              <a:rPr sz="2200" dirty="0" err="1"/>
              <a:t>hiệu</a:t>
            </a:r>
            <a:r>
              <a:rPr sz="2200" dirty="0"/>
              <a:t> </a:t>
            </a:r>
            <a:r>
              <a:rPr sz="2200" dirty="0" err="1"/>
              <a:t>quả</a:t>
            </a:r>
            <a:r>
              <a:rPr sz="2200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6138-0F38-E886-701E-55324841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9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950" y="323352"/>
            <a:ext cx="5213350" cy="549275"/>
          </a:xfrm>
        </p:spPr>
        <p:txBody>
          <a:bodyPr/>
          <a:lstStyle/>
          <a:p>
            <a:r>
              <a:rPr dirty="0"/>
              <a:t>Lợi </a:t>
            </a:r>
            <a:r>
              <a:rPr dirty="0" err="1"/>
              <a:t>ích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RxJava</a:t>
            </a:r>
            <a:r>
              <a:rPr dirty="0"/>
              <a:t>/</a:t>
            </a:r>
            <a:r>
              <a:rPr dirty="0" err="1"/>
              <a:t>RxKotlin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996950" y="1465263"/>
            <a:ext cx="8179708" cy="3862387"/>
          </a:xfrm>
        </p:spPr>
        <p:txBody>
          <a:bodyPr>
            <a:noAutofit/>
          </a:bodyPr>
          <a:lstStyle/>
          <a:p>
            <a:pPr marL="0" indent="0"/>
            <a:r>
              <a:rPr sz="2200" dirty="0"/>
              <a:t>Lợi </a:t>
            </a:r>
            <a:r>
              <a:rPr sz="2200" dirty="0" err="1"/>
              <a:t>ích</a:t>
            </a:r>
            <a:r>
              <a:rPr sz="2200" dirty="0"/>
              <a:t> </a:t>
            </a:r>
            <a:r>
              <a:rPr sz="2200" dirty="0" err="1"/>
              <a:t>chính</a:t>
            </a:r>
            <a:r>
              <a:rPr sz="2200" dirty="0"/>
              <a:t>:</a:t>
            </a:r>
          </a:p>
          <a:p>
            <a:pPr marL="457200" lvl="2" indent="-228600"/>
            <a:r>
              <a:rPr sz="2200" dirty="0" err="1"/>
              <a:t>Xử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tốt</a:t>
            </a:r>
            <a:r>
              <a:rPr sz="2200" dirty="0"/>
              <a:t> </a:t>
            </a:r>
            <a:r>
              <a:rPr sz="2200" dirty="0" err="1"/>
              <a:t>hơn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tác</a:t>
            </a:r>
            <a:r>
              <a:rPr sz="2200" dirty="0"/>
              <a:t> </a:t>
            </a:r>
            <a:r>
              <a:rPr sz="2200" dirty="0" err="1"/>
              <a:t>vụ</a:t>
            </a:r>
            <a:r>
              <a:rPr sz="2200" dirty="0"/>
              <a:t> </a:t>
            </a:r>
            <a:r>
              <a:rPr sz="2200" dirty="0" err="1"/>
              <a:t>không</a:t>
            </a:r>
            <a:r>
              <a:rPr sz="2200" dirty="0"/>
              <a:t> </a:t>
            </a:r>
            <a:r>
              <a:rPr sz="2200" dirty="0" err="1"/>
              <a:t>đồng</a:t>
            </a:r>
            <a:r>
              <a:rPr sz="2200" dirty="0"/>
              <a:t> </a:t>
            </a:r>
            <a:r>
              <a:rPr sz="2200" dirty="0" err="1"/>
              <a:t>bộ</a:t>
            </a:r>
            <a:r>
              <a:rPr sz="2200" dirty="0"/>
              <a:t>: </a:t>
            </a:r>
            <a:r>
              <a:rPr sz="2200" dirty="0" err="1"/>
              <a:t>RxJava</a:t>
            </a:r>
            <a:r>
              <a:rPr lang="en-US" sz="2200" dirty="0"/>
              <a:t>/</a:t>
            </a:r>
            <a:r>
              <a:rPr lang="en-US" sz="2200" dirty="0" err="1"/>
              <a:t>RxKotlin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phép</a:t>
            </a:r>
            <a:r>
              <a:rPr sz="2200" dirty="0"/>
              <a:t> </a:t>
            </a:r>
            <a:r>
              <a:rPr sz="2200" dirty="0" err="1"/>
              <a:t>dễ</a:t>
            </a:r>
            <a:r>
              <a:rPr sz="2200" dirty="0"/>
              <a:t> </a:t>
            </a:r>
            <a:r>
              <a:rPr sz="2200" dirty="0" err="1"/>
              <a:t>dàng</a:t>
            </a:r>
            <a:r>
              <a:rPr sz="2200" dirty="0"/>
              <a:t> </a:t>
            </a:r>
            <a:r>
              <a:rPr sz="2200" dirty="0" err="1"/>
              <a:t>quản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tác</a:t>
            </a:r>
            <a:r>
              <a:rPr sz="2200" dirty="0"/>
              <a:t> </a:t>
            </a:r>
            <a:r>
              <a:rPr sz="2200" dirty="0" err="1"/>
              <a:t>vụ</a:t>
            </a:r>
            <a:r>
              <a:rPr sz="2200" dirty="0"/>
              <a:t> </a:t>
            </a:r>
            <a:r>
              <a:rPr sz="2200" b="1" dirty="0" err="1"/>
              <a:t>bất</a:t>
            </a:r>
            <a:r>
              <a:rPr sz="2200" b="1" dirty="0"/>
              <a:t> </a:t>
            </a:r>
            <a:r>
              <a:rPr sz="2200" b="1" dirty="0" err="1"/>
              <a:t>đồng</a:t>
            </a:r>
            <a:r>
              <a:rPr sz="2200" b="1" dirty="0"/>
              <a:t> </a:t>
            </a:r>
            <a:r>
              <a:rPr sz="2200" b="1" dirty="0" err="1"/>
              <a:t>bộ</a:t>
            </a:r>
            <a:r>
              <a:rPr sz="2200" b="1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sự</a:t>
            </a:r>
            <a:r>
              <a:rPr sz="2200" dirty="0"/>
              <a:t> </a:t>
            </a:r>
            <a:r>
              <a:rPr sz="2200" dirty="0" err="1"/>
              <a:t>kiện</a:t>
            </a:r>
            <a:r>
              <a:rPr sz="2200" dirty="0"/>
              <a:t>.</a:t>
            </a:r>
            <a:endParaRPr lang="vi-VN" sz="2200" dirty="0"/>
          </a:p>
          <a:p>
            <a:pPr marL="228600" lvl="2" indent="0">
              <a:buNone/>
            </a:pPr>
            <a:endParaRPr sz="2200" dirty="0"/>
          </a:p>
          <a:p>
            <a:pPr marL="457200" lvl="2" indent="-228600"/>
            <a:r>
              <a:rPr sz="2200" dirty="0" err="1"/>
              <a:t>Tính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 </a:t>
            </a:r>
            <a:r>
              <a:rPr sz="2200" dirty="0" err="1"/>
              <a:t>lập</a:t>
            </a:r>
            <a:r>
              <a:rPr sz="2200" dirty="0"/>
              <a:t> </a:t>
            </a:r>
            <a:r>
              <a:rPr sz="2200" dirty="0" err="1"/>
              <a:t>trình</a:t>
            </a:r>
            <a:r>
              <a:rPr sz="2200" dirty="0"/>
              <a:t> </a:t>
            </a:r>
            <a:r>
              <a:rPr sz="2200" dirty="0" err="1"/>
              <a:t>chức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: </a:t>
            </a:r>
            <a:r>
              <a:rPr sz="2200" dirty="0" err="1"/>
              <a:t>Hỗ</a:t>
            </a:r>
            <a:r>
              <a:rPr sz="2200" dirty="0"/>
              <a:t> </a:t>
            </a:r>
            <a:r>
              <a:rPr sz="2200" dirty="0" err="1"/>
              <a:t>trợ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b="1" dirty="0" err="1"/>
              <a:t>phép</a:t>
            </a:r>
            <a:r>
              <a:rPr sz="2200" b="1" dirty="0"/>
              <a:t> </a:t>
            </a:r>
            <a:r>
              <a:rPr sz="2200" b="1" dirty="0" err="1"/>
              <a:t>toán</a:t>
            </a:r>
            <a:r>
              <a:rPr sz="2200" b="1" dirty="0"/>
              <a:t> </a:t>
            </a:r>
            <a:r>
              <a:rPr sz="2200" dirty="0" err="1"/>
              <a:t>lập</a:t>
            </a:r>
            <a:r>
              <a:rPr sz="2200" dirty="0"/>
              <a:t> </a:t>
            </a:r>
            <a:r>
              <a:rPr sz="2200" dirty="0" err="1"/>
              <a:t>trình</a:t>
            </a:r>
            <a:r>
              <a:rPr sz="2200" dirty="0"/>
              <a:t> </a:t>
            </a:r>
            <a:r>
              <a:rPr sz="2200" dirty="0" err="1"/>
              <a:t>chức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, </a:t>
            </a:r>
            <a:r>
              <a:rPr sz="2200" dirty="0" err="1"/>
              <a:t>giúp</a:t>
            </a:r>
            <a:r>
              <a:rPr sz="2200" dirty="0"/>
              <a:t> </a:t>
            </a:r>
            <a:r>
              <a:rPr sz="2200" dirty="0" err="1"/>
              <a:t>mã</a:t>
            </a:r>
            <a:r>
              <a:rPr sz="2200" dirty="0"/>
              <a:t> </a:t>
            </a:r>
            <a:r>
              <a:rPr sz="2200" dirty="0" err="1"/>
              <a:t>nguồn</a:t>
            </a:r>
            <a:r>
              <a:rPr sz="2200" dirty="0"/>
              <a:t> </a:t>
            </a:r>
            <a:r>
              <a:rPr sz="2200" dirty="0" err="1"/>
              <a:t>trở</a:t>
            </a:r>
            <a:r>
              <a:rPr sz="2200" dirty="0"/>
              <a:t> </a:t>
            </a:r>
            <a:r>
              <a:rPr sz="2200" dirty="0" err="1"/>
              <a:t>nên</a:t>
            </a:r>
            <a:r>
              <a:rPr sz="2200" dirty="0"/>
              <a:t> </a:t>
            </a:r>
            <a:r>
              <a:rPr sz="2200" dirty="0" err="1"/>
              <a:t>dễ</a:t>
            </a:r>
            <a:r>
              <a:rPr sz="2200" dirty="0"/>
              <a:t> </a:t>
            </a:r>
            <a:r>
              <a:rPr sz="2200" dirty="0" err="1"/>
              <a:t>đọc</a:t>
            </a:r>
            <a:r>
              <a:rPr sz="2200" dirty="0"/>
              <a:t> </a:t>
            </a:r>
            <a:r>
              <a:rPr sz="2200" dirty="0" err="1"/>
              <a:t>hơn</a:t>
            </a:r>
            <a:r>
              <a:rPr sz="2200" dirty="0"/>
              <a:t>.</a:t>
            </a:r>
            <a:endParaRPr lang="vi-VN" sz="2200" dirty="0"/>
          </a:p>
          <a:p>
            <a:pPr marL="228600" lvl="2" indent="0">
              <a:buNone/>
            </a:pPr>
            <a:endParaRPr sz="2200" dirty="0"/>
          </a:p>
          <a:p>
            <a:pPr marL="457200" lvl="2" indent="-228600"/>
            <a:r>
              <a:rPr sz="2200" dirty="0" err="1"/>
              <a:t>Khả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 </a:t>
            </a:r>
            <a:r>
              <a:rPr sz="2200" dirty="0" err="1"/>
              <a:t>mở</a:t>
            </a:r>
            <a:r>
              <a:rPr sz="2200" dirty="0"/>
              <a:t> </a:t>
            </a:r>
            <a:r>
              <a:rPr sz="2200" dirty="0" err="1"/>
              <a:t>rộng</a:t>
            </a:r>
            <a:r>
              <a:rPr sz="2200" dirty="0"/>
              <a:t>: </a:t>
            </a:r>
            <a:r>
              <a:rPr sz="2200" dirty="0" err="1"/>
              <a:t>RxJava</a:t>
            </a:r>
            <a:r>
              <a:rPr lang="en-US" sz="2200" dirty="0"/>
              <a:t>/</a:t>
            </a:r>
            <a:r>
              <a:rPr lang="en-US" sz="2200" dirty="0" err="1"/>
              <a:t>RxKotlin</a:t>
            </a:r>
            <a:r>
              <a:rPr sz="2200" dirty="0"/>
              <a:t> </a:t>
            </a:r>
            <a:r>
              <a:rPr sz="2200" dirty="0" err="1"/>
              <a:t>có</a:t>
            </a:r>
            <a:r>
              <a:rPr sz="2200" dirty="0"/>
              <a:t> </a:t>
            </a:r>
            <a:r>
              <a:rPr sz="2200" dirty="0" err="1"/>
              <a:t>thể</a:t>
            </a:r>
            <a:r>
              <a:rPr sz="2200" dirty="0"/>
              <a:t> </a:t>
            </a:r>
            <a:r>
              <a:rPr sz="2200" dirty="0" err="1"/>
              <a:t>xử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hàng</a:t>
            </a:r>
            <a:r>
              <a:rPr sz="2200" dirty="0"/>
              <a:t> </a:t>
            </a:r>
            <a:r>
              <a:rPr sz="2200" dirty="0" err="1"/>
              <a:t>triệu</a:t>
            </a:r>
            <a:r>
              <a:rPr sz="2200" dirty="0"/>
              <a:t> </a:t>
            </a:r>
            <a:r>
              <a:rPr sz="2200" dirty="0" err="1"/>
              <a:t>sự</a:t>
            </a:r>
            <a:r>
              <a:rPr sz="2200" dirty="0"/>
              <a:t> </a:t>
            </a:r>
            <a:r>
              <a:rPr sz="2200" dirty="0" err="1"/>
              <a:t>kiện</a:t>
            </a:r>
            <a:r>
              <a:rPr sz="2200" dirty="0"/>
              <a:t> </a:t>
            </a:r>
            <a:r>
              <a:rPr sz="2200" dirty="0" err="1"/>
              <a:t>mà</a:t>
            </a:r>
            <a:r>
              <a:rPr sz="2200" dirty="0"/>
              <a:t> </a:t>
            </a:r>
            <a:r>
              <a:rPr sz="2200" dirty="0" err="1"/>
              <a:t>không</a:t>
            </a:r>
            <a:r>
              <a:rPr sz="2200" dirty="0"/>
              <a:t> </a:t>
            </a:r>
            <a:r>
              <a:rPr sz="2200" dirty="0" err="1"/>
              <a:t>gặp</a:t>
            </a:r>
            <a:r>
              <a:rPr sz="2200" dirty="0"/>
              <a:t> </a:t>
            </a:r>
            <a:r>
              <a:rPr sz="2200" dirty="0" err="1"/>
              <a:t>vấn</a:t>
            </a:r>
            <a:r>
              <a:rPr sz="2200" dirty="0"/>
              <a:t> </a:t>
            </a:r>
            <a:r>
              <a:rPr sz="2200" dirty="0" err="1"/>
              <a:t>đề</a:t>
            </a:r>
            <a:r>
              <a:rPr sz="2200" dirty="0"/>
              <a:t> </a:t>
            </a:r>
            <a:r>
              <a:rPr sz="2200" dirty="0" err="1"/>
              <a:t>hiệu</a:t>
            </a:r>
            <a:r>
              <a:rPr sz="2200" dirty="0"/>
              <a:t> </a:t>
            </a:r>
            <a:r>
              <a:rPr sz="2200" dirty="0" err="1"/>
              <a:t>suất</a:t>
            </a:r>
            <a:r>
              <a:rPr sz="2200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4960F-BA5A-4890-A9C5-B34AA43B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RxJava</a:t>
            </a:r>
            <a:r>
              <a:rPr dirty="0"/>
              <a:t>/</a:t>
            </a:r>
            <a:r>
              <a:rPr dirty="0" err="1"/>
              <a:t>RxKotlin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0485" y="914400"/>
            <a:ext cx="10765971" cy="5708073"/>
          </a:xfrm>
        </p:spPr>
        <p:txBody>
          <a:bodyPr>
            <a:noAutofit/>
          </a:bodyPr>
          <a:lstStyle/>
          <a:p>
            <a:r>
              <a:rPr sz="2200" b="1" dirty="0">
                <a:latin typeface=""/>
              </a:rPr>
              <a:t>Subscriber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đăng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ký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để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nhận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thông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báo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khi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giá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trị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được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phát</a:t>
            </a:r>
            <a:r>
              <a:rPr sz="2200" dirty="0">
                <a:latin typeface=""/>
              </a:rPr>
              <a:t>.
</a:t>
            </a:r>
            <a:r>
              <a:rPr lang="vi-VN" sz="2200" dirty="0">
                <a:latin typeface=""/>
              </a:rPr>
              <a:t>RxJava/RxKotlin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giúp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xử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lý</a:t>
            </a:r>
            <a:r>
              <a:rPr sz="2200" dirty="0">
                <a:latin typeface=""/>
              </a:rPr>
              <a:t> </a:t>
            </a:r>
            <a:r>
              <a:rPr sz="2200" b="1" dirty="0" err="1">
                <a:latin typeface=""/>
              </a:rPr>
              <a:t>bất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đồng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bộ</a:t>
            </a:r>
            <a:r>
              <a:rPr sz="2200" b="1" dirty="0">
                <a:latin typeface=""/>
              </a:rPr>
              <a:t> </a:t>
            </a:r>
            <a:r>
              <a:rPr sz="2200" dirty="0" err="1">
                <a:latin typeface=""/>
              </a:rPr>
              <a:t>và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quản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lý</a:t>
            </a:r>
            <a:r>
              <a:rPr sz="2200" dirty="0">
                <a:latin typeface=""/>
              </a:rPr>
              <a:t> </a:t>
            </a:r>
            <a:r>
              <a:rPr sz="2200" b="1" dirty="0" err="1">
                <a:latin typeface=""/>
              </a:rPr>
              <a:t>luồng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dữ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liệu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một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cách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dễ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dàng</a:t>
            </a:r>
            <a:r>
              <a:rPr sz="2200" dirty="0">
                <a:latin typeface=""/>
              </a:rPr>
              <a:t>.</a:t>
            </a:r>
            <a:endParaRPr lang="en-US" sz="2200" dirty="0">
              <a:latin typeface=""/>
            </a:endParaRPr>
          </a:p>
          <a:p>
            <a:r>
              <a:rPr sz="2200" dirty="0">
                <a:latin typeface=""/>
              </a:rPr>
              <a:t>
</a:t>
            </a:r>
            <a:r>
              <a:rPr sz="2200" b="1" dirty="0" err="1">
                <a:latin typeface=""/>
              </a:rPr>
              <a:t>Ứng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dụng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thực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tế</a:t>
            </a:r>
            <a:r>
              <a:rPr sz="2200" b="1" dirty="0">
                <a:latin typeface=""/>
              </a:rPr>
              <a:t>: </a:t>
            </a:r>
            <a:endParaRPr lang="en-US" sz="2200" b="1" dirty="0">
              <a:latin typeface=""/>
            </a:endParaRPr>
          </a:p>
          <a:p>
            <a:r>
              <a:rPr lang="en-US" sz="2200" b="1" dirty="0">
                <a:latin typeface=""/>
              </a:rPr>
              <a:t>+ </a:t>
            </a:r>
            <a:r>
              <a:rPr sz="2200" b="1" dirty="0" err="1">
                <a:latin typeface=""/>
              </a:rPr>
              <a:t>Xử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lý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phản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hồi</a:t>
            </a:r>
            <a:r>
              <a:rPr sz="2200" b="1" dirty="0">
                <a:latin typeface=""/>
              </a:rPr>
              <a:t> API</a:t>
            </a:r>
            <a:r>
              <a:rPr sz="2200" dirty="0">
                <a:latin typeface=""/>
              </a:rPr>
              <a:t>: </a:t>
            </a:r>
            <a:r>
              <a:rPr sz="2200" dirty="0" err="1">
                <a:latin typeface=""/>
              </a:rPr>
              <a:t>Dễ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dàng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chờ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đợi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và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nhận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kết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quả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từ</a:t>
            </a:r>
            <a:r>
              <a:rPr sz="2200" dirty="0">
                <a:latin typeface=""/>
              </a:rPr>
              <a:t> API </a:t>
            </a:r>
            <a:r>
              <a:rPr sz="2200" dirty="0" err="1">
                <a:latin typeface=""/>
              </a:rPr>
              <a:t>mà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không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chặn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luồng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chính</a:t>
            </a:r>
            <a:r>
              <a:rPr sz="2200" dirty="0">
                <a:latin typeface=""/>
              </a:rPr>
              <a:t>.</a:t>
            </a:r>
            <a:endParaRPr lang="en-US" sz="2200" dirty="0">
              <a:latin typeface=""/>
            </a:endParaRPr>
          </a:p>
          <a:p>
            <a:r>
              <a:rPr lang="en-US" sz="2200" b="1" dirty="0">
                <a:latin typeface=""/>
              </a:rPr>
              <a:t>+ </a:t>
            </a:r>
            <a:r>
              <a:rPr sz="2200" b="1" dirty="0" err="1">
                <a:latin typeface=""/>
              </a:rPr>
              <a:t>Chuyển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đổi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dữ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liệu</a:t>
            </a:r>
            <a:r>
              <a:rPr sz="2200" dirty="0">
                <a:latin typeface=""/>
              </a:rPr>
              <a:t>: </a:t>
            </a:r>
            <a:r>
              <a:rPr sz="2200" dirty="0" err="1">
                <a:latin typeface=""/>
              </a:rPr>
              <a:t>Sử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dụng</a:t>
            </a:r>
            <a:r>
              <a:rPr sz="2200" dirty="0">
                <a:latin typeface=""/>
              </a:rPr>
              <a:t> </a:t>
            </a:r>
            <a:r>
              <a:rPr sz="2200" b="1" dirty="0">
                <a:latin typeface=""/>
              </a:rPr>
              <a:t>map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để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biến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đổi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dữ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liệu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trước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khi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gửi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đến</a:t>
            </a:r>
            <a:r>
              <a:rPr sz="2200" dirty="0">
                <a:latin typeface=""/>
              </a:rPr>
              <a:t> Subscriber.
</a:t>
            </a:r>
            <a:r>
              <a:rPr lang="en-US" sz="2200" dirty="0">
                <a:latin typeface=""/>
              </a:rPr>
              <a:t>+ </a:t>
            </a:r>
            <a:r>
              <a:rPr sz="2200" b="1" dirty="0" err="1">
                <a:latin typeface=""/>
              </a:rPr>
              <a:t>Kết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hợp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nhiều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nguồn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dữ</a:t>
            </a:r>
            <a:r>
              <a:rPr sz="2200" b="1" dirty="0">
                <a:latin typeface=""/>
              </a:rPr>
              <a:t> </a:t>
            </a:r>
            <a:r>
              <a:rPr sz="2200" b="1" dirty="0" err="1">
                <a:latin typeface=""/>
              </a:rPr>
              <a:t>liệu</a:t>
            </a:r>
            <a:r>
              <a:rPr sz="2200" dirty="0">
                <a:latin typeface=""/>
              </a:rPr>
              <a:t>: </a:t>
            </a:r>
            <a:r>
              <a:rPr sz="2200" dirty="0" err="1">
                <a:latin typeface=""/>
              </a:rPr>
              <a:t>Sử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dụng</a:t>
            </a:r>
            <a:r>
              <a:rPr sz="2200" dirty="0">
                <a:latin typeface=""/>
              </a:rPr>
              <a:t> </a:t>
            </a:r>
            <a:r>
              <a:rPr sz="2200" b="1" dirty="0">
                <a:latin typeface=""/>
              </a:rPr>
              <a:t>merge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để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ghép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nhiều</a:t>
            </a:r>
            <a:r>
              <a:rPr sz="2200" dirty="0">
                <a:latin typeface=""/>
              </a:rPr>
              <a:t> </a:t>
            </a:r>
            <a:r>
              <a:rPr sz="2200" b="1" dirty="0">
                <a:latin typeface=""/>
              </a:rPr>
              <a:t>Observables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lại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thành</a:t>
            </a:r>
            <a:r>
              <a:rPr sz="2200" dirty="0">
                <a:latin typeface=""/>
              </a:rPr>
              <a:t> </a:t>
            </a:r>
            <a:r>
              <a:rPr sz="2200" dirty="0" err="1">
                <a:latin typeface=""/>
              </a:rPr>
              <a:t>một</a:t>
            </a:r>
            <a:r>
              <a:rPr sz="2200" dirty="0">
                <a:latin typeface="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3E5C3-D09F-02E9-A97E-8170CD14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6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30C4-53E3-62E1-C614-FE73B3EE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E6350-5028-4754-465A-9D43759CD5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712" y="840620"/>
            <a:ext cx="10267648" cy="562791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000" b="1" dirty="0" err="1">
                <a:solidFill>
                  <a:srgbClr val="080808"/>
                </a:solidFill>
                <a:effectLst/>
                <a:latin typeface="JetBrains Mono"/>
              </a:rPr>
              <a:t>android.database.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b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io.reactivex.rxjava3.core.Observable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000" b="1" dirty="0" err="1">
                <a:solidFill>
                  <a:srgbClr val="080808"/>
                </a:solidFill>
                <a:effectLst/>
                <a:latin typeface="JetBrains Mono"/>
              </a:rPr>
              <a:t>java.util.concurrent.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JetBrains Mono"/>
              </a:rPr>
              <a:t>TimeUnit</a:t>
            </a:r>
            <a:b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</a:br>
            <a:b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JetBrains Mono"/>
              </a:rPr>
              <a:t>UserRepository</a:t>
            </a:r>
            <a: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// 1.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Giả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lập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gọi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API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lấy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tên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User (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mất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1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giây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)</a:t>
            </a:r>
            <a:b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en-US" sz="2000" b="1" dirty="0" err="1">
                <a:solidFill>
                  <a:srgbClr val="00627A"/>
                </a:solidFill>
                <a:effectLst/>
                <a:latin typeface="JetBrains Mono"/>
              </a:rPr>
              <a:t>getUserNameApi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(): </a:t>
            </a:r>
            <a: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r>
              <a:rPr lang="en-US" sz="2000" b="1" dirty="0" err="1">
                <a:solidFill>
                  <a:srgbClr val="080808"/>
                </a:solidFill>
                <a:effectLst/>
                <a:latin typeface="JetBrains Mono"/>
              </a:rPr>
              <a:t>.just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 b="1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2000" b="1" dirty="0" err="1">
                <a:solidFill>
                  <a:srgbClr val="067D17"/>
                </a:solidFill>
                <a:effectLst/>
                <a:latin typeface="JetBrains Mono"/>
              </a:rPr>
              <a:t>nguyen</a:t>
            </a:r>
            <a:r>
              <a:rPr lang="en-US" sz="2000" b="1" dirty="0">
                <a:solidFill>
                  <a:srgbClr val="067D17"/>
                </a:solidFill>
                <a:effectLst/>
                <a:latin typeface="JetBrains Mono"/>
              </a:rPr>
              <a:t> van a"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        .delay(</a:t>
            </a:r>
            <a:r>
              <a:rPr lang="en-US" sz="2000" b="1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JetBrains Mono"/>
              </a:rPr>
              <a:t>TimeUnit</a:t>
            </a:r>
            <a:r>
              <a:rPr lang="en-US" sz="2000" b="1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000" b="1" i="1" dirty="0" err="1">
                <a:solidFill>
                  <a:srgbClr val="871094"/>
                </a:solidFill>
                <a:effectLst/>
                <a:latin typeface="JetBrains Mono"/>
              </a:rPr>
              <a:t>SECONDS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// 2.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Giả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lập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một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nguồn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dữ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liệu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khác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(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ví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2000" b="1" i="1" dirty="0" err="1">
                <a:solidFill>
                  <a:srgbClr val="8C8C8C"/>
                </a:solidFill>
                <a:effectLst/>
                <a:latin typeface="JetBrains Mono"/>
              </a:rPr>
              <a:t>dụ</a:t>
            </a: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: Cache)</a:t>
            </a:r>
            <a:b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2000" b="1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en-US" sz="2000" b="1" dirty="0" err="1">
                <a:solidFill>
                  <a:srgbClr val="00627A"/>
                </a:solidFill>
                <a:effectLst/>
                <a:latin typeface="JetBrains Mono"/>
              </a:rPr>
              <a:t>getUserRoleCache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(): </a:t>
            </a:r>
            <a: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2000" b="1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000" b="1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r>
              <a:rPr lang="en-US" sz="2000" b="1" dirty="0" err="1">
                <a:solidFill>
                  <a:srgbClr val="080808"/>
                </a:solidFill>
                <a:effectLst/>
                <a:latin typeface="JetBrains Mono"/>
              </a:rPr>
              <a:t>.just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 b="1" dirty="0">
                <a:solidFill>
                  <a:srgbClr val="067D17"/>
                </a:solidFill>
                <a:effectLst/>
                <a:latin typeface="JetBrains Mono"/>
              </a:rPr>
              <a:t>" (Admin)"</a:t>
            </a: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B857B-9F85-7C20-3F9A-34AC9995A1B4}"/>
              </a:ext>
            </a:extLst>
          </p:cNvPr>
          <p:cNvSpPr txBox="1"/>
          <p:nvPr/>
        </p:nvSpPr>
        <p:spPr>
          <a:xfrm>
            <a:off x="554567" y="321732"/>
            <a:ext cx="11032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/>
              <a:t>Giả</a:t>
            </a:r>
            <a:r>
              <a:rPr lang="en-US" sz="2200" b="1" dirty="0"/>
              <a:t> </a:t>
            </a:r>
            <a:r>
              <a:rPr lang="en-US" sz="2200" b="1" dirty="0" err="1"/>
              <a:t>lập</a:t>
            </a:r>
            <a:r>
              <a:rPr lang="en-US" sz="2200" b="1" dirty="0"/>
              <a:t> </a:t>
            </a:r>
            <a:r>
              <a:rPr lang="en-US" sz="2200" b="1" dirty="0" err="1"/>
              <a:t>việc</a:t>
            </a:r>
            <a:r>
              <a:rPr lang="en-US" sz="2200" b="1" dirty="0"/>
              <a:t> </a:t>
            </a:r>
            <a:r>
              <a:rPr lang="en-US" sz="2200" b="1" dirty="0" err="1"/>
              <a:t>gọi</a:t>
            </a:r>
            <a:r>
              <a:rPr lang="en-US" sz="2200" b="1" dirty="0"/>
              <a:t> API </a:t>
            </a:r>
            <a:r>
              <a:rPr lang="en-US" sz="2200" b="1" dirty="0" err="1"/>
              <a:t>lấy</a:t>
            </a:r>
            <a:r>
              <a:rPr lang="en-US" sz="2200" b="1" dirty="0"/>
              <a:t> </a:t>
            </a:r>
            <a:r>
              <a:rPr lang="en-US" sz="2200" b="1" dirty="0" err="1"/>
              <a:t>dữ</a:t>
            </a:r>
            <a:r>
              <a:rPr lang="en-US" sz="2200" b="1" dirty="0"/>
              <a:t> </a:t>
            </a:r>
            <a:r>
              <a:rPr lang="en-US" sz="2200" b="1" dirty="0" err="1"/>
              <a:t>liệu</a:t>
            </a:r>
            <a:r>
              <a:rPr lang="en-US" sz="2200" b="1" dirty="0"/>
              <a:t> User </a:t>
            </a:r>
            <a:r>
              <a:rPr lang="en-US" sz="2200" b="1" dirty="0" err="1"/>
              <a:t>và</a:t>
            </a:r>
            <a:r>
              <a:rPr lang="en-US" sz="2200" b="1" dirty="0"/>
              <a:t> </a:t>
            </a:r>
            <a:r>
              <a:rPr lang="en-US" sz="2200" b="1" dirty="0" err="1"/>
              <a:t>một</a:t>
            </a:r>
            <a:r>
              <a:rPr lang="en-US" sz="2200" b="1" dirty="0"/>
              <a:t> </a:t>
            </a:r>
            <a:r>
              <a:rPr lang="en-US" sz="2200" b="1" dirty="0" err="1"/>
              <a:t>nguồn</a:t>
            </a:r>
            <a:r>
              <a:rPr lang="en-US" sz="2200" b="1" dirty="0"/>
              <a:t> </a:t>
            </a:r>
            <a:r>
              <a:rPr lang="en-US" sz="2200" b="1" dirty="0" err="1"/>
              <a:t>dữ</a:t>
            </a:r>
            <a:r>
              <a:rPr lang="en-US" sz="2200" b="1" dirty="0"/>
              <a:t> </a:t>
            </a:r>
            <a:r>
              <a:rPr lang="en-US" sz="2200" b="1" dirty="0" err="1"/>
              <a:t>liệu</a:t>
            </a:r>
            <a:r>
              <a:rPr lang="en-US" sz="2200" b="1" dirty="0"/>
              <a:t> </a:t>
            </a:r>
            <a:r>
              <a:rPr lang="en-US" sz="2200" b="1" dirty="0" err="1"/>
              <a:t>phụ</a:t>
            </a:r>
            <a:r>
              <a:rPr lang="en-US" sz="2200" b="1" dirty="0"/>
              <a:t> </a:t>
            </a:r>
            <a:r>
              <a:rPr lang="en-US" sz="2200" b="1" dirty="0" err="1"/>
              <a:t>khác</a:t>
            </a:r>
            <a:r>
              <a:rPr lang="en-US" sz="2200" b="1" dirty="0"/>
              <a:t> </a:t>
            </a:r>
            <a:r>
              <a:rPr lang="en-US" sz="2200" b="1" dirty="0" err="1"/>
              <a:t>để</a:t>
            </a:r>
            <a:r>
              <a:rPr lang="en-US" sz="2200" b="1" dirty="0"/>
              <a:t> </a:t>
            </a:r>
            <a:r>
              <a:rPr lang="en-US" sz="2200" b="1" dirty="0" err="1"/>
              <a:t>minh</a:t>
            </a:r>
            <a:r>
              <a:rPr lang="en-US" sz="2200" b="1" dirty="0"/>
              <a:t> </a:t>
            </a:r>
            <a:r>
              <a:rPr lang="en-US" sz="2200" b="1" dirty="0" err="1"/>
              <a:t>họa</a:t>
            </a:r>
            <a:r>
              <a:rPr lang="en-US" sz="2200" b="1" dirty="0"/>
              <a:t> merge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53848B-FCB3-0215-2BD1-6F7D6BB1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8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A3000-FCD1-95CC-AD5F-98AE421B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80424-9C2D-E5A2-3490-CFC6256757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8793" y="750060"/>
            <a:ext cx="10974413" cy="537754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UserViewModel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: ViewModel() {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private val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repository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= UserRepository()</a:t>
            </a:r>
          </a:p>
          <a:p>
            <a:pPr>
              <a:buNone/>
            </a:pPr>
            <a:r>
              <a:rPr lang="vi-VN" sz="18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Dùng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để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quản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lý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và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hủy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các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luồng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Rx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khi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không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dùng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private val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disposables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= CompositeDisposable()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vi-VN" sz="1900" b="1" dirty="0">
                <a:solidFill>
                  <a:srgbClr val="00627A"/>
                </a:solidFill>
                <a:effectLst/>
                <a:latin typeface="JetBrains Mono"/>
              </a:rPr>
              <a:t>loadUserData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</a:p>
          <a:p>
            <a:pPr>
              <a:spcBef>
                <a:spcPts val="600"/>
              </a:spcBef>
              <a:buNone/>
            </a:pPr>
            <a:r>
              <a:rPr lang="vi-VN" sz="1900" i="1" dirty="0">
                <a:solidFill>
                  <a:srgbClr val="8C8C8C"/>
                </a:solidFill>
                <a:effectLst/>
                <a:latin typeface="JetBrains Mono"/>
              </a:rPr>
              <a:t>   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// Minh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họa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toán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tử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MAP: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Biến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đổi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dữ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liệu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val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disposableMap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repository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.getUserNameApi()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.subscribeOn(Schedulers.io())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.map { it.uppercase() }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.observeOn(AndroidSchedulers.mainThread())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.subscribe {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result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Log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.d(</a:t>
            </a:r>
            <a:r>
              <a:rPr lang="vi-VN" sz="1900" b="1" dirty="0">
                <a:solidFill>
                  <a:srgbClr val="067D17"/>
                </a:solidFill>
                <a:effectLst/>
                <a:latin typeface="JetBrains Mono"/>
              </a:rPr>
              <a:t>"RxKotlin"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vi-VN" sz="1900" b="1" dirty="0">
                <a:solidFill>
                  <a:srgbClr val="067D17"/>
                </a:solidFill>
                <a:effectLst/>
                <a:latin typeface="JetBrains Mono"/>
              </a:rPr>
              <a:t>"Map Result: </a:t>
            </a:r>
            <a:r>
              <a:rPr lang="vi-VN" sz="1900" b="1" dirty="0">
                <a:solidFill>
                  <a:srgbClr val="0037A6"/>
                </a:solidFill>
                <a:effectLst/>
                <a:latin typeface="JetBrains Mono"/>
              </a:rPr>
              <a:t>$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vi-VN" sz="1900" b="1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endParaRPr lang="vi-VN" sz="1900" b="1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5D585-44A1-18A7-823F-A551B8289A50}"/>
              </a:ext>
            </a:extLst>
          </p:cNvPr>
          <p:cNvSpPr txBox="1"/>
          <p:nvPr/>
        </p:nvSpPr>
        <p:spPr>
          <a:xfrm>
            <a:off x="348343" y="119743"/>
            <a:ext cx="11146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b="1" dirty="0"/>
              <a:t>Nơi áp dụng các toán tử map, merge và đăng ký lắng nghe (subscribe).</a:t>
            </a:r>
            <a:endParaRPr lang="en-US" sz="2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BC206-C0C6-E731-9F35-540AB741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69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0B90-2995-41D1-FF80-37EA4793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4A448C-9407-65F5-8E5A-60AA4D7ECECE}"/>
              </a:ext>
            </a:extLst>
          </p:cNvPr>
          <p:cNvSpPr txBox="1"/>
          <p:nvPr/>
        </p:nvSpPr>
        <p:spPr>
          <a:xfrm>
            <a:off x="348343" y="119743"/>
            <a:ext cx="11146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b="1" dirty="0"/>
              <a:t>Nơi áp dụng các toán tử map, merge và đăng ký lắng nghe (subscribe) (tiếp).</a:t>
            </a:r>
            <a:endParaRPr lang="en-US" sz="2200" b="1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0AB0E0C-C606-6477-2CA5-3867A62DDB7F}"/>
              </a:ext>
            </a:extLst>
          </p:cNvPr>
          <p:cNvSpPr txBox="1">
            <a:spLocks/>
          </p:cNvSpPr>
          <p:nvPr/>
        </p:nvSpPr>
        <p:spPr>
          <a:xfrm>
            <a:off x="631371" y="909158"/>
            <a:ext cx="10929257" cy="5039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// Minh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họa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toán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tử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MERGE: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Ghép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nhiều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nguồn</a:t>
            </a:r>
            <a:endParaRPr lang="vi-VN" sz="1800" b="1" dirty="0">
              <a:solidFill>
                <a:srgbClr val="0033B3"/>
              </a:solidFill>
              <a:effectLst/>
              <a:latin typeface="JetBrains Mono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val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disposableMerge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= Observable.merge(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repository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.getUserNameApi(),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repository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.getUserRoleCache()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.subscribeOn(Schedulers.io())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.subscribe {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data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Log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.d(</a:t>
            </a:r>
            <a:r>
              <a:rPr lang="vi-VN" sz="1900" b="1" dirty="0">
                <a:solidFill>
                  <a:srgbClr val="067D17"/>
                </a:solidFill>
                <a:effectLst/>
                <a:latin typeface="JetBrains Mono"/>
              </a:rPr>
              <a:t>"RxKotlin"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vi-VN" sz="1900" b="1" dirty="0">
                <a:solidFill>
                  <a:srgbClr val="067D17"/>
                </a:solidFill>
                <a:effectLst/>
                <a:latin typeface="JetBrains Mono"/>
              </a:rPr>
              <a:t>"Merge Data: </a:t>
            </a:r>
            <a:r>
              <a:rPr lang="vi-VN" sz="1900" b="1" dirty="0">
                <a:solidFill>
                  <a:srgbClr val="0037A6"/>
                </a:solidFill>
                <a:effectLst/>
                <a:latin typeface="JetBrains Mono"/>
              </a:rPr>
              <a:t>$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vi-VN" sz="1900" b="1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disposables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.addAll(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disposableMap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vi-VN" sz="1900" b="1" dirty="0">
                <a:solidFill>
                  <a:srgbClr val="000000"/>
                </a:solidFill>
                <a:effectLst/>
                <a:latin typeface="JetBrains Mono"/>
              </a:rPr>
              <a:t>disposableMerge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override fun </a:t>
            </a:r>
            <a:r>
              <a:rPr lang="vi-VN" sz="1900" b="1" dirty="0">
                <a:solidFill>
                  <a:srgbClr val="00627A"/>
                </a:solidFill>
                <a:effectLst/>
                <a:latin typeface="JetBrains Mono"/>
              </a:rPr>
              <a:t>onCleared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vi-VN" sz="1900" b="1" dirty="0"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.onCleared()</a:t>
            </a:r>
            <a:b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vi-VN" sz="1900" b="1" dirty="0">
                <a:solidFill>
                  <a:srgbClr val="871094"/>
                </a:solidFill>
                <a:effectLst/>
                <a:latin typeface="JetBrains Mono"/>
              </a:rPr>
              <a:t>disposables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vi-VN" sz="1900" b="1" i="1" dirty="0">
                <a:solidFill>
                  <a:srgbClr val="00627A"/>
                </a:solidFill>
                <a:effectLst/>
                <a:latin typeface="JetBrains Mono"/>
              </a:rPr>
              <a:t>clear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b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vi-VN" sz="1900" b="1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} </a:t>
            </a:r>
          </a:p>
          <a:p>
            <a:pPr>
              <a:spcBef>
                <a:spcPts val="600"/>
              </a:spcBef>
              <a:buNone/>
            </a:pPr>
            <a:r>
              <a:rPr lang="vi-VN" sz="1900" b="1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E16586-ADFB-6A3A-2169-438C8FD5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27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1665" y="313981"/>
            <a:ext cx="5791201" cy="549275"/>
          </a:xfrm>
        </p:spPr>
        <p:txBody>
          <a:bodyPr/>
          <a:lstStyle/>
          <a:p>
            <a:r>
              <a:rPr dirty="0">
                <a:latin typeface="Aptos Display" panose="020B0004020202020204" pitchFamily="34" charset="0"/>
              </a:rPr>
              <a:t>So </a:t>
            </a:r>
            <a:r>
              <a:rPr dirty="0" err="1">
                <a:latin typeface="Aptos Display" panose="020B0004020202020204" pitchFamily="34" charset="0"/>
              </a:rPr>
              <a:t>sánh</a:t>
            </a:r>
            <a:r>
              <a:rPr dirty="0">
                <a:latin typeface="Aptos Display" panose="020B0004020202020204" pitchFamily="34" charset="0"/>
              </a:rPr>
              <a:t> </a:t>
            </a:r>
            <a:r>
              <a:rPr dirty="0" err="1">
                <a:latin typeface="Aptos Display" panose="020B0004020202020204" pitchFamily="34" charset="0"/>
              </a:rPr>
              <a:t>LiveData</a:t>
            </a:r>
            <a:r>
              <a:rPr dirty="0">
                <a:latin typeface="Aptos Display" panose="020B0004020202020204" pitchFamily="34" charset="0"/>
              </a:rPr>
              <a:t> </a:t>
            </a:r>
            <a:r>
              <a:rPr dirty="0" err="1">
                <a:latin typeface="Aptos Display" panose="020B0004020202020204" pitchFamily="34" charset="0"/>
              </a:rPr>
              <a:t>và</a:t>
            </a:r>
            <a:r>
              <a:rPr dirty="0">
                <a:latin typeface="Aptos Display" panose="020B0004020202020204" pitchFamily="34" charset="0"/>
              </a:rPr>
              <a:t> </a:t>
            </a:r>
            <a:r>
              <a:rPr lang="vi-VN" dirty="0">
                <a:latin typeface="Aptos Display" panose="020B0004020202020204" pitchFamily="34" charset="0"/>
              </a:rPr>
              <a:t>RxJava/RxKotlin</a:t>
            </a:r>
            <a:endParaRPr dirty="0">
              <a:latin typeface="Aptos Display" panose="020B00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880961" y="764584"/>
            <a:ext cx="8732610" cy="5048387"/>
          </a:xfrm>
        </p:spPr>
        <p:txBody>
          <a:bodyPr>
            <a:noAutofit/>
          </a:bodyPr>
          <a:lstStyle/>
          <a:p>
            <a:pPr marL="0" indent="0"/>
            <a:r>
              <a:rPr sz="2200" b="1" dirty="0" err="1"/>
              <a:t>Sự</a:t>
            </a:r>
            <a:r>
              <a:rPr sz="2200" b="1" dirty="0"/>
              <a:t> </a:t>
            </a:r>
            <a:r>
              <a:rPr sz="2200" b="1" dirty="0" err="1"/>
              <a:t>khác</a:t>
            </a:r>
            <a:r>
              <a:rPr sz="2200" b="1" dirty="0"/>
              <a:t> </a:t>
            </a:r>
            <a:r>
              <a:rPr sz="2200" b="1" dirty="0" err="1"/>
              <a:t>biệt</a:t>
            </a:r>
            <a:r>
              <a:rPr sz="2200" b="1" dirty="0"/>
              <a:t>:</a:t>
            </a:r>
            <a:endParaRPr lang="vi-VN" sz="2200" b="1" dirty="0"/>
          </a:p>
          <a:p>
            <a:pPr marL="0" indent="0"/>
            <a:endParaRPr lang="vi-VN" sz="2200" dirty="0"/>
          </a:p>
          <a:p>
            <a:pPr marL="0" indent="0"/>
            <a:endParaRPr lang="vi-VN" sz="2200" dirty="0"/>
          </a:p>
          <a:p>
            <a:pPr marL="0" indent="0"/>
            <a:endParaRPr lang="vi-VN" sz="2200" dirty="0"/>
          </a:p>
          <a:p>
            <a:pPr marL="0" indent="0"/>
            <a:endParaRPr lang="vi-VN" sz="2200" dirty="0"/>
          </a:p>
          <a:p>
            <a:pPr marL="0" indent="0"/>
            <a:endParaRPr lang="vi-VN" sz="2200" dirty="0"/>
          </a:p>
          <a:p>
            <a:pPr marL="0" indent="0"/>
            <a:endParaRPr sz="2200" dirty="0"/>
          </a:p>
          <a:p>
            <a:pPr marL="0" indent="0">
              <a:spcBef>
                <a:spcPts val="0"/>
              </a:spcBef>
            </a:pPr>
            <a:endParaRPr lang="vi-VN" sz="2200" dirty="0"/>
          </a:p>
          <a:p>
            <a:pPr marL="0" indent="0">
              <a:spcBef>
                <a:spcPts val="0"/>
              </a:spcBef>
            </a:pPr>
            <a:endParaRPr lang="vi-VN" sz="2200" b="1" dirty="0"/>
          </a:p>
          <a:p>
            <a:pPr marL="0" indent="0">
              <a:spcBef>
                <a:spcPts val="0"/>
              </a:spcBef>
            </a:pPr>
            <a:r>
              <a:rPr sz="2200" b="1" dirty="0" err="1"/>
              <a:t>Tương</a:t>
            </a:r>
            <a:r>
              <a:rPr sz="2200" b="1" dirty="0"/>
              <a:t> </a:t>
            </a:r>
            <a:r>
              <a:rPr sz="2200" b="1" dirty="0" err="1"/>
              <a:t>đồng</a:t>
            </a:r>
            <a:r>
              <a:rPr sz="2200" b="1" dirty="0"/>
              <a:t>:</a:t>
            </a:r>
            <a:endParaRPr lang="vi-VN" sz="2200" b="1" dirty="0"/>
          </a:p>
          <a:p>
            <a:pPr marL="0" indent="0">
              <a:spcBef>
                <a:spcPts val="0"/>
              </a:spcBef>
            </a:pPr>
            <a:r>
              <a:rPr sz="2200" dirty="0" err="1"/>
              <a:t>Cả</a:t>
            </a:r>
            <a:r>
              <a:rPr sz="2200" dirty="0"/>
              <a:t> </a:t>
            </a:r>
            <a:r>
              <a:rPr sz="2200" dirty="0" err="1"/>
              <a:t>hai</a:t>
            </a:r>
            <a:r>
              <a:rPr sz="2200" dirty="0"/>
              <a:t> </a:t>
            </a:r>
            <a:r>
              <a:rPr sz="2200" dirty="0" err="1"/>
              <a:t>đều</a:t>
            </a:r>
            <a:r>
              <a:rPr sz="2200" dirty="0"/>
              <a:t> </a:t>
            </a:r>
            <a:r>
              <a:rPr sz="2200" dirty="0" err="1"/>
              <a:t>hỗ</a:t>
            </a:r>
            <a:r>
              <a:rPr sz="2200" dirty="0"/>
              <a:t> </a:t>
            </a:r>
            <a:r>
              <a:rPr sz="2200" dirty="0" err="1"/>
              <a:t>trợ</a:t>
            </a:r>
            <a:r>
              <a:rPr sz="2200" dirty="0"/>
              <a:t> </a:t>
            </a:r>
            <a:r>
              <a:rPr sz="2200" dirty="0" err="1"/>
              <a:t>lập</a:t>
            </a:r>
            <a:r>
              <a:rPr sz="2200" dirty="0"/>
              <a:t> </a:t>
            </a:r>
            <a:r>
              <a:rPr sz="2200" dirty="0" err="1"/>
              <a:t>trình</a:t>
            </a:r>
            <a:r>
              <a:rPr sz="2200" dirty="0"/>
              <a:t> </a:t>
            </a:r>
            <a:r>
              <a:rPr sz="2200" dirty="0" err="1"/>
              <a:t>phản</a:t>
            </a:r>
            <a:r>
              <a:rPr sz="2200" dirty="0"/>
              <a:t> </a:t>
            </a:r>
            <a:r>
              <a:rPr sz="2200" dirty="0" err="1"/>
              <a:t>ứng</a:t>
            </a:r>
            <a:r>
              <a:rPr sz="2200" dirty="0"/>
              <a:t>, </a:t>
            </a:r>
            <a:r>
              <a:rPr sz="2200" dirty="0" err="1"/>
              <a:t>giúp</a:t>
            </a:r>
            <a:r>
              <a:rPr sz="2200" dirty="0"/>
              <a:t> </a:t>
            </a:r>
            <a:r>
              <a:rPr sz="2200" dirty="0" err="1"/>
              <a:t>quản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hiệu</a:t>
            </a:r>
            <a:r>
              <a:rPr sz="2200" dirty="0"/>
              <a:t> </a:t>
            </a:r>
            <a:r>
              <a:rPr sz="2200" dirty="0" err="1"/>
              <a:t>quả</a:t>
            </a:r>
            <a:r>
              <a:rPr sz="2200" dirty="0"/>
              <a:t>, </a:t>
            </a:r>
            <a:r>
              <a:rPr sz="2200" dirty="0" err="1"/>
              <a:t>dễ</a:t>
            </a:r>
            <a:r>
              <a:rPr sz="2200" dirty="0"/>
              <a:t> </a:t>
            </a:r>
            <a:r>
              <a:rPr sz="2200" dirty="0" err="1"/>
              <a:t>dàng</a:t>
            </a:r>
            <a:r>
              <a:rPr sz="2200" dirty="0"/>
              <a:t> </a:t>
            </a:r>
            <a:r>
              <a:rPr sz="2200" dirty="0" err="1"/>
              <a:t>theo</a:t>
            </a:r>
            <a:r>
              <a:rPr sz="2200" dirty="0"/>
              <a:t> </a:t>
            </a:r>
            <a:r>
              <a:rPr sz="2200" dirty="0" err="1"/>
              <a:t>dõi</a:t>
            </a:r>
            <a:r>
              <a:rPr sz="2200" dirty="0"/>
              <a:t> </a:t>
            </a:r>
            <a:r>
              <a:rPr sz="2200" dirty="0" err="1"/>
              <a:t>thay</a:t>
            </a:r>
            <a:r>
              <a:rPr sz="2200" dirty="0"/>
              <a:t> </a:t>
            </a:r>
            <a:r>
              <a:rPr sz="2200" dirty="0" err="1"/>
              <a:t>đổi</a:t>
            </a:r>
            <a:r>
              <a:rPr sz="2200" dirty="0"/>
              <a:t> </a:t>
            </a:r>
            <a:r>
              <a:rPr sz="2200" dirty="0" err="1"/>
              <a:t>trong</a:t>
            </a:r>
            <a:r>
              <a:rPr sz="2200" dirty="0"/>
              <a:t> </a:t>
            </a:r>
            <a:r>
              <a:rPr sz="2200" dirty="0" err="1"/>
              <a:t>ứng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D0CD4A-1267-9147-8998-6C4DE63A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518533"/>
              </p:ext>
            </p:extLst>
          </p:nvPr>
        </p:nvGraphicFramePr>
        <p:xfrm>
          <a:off x="1880961" y="1215888"/>
          <a:ext cx="8504009" cy="369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37">
                  <a:extLst>
                    <a:ext uri="{9D8B030D-6E8A-4147-A177-3AD203B41FA5}">
                      <a16:colId xmlns:a16="http://schemas.microsoft.com/office/drawing/2014/main" val="812011454"/>
                    </a:ext>
                  </a:extLst>
                </a:gridCol>
                <a:gridCol w="3081840">
                  <a:extLst>
                    <a:ext uri="{9D8B030D-6E8A-4147-A177-3AD203B41FA5}">
                      <a16:colId xmlns:a16="http://schemas.microsoft.com/office/drawing/2014/main" val="4214917721"/>
                    </a:ext>
                  </a:extLst>
                </a:gridCol>
                <a:gridCol w="3225932">
                  <a:extLst>
                    <a:ext uri="{9D8B030D-6E8A-4147-A177-3AD203B41FA5}">
                      <a16:colId xmlns:a16="http://schemas.microsoft.com/office/drawing/2014/main" val="302019661"/>
                    </a:ext>
                  </a:extLst>
                </a:gridCol>
              </a:tblGrid>
              <a:tr h="398014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LiveData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RxJava/RxKotlin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507152"/>
                  </a:ext>
                </a:extLst>
              </a:tr>
              <a:tr h="398014">
                <a:tc>
                  <a:txBody>
                    <a:bodyPr/>
                    <a:lstStyle/>
                    <a:p>
                      <a:r>
                        <a:rPr lang="vi-VN" sz="2000" dirty="0"/>
                        <a:t>Nguồn gốc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Google (Android Jetpack)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ReactiveX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26640"/>
                  </a:ext>
                </a:extLst>
              </a:tr>
              <a:tr h="398014">
                <a:tc>
                  <a:txBody>
                    <a:bodyPr/>
                    <a:lstStyle/>
                    <a:p>
                      <a:r>
                        <a:rPr lang="vi-VN" sz="2000" dirty="0"/>
                        <a:t>Độ khó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Dễ đọc, dễ dùng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Khó, nhiều khái niệm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5212"/>
                  </a:ext>
                </a:extLst>
              </a:tr>
              <a:tr h="700504">
                <a:tc>
                  <a:txBody>
                    <a:bodyPr/>
                    <a:lstStyle/>
                    <a:p>
                      <a:r>
                        <a:rPr lang="vi-VN" sz="2000" dirty="0"/>
                        <a:t>Quản lý vòng đời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Tự động (An toàn cho UI)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Thủ công (Phải dùng Disposable để dọn dẹp)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259725"/>
                  </a:ext>
                </a:extLst>
              </a:tr>
              <a:tr h="700504">
                <a:tc>
                  <a:txBody>
                    <a:bodyPr/>
                    <a:lstStyle/>
                    <a:p>
                      <a:r>
                        <a:rPr lang="vi-VN" sz="2000" dirty="0"/>
                        <a:t>Xử lý đa luồng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Hạn chế (chủ yếu chạy trên Main Thread)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Rất mạnh mẽ (Schedulers)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744528"/>
                  </a:ext>
                </a:extLst>
              </a:tr>
              <a:tr h="398014">
                <a:tc>
                  <a:txBody>
                    <a:bodyPr/>
                    <a:lstStyle/>
                    <a:p>
                      <a:r>
                        <a:rPr lang="vi-VN" sz="2000" dirty="0"/>
                        <a:t>Toán tử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Rất ít (map, switchMap)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Hàng trăm toán tử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949265"/>
                  </a:ext>
                </a:extLst>
              </a:tr>
              <a:tr h="700504">
                <a:tc>
                  <a:txBody>
                    <a:bodyPr/>
                    <a:lstStyle/>
                    <a:p>
                      <a:r>
                        <a:rPr lang="vi-VN" sz="2000" dirty="0"/>
                        <a:t>Nơi dùng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Giao tiếp giữa </a:t>
                      </a:r>
                    </a:p>
                    <a:p>
                      <a:r>
                        <a:rPr lang="vi-VN" sz="2000" dirty="0"/>
                        <a:t>ViewModel -&gt; View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 dirty="0"/>
                        <a:t>Xử lý logic ở Repository, UseCase.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302786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67E7C-0990-13C2-C5FD-90B014BE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3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7" y="365125"/>
            <a:ext cx="5606143" cy="658132"/>
          </a:xfrm>
        </p:spPr>
        <p:txBody>
          <a:bodyPr/>
          <a:lstStyle/>
          <a:p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LiveData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RxJava</a:t>
            </a:r>
            <a:endParaRPr dirty="0"/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>
          <a:xfrm>
            <a:off x="6557553" y="870858"/>
            <a:ext cx="5318761" cy="5154052"/>
          </a:xfrm>
        </p:spPr>
      </p:pic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718457" y="870857"/>
            <a:ext cx="5747657" cy="5154051"/>
          </a:xfrm>
        </p:spPr>
        <p:txBody>
          <a:bodyPr>
            <a:noAutofit/>
          </a:bodyPr>
          <a:lstStyle/>
          <a:p>
            <a:r>
              <a:rPr sz="2200" dirty="0" err="1"/>
              <a:t>Tạo</a:t>
            </a:r>
            <a:r>
              <a:rPr sz="2200" dirty="0"/>
              <a:t> </a:t>
            </a:r>
            <a:r>
              <a:rPr sz="2200" dirty="0" err="1"/>
              <a:t>LiveData</a:t>
            </a:r>
            <a:r>
              <a:rPr sz="2200" dirty="0"/>
              <a:t> </a:t>
            </a:r>
            <a:r>
              <a:rPr sz="2200" dirty="0" err="1"/>
              <a:t>từ</a:t>
            </a:r>
            <a:r>
              <a:rPr sz="2200" dirty="0"/>
              <a:t> </a:t>
            </a:r>
            <a:r>
              <a:rPr sz="2200" b="1" dirty="0"/>
              <a:t>Observable</a:t>
            </a:r>
            <a:r>
              <a:rPr sz="2200" dirty="0"/>
              <a:t>: </a:t>
            </a:r>
            <a:r>
              <a:rPr sz="2200" dirty="0" err="1"/>
              <a:t>Sử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 </a:t>
            </a:r>
            <a:r>
              <a:rPr sz="2200" dirty="0" err="1"/>
              <a:t>hàm</a:t>
            </a:r>
            <a:r>
              <a:rPr sz="2200" dirty="0"/>
              <a:t> </a:t>
            </a:r>
            <a:r>
              <a:rPr sz="2200" dirty="0" err="1"/>
              <a:t>toLiveData</a:t>
            </a:r>
            <a:r>
              <a:rPr sz="2200" dirty="0"/>
              <a:t>() </a:t>
            </a:r>
            <a:r>
              <a:rPr sz="2200" dirty="0" err="1"/>
              <a:t>trong</a:t>
            </a:r>
            <a:r>
              <a:rPr sz="2200" dirty="0"/>
              <a:t> </a:t>
            </a:r>
            <a:r>
              <a:rPr sz="2200" dirty="0" err="1"/>
              <a:t>RxJava</a:t>
            </a:r>
            <a:r>
              <a:rPr sz="2200" dirty="0"/>
              <a:t> </a:t>
            </a:r>
            <a:r>
              <a:rPr sz="2200" dirty="0" err="1"/>
              <a:t>để</a:t>
            </a:r>
            <a:r>
              <a:rPr sz="2200" dirty="0"/>
              <a:t> </a:t>
            </a:r>
            <a:r>
              <a:rPr sz="2200" dirty="0" err="1"/>
              <a:t>chuyển</a:t>
            </a:r>
            <a:r>
              <a:rPr sz="2200" dirty="0"/>
              <a:t> Observable </a:t>
            </a:r>
            <a:r>
              <a:rPr sz="2200" dirty="0" err="1"/>
              <a:t>thành</a:t>
            </a:r>
            <a:r>
              <a:rPr sz="2200" dirty="0"/>
              <a:t> </a:t>
            </a:r>
            <a:r>
              <a:rPr sz="2200" dirty="0" err="1"/>
              <a:t>LiveData</a:t>
            </a:r>
            <a:r>
              <a:rPr sz="2200" dirty="0"/>
              <a:t>. </a:t>
            </a:r>
            <a:r>
              <a:rPr sz="2200" dirty="0" err="1"/>
              <a:t>Điều</a:t>
            </a:r>
            <a:r>
              <a:rPr sz="2200" dirty="0"/>
              <a:t> </a:t>
            </a:r>
            <a:r>
              <a:rPr sz="2200" dirty="0" err="1"/>
              <a:t>này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phép</a:t>
            </a:r>
            <a:r>
              <a:rPr sz="2200" dirty="0"/>
              <a:t> </a:t>
            </a:r>
            <a:r>
              <a:rPr sz="2200" dirty="0" err="1"/>
              <a:t>cập</a:t>
            </a:r>
            <a:r>
              <a:rPr sz="2200" dirty="0"/>
              <a:t> </a:t>
            </a:r>
            <a:r>
              <a:rPr sz="2200" dirty="0" err="1"/>
              <a:t>nhật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một</a:t>
            </a:r>
            <a:r>
              <a:rPr sz="2200" dirty="0"/>
              <a:t> </a:t>
            </a:r>
            <a:r>
              <a:rPr sz="2200" dirty="0" err="1"/>
              <a:t>cách</a:t>
            </a:r>
            <a:r>
              <a:rPr sz="2200" dirty="0"/>
              <a:t> </a:t>
            </a:r>
            <a:r>
              <a:rPr sz="2200" dirty="0" err="1"/>
              <a:t>tự</a:t>
            </a:r>
            <a:r>
              <a:rPr sz="2200" dirty="0"/>
              <a:t> </a:t>
            </a:r>
            <a:r>
              <a:rPr sz="2200" dirty="0" err="1"/>
              <a:t>động</a:t>
            </a:r>
            <a:r>
              <a:rPr sz="2200" dirty="0"/>
              <a:t> </a:t>
            </a:r>
            <a:r>
              <a:rPr sz="2200" dirty="0" err="1"/>
              <a:t>trong</a:t>
            </a:r>
            <a:r>
              <a:rPr sz="2200" dirty="0"/>
              <a:t> UI.
</a:t>
            </a:r>
            <a:r>
              <a:rPr sz="2200" dirty="0" err="1"/>
              <a:t>Xử</a:t>
            </a:r>
            <a:r>
              <a:rPr sz="2200" dirty="0"/>
              <a:t> </a:t>
            </a:r>
            <a:r>
              <a:rPr sz="2200" dirty="0" err="1"/>
              <a:t>lý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bằng</a:t>
            </a:r>
            <a:r>
              <a:rPr sz="2200" dirty="0"/>
              <a:t> </a:t>
            </a:r>
            <a:r>
              <a:rPr sz="2200" dirty="0" err="1"/>
              <a:t>toán</a:t>
            </a:r>
            <a:r>
              <a:rPr sz="2200" dirty="0"/>
              <a:t> </a:t>
            </a:r>
            <a:r>
              <a:rPr sz="2200" dirty="0" err="1"/>
              <a:t>tử</a:t>
            </a:r>
            <a:r>
              <a:rPr sz="2200" dirty="0"/>
              <a:t> </a:t>
            </a:r>
            <a:r>
              <a:rPr sz="2200" dirty="0" err="1"/>
              <a:t>RxJava</a:t>
            </a:r>
            <a:r>
              <a:rPr sz="2200" dirty="0"/>
              <a:t>: </a:t>
            </a:r>
            <a:r>
              <a:rPr sz="2200" dirty="0" err="1"/>
              <a:t>Sử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toán</a:t>
            </a:r>
            <a:r>
              <a:rPr sz="2200" dirty="0"/>
              <a:t> </a:t>
            </a:r>
            <a:r>
              <a:rPr sz="2200" dirty="0" err="1"/>
              <a:t>tử</a:t>
            </a:r>
            <a:r>
              <a:rPr sz="2200" dirty="0"/>
              <a:t> </a:t>
            </a:r>
            <a:r>
              <a:rPr sz="2200" dirty="0" err="1"/>
              <a:t>như</a:t>
            </a:r>
            <a:r>
              <a:rPr sz="2200" dirty="0"/>
              <a:t> </a:t>
            </a:r>
            <a:r>
              <a:rPr sz="2200" b="1" dirty="0"/>
              <a:t>map(), filter()</a:t>
            </a:r>
            <a:r>
              <a:rPr sz="2200" dirty="0"/>
              <a:t> </a:t>
            </a:r>
            <a:r>
              <a:rPr sz="2200" dirty="0" err="1"/>
              <a:t>để</a:t>
            </a:r>
            <a:r>
              <a:rPr sz="2200" dirty="0"/>
              <a:t> </a:t>
            </a:r>
            <a:r>
              <a:rPr sz="2200" dirty="0" err="1"/>
              <a:t>chuyển</a:t>
            </a:r>
            <a:r>
              <a:rPr sz="2200" dirty="0"/>
              <a:t> </a:t>
            </a:r>
            <a:r>
              <a:rPr sz="2200" dirty="0" err="1"/>
              <a:t>đổi</a:t>
            </a:r>
            <a:r>
              <a:rPr sz="2200" dirty="0"/>
              <a:t> </a:t>
            </a:r>
            <a:r>
              <a:rPr sz="2200" dirty="0" err="1"/>
              <a:t>hoặc</a:t>
            </a:r>
            <a:r>
              <a:rPr sz="2200" dirty="0"/>
              <a:t> </a:t>
            </a:r>
            <a:r>
              <a:rPr sz="2200" dirty="0" err="1"/>
              <a:t>lọc</a:t>
            </a:r>
            <a:r>
              <a:rPr sz="2200" dirty="0"/>
              <a:t> </a:t>
            </a:r>
            <a:r>
              <a:rPr sz="2200" dirty="0" err="1"/>
              <a:t>dữ</a:t>
            </a:r>
            <a:r>
              <a:rPr sz="2200" dirty="0"/>
              <a:t> </a:t>
            </a:r>
            <a:r>
              <a:rPr sz="2200" dirty="0" err="1"/>
              <a:t>liệu</a:t>
            </a:r>
            <a:r>
              <a:rPr sz="2200" dirty="0"/>
              <a:t> </a:t>
            </a:r>
            <a:r>
              <a:rPr sz="2200" dirty="0" err="1"/>
              <a:t>trước</a:t>
            </a:r>
            <a:r>
              <a:rPr sz="2200" dirty="0"/>
              <a:t> </a:t>
            </a:r>
            <a:r>
              <a:rPr sz="2200" dirty="0" err="1"/>
              <a:t>khi</a:t>
            </a:r>
            <a:r>
              <a:rPr sz="2200" dirty="0"/>
              <a:t> </a:t>
            </a:r>
            <a:r>
              <a:rPr sz="2200" dirty="0" err="1"/>
              <a:t>nó</a:t>
            </a:r>
            <a:r>
              <a:rPr sz="2200" dirty="0"/>
              <a:t> </a:t>
            </a:r>
            <a:r>
              <a:rPr sz="2200" dirty="0" err="1"/>
              <a:t>đến</a:t>
            </a:r>
            <a:r>
              <a:rPr sz="2200" dirty="0"/>
              <a:t> </a:t>
            </a:r>
            <a:r>
              <a:rPr lang="vi-VN" sz="2200" dirty="0"/>
              <a:t>UI.</a:t>
            </a:r>
            <a:r>
              <a:rPr sz="2200" dirty="0"/>
              <a:t>
</a:t>
            </a:r>
            <a:r>
              <a:rPr sz="2200" dirty="0" err="1"/>
              <a:t>Đăng</a:t>
            </a:r>
            <a:r>
              <a:rPr sz="2200" dirty="0"/>
              <a:t> </a:t>
            </a:r>
            <a:r>
              <a:rPr sz="2200" dirty="0" err="1"/>
              <a:t>ký</a:t>
            </a:r>
            <a:r>
              <a:rPr sz="2200" dirty="0"/>
              <a:t> </a:t>
            </a:r>
            <a:r>
              <a:rPr sz="2200" dirty="0" err="1"/>
              <a:t>LiveData</a:t>
            </a:r>
            <a:r>
              <a:rPr sz="2200" dirty="0"/>
              <a:t>: Quan </a:t>
            </a:r>
            <a:r>
              <a:rPr sz="2200" dirty="0" err="1"/>
              <a:t>sát</a:t>
            </a:r>
            <a:r>
              <a:rPr sz="2200" dirty="0"/>
              <a:t> </a:t>
            </a:r>
            <a:r>
              <a:rPr sz="2200" dirty="0" err="1"/>
              <a:t>LiveData</a:t>
            </a:r>
            <a:r>
              <a:rPr sz="2200" dirty="0"/>
              <a:t> </a:t>
            </a:r>
            <a:r>
              <a:rPr sz="2200" dirty="0" err="1"/>
              <a:t>từ</a:t>
            </a:r>
            <a:r>
              <a:rPr sz="2200" dirty="0"/>
              <a:t> Activity </a:t>
            </a:r>
            <a:r>
              <a:rPr sz="2200" dirty="0" err="1"/>
              <a:t>hoặc</a:t>
            </a:r>
            <a:r>
              <a:rPr sz="2200" dirty="0"/>
              <a:t> Fragment. </a:t>
            </a:r>
            <a:r>
              <a:rPr sz="2200" dirty="0" err="1"/>
              <a:t>Sử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 </a:t>
            </a:r>
            <a:r>
              <a:rPr sz="2200" b="1" dirty="0"/>
              <a:t>observe() </a:t>
            </a:r>
            <a:r>
              <a:rPr sz="2200" dirty="0" err="1"/>
              <a:t>để</a:t>
            </a:r>
            <a:r>
              <a:rPr sz="2200" dirty="0"/>
              <a:t> </a:t>
            </a:r>
            <a:r>
              <a:rPr sz="2200" dirty="0" err="1"/>
              <a:t>cập</a:t>
            </a:r>
            <a:r>
              <a:rPr sz="2200" dirty="0"/>
              <a:t> </a:t>
            </a:r>
            <a:r>
              <a:rPr sz="2200" dirty="0" err="1"/>
              <a:t>nhật</a:t>
            </a:r>
            <a:r>
              <a:rPr sz="2200" dirty="0"/>
              <a:t> </a:t>
            </a:r>
            <a:r>
              <a:rPr sz="2200" dirty="0" err="1"/>
              <a:t>giao</a:t>
            </a:r>
            <a:r>
              <a:rPr sz="2200" dirty="0"/>
              <a:t> </a:t>
            </a:r>
            <a:r>
              <a:rPr sz="2200" dirty="0" err="1"/>
              <a:t>diện</a:t>
            </a:r>
            <a:r>
              <a:rPr sz="2200" dirty="0"/>
              <a:t> </a:t>
            </a:r>
            <a:r>
              <a:rPr sz="2200" dirty="0" err="1"/>
              <a:t>người</a:t>
            </a:r>
            <a:r>
              <a:rPr sz="2200" dirty="0"/>
              <a:t> </a:t>
            </a:r>
            <a:r>
              <a:rPr sz="2200" dirty="0" err="1"/>
              <a:t>dùng</a:t>
            </a:r>
            <a:r>
              <a:rPr sz="2200" dirty="0"/>
              <a:t> </a:t>
            </a:r>
            <a:r>
              <a:rPr sz="2200" dirty="0" err="1"/>
              <a:t>mỗi</a:t>
            </a:r>
            <a:r>
              <a:rPr sz="2200" dirty="0"/>
              <a:t> </a:t>
            </a:r>
            <a:r>
              <a:rPr sz="2200" dirty="0" err="1"/>
              <a:t>khi</a:t>
            </a:r>
            <a:r>
              <a:rPr sz="2200" dirty="0"/>
              <a:t> </a:t>
            </a:r>
            <a:r>
              <a:rPr sz="2200" dirty="0" err="1"/>
              <a:t>có</a:t>
            </a:r>
            <a:r>
              <a:rPr sz="2200" dirty="0"/>
              <a:t> </a:t>
            </a:r>
            <a:r>
              <a:rPr sz="2200" dirty="0" err="1"/>
              <a:t>thay</a:t>
            </a:r>
            <a:r>
              <a:rPr sz="2200" dirty="0"/>
              <a:t> </a:t>
            </a:r>
            <a:r>
              <a:rPr sz="2200" dirty="0" err="1"/>
              <a:t>đổi</a:t>
            </a:r>
            <a:r>
              <a:rPr sz="2200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E8E8E-BC39-2A3B-4F97-DCA4DC41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97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657" y="413658"/>
            <a:ext cx="10400393" cy="478972"/>
          </a:xfrm>
        </p:spPr>
        <p:txBody>
          <a:bodyPr/>
          <a:lstStyle/>
          <a:p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pháp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794657" y="996043"/>
            <a:ext cx="10400393" cy="4865913"/>
          </a:xfrm>
        </p:spPr>
        <p:txBody>
          <a:bodyPr>
            <a:noAutofit/>
          </a:bodyPr>
          <a:lstStyle/>
          <a:p>
            <a:pPr marL="0" indent="0"/>
            <a:r>
              <a:rPr sz="2200" dirty="0" err="1"/>
              <a:t>Tóm</a:t>
            </a:r>
            <a:r>
              <a:rPr sz="2200" dirty="0"/>
              <a:t> </a:t>
            </a:r>
            <a:r>
              <a:rPr sz="2200" dirty="0" err="1"/>
              <a:t>tắt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điểm</a:t>
            </a:r>
            <a:r>
              <a:rPr sz="2200" dirty="0"/>
              <a:t> </a:t>
            </a:r>
            <a:r>
              <a:rPr sz="2200" dirty="0" err="1"/>
              <a:t>chính</a:t>
            </a:r>
            <a:r>
              <a:rPr sz="2200" dirty="0"/>
              <a:t>:</a:t>
            </a:r>
          </a:p>
          <a:p>
            <a:pPr marL="457200" lvl="2" indent="-228600"/>
            <a:r>
              <a:rPr sz="2200" dirty="0" err="1"/>
              <a:t>LiveData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RxJava</a:t>
            </a:r>
            <a:r>
              <a:rPr sz="2200" dirty="0"/>
              <a:t>/</a:t>
            </a:r>
            <a:r>
              <a:rPr sz="2200" dirty="0" err="1"/>
              <a:t>RxKotlin</a:t>
            </a:r>
            <a:r>
              <a:rPr sz="2200" dirty="0"/>
              <a:t> </a:t>
            </a:r>
            <a:r>
              <a:rPr sz="2200" dirty="0" err="1"/>
              <a:t>đều</a:t>
            </a:r>
            <a:r>
              <a:rPr sz="2200" dirty="0"/>
              <a:t> </a:t>
            </a:r>
            <a:r>
              <a:rPr sz="2200" dirty="0" err="1"/>
              <a:t>quan</a:t>
            </a:r>
            <a:r>
              <a:rPr sz="2200" dirty="0"/>
              <a:t> </a:t>
            </a:r>
            <a:r>
              <a:rPr sz="2200" dirty="0" err="1"/>
              <a:t>trọng</a:t>
            </a:r>
            <a:r>
              <a:rPr sz="2200" dirty="0"/>
              <a:t> </a:t>
            </a:r>
            <a:r>
              <a:rPr sz="2200" dirty="0" err="1"/>
              <a:t>trong</a:t>
            </a:r>
            <a:r>
              <a:rPr sz="2200" dirty="0"/>
              <a:t> </a:t>
            </a:r>
            <a:r>
              <a:rPr sz="2200" dirty="0" err="1"/>
              <a:t>phát</a:t>
            </a:r>
            <a:r>
              <a:rPr sz="2200" dirty="0"/>
              <a:t> </a:t>
            </a:r>
            <a:r>
              <a:rPr sz="2200" dirty="0" err="1"/>
              <a:t>triển</a:t>
            </a:r>
            <a:r>
              <a:rPr sz="2200" dirty="0"/>
              <a:t> </a:t>
            </a:r>
            <a:r>
              <a:rPr sz="2200" dirty="0" err="1"/>
              <a:t>ứng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 Android </a:t>
            </a:r>
            <a:r>
              <a:rPr sz="2200" dirty="0" err="1"/>
              <a:t>hiện</a:t>
            </a:r>
            <a:r>
              <a:rPr sz="2200" dirty="0"/>
              <a:t> </a:t>
            </a:r>
            <a:r>
              <a:rPr sz="2200" dirty="0" err="1"/>
              <a:t>đại</a:t>
            </a:r>
            <a:r>
              <a:rPr sz="2200" dirty="0"/>
              <a:t>.</a:t>
            </a:r>
          </a:p>
          <a:p>
            <a:pPr marL="457200" lvl="2" indent="-228600"/>
            <a:r>
              <a:rPr sz="2200" dirty="0" err="1"/>
              <a:t>Lựa</a:t>
            </a:r>
            <a:r>
              <a:rPr sz="2200" dirty="0"/>
              <a:t> </a:t>
            </a:r>
            <a:r>
              <a:rPr sz="2200" dirty="0" err="1"/>
              <a:t>chọn</a:t>
            </a:r>
            <a:r>
              <a:rPr sz="2200" dirty="0"/>
              <a:t> </a:t>
            </a:r>
            <a:r>
              <a:rPr sz="2200" dirty="0" err="1"/>
              <a:t>giữa</a:t>
            </a:r>
            <a:r>
              <a:rPr sz="2200" dirty="0"/>
              <a:t> </a:t>
            </a:r>
            <a:r>
              <a:rPr sz="2200" dirty="0" err="1"/>
              <a:t>chúng</a:t>
            </a:r>
            <a:r>
              <a:rPr sz="2200" dirty="0"/>
              <a:t> </a:t>
            </a:r>
            <a:r>
              <a:rPr sz="2200" dirty="0" err="1"/>
              <a:t>phụ</a:t>
            </a:r>
            <a:r>
              <a:rPr sz="2200" dirty="0"/>
              <a:t> </a:t>
            </a:r>
            <a:r>
              <a:rPr sz="2200" dirty="0" err="1"/>
              <a:t>thuộc</a:t>
            </a:r>
            <a:r>
              <a:rPr sz="2200" dirty="0"/>
              <a:t> </a:t>
            </a:r>
            <a:r>
              <a:rPr sz="2200" dirty="0" err="1"/>
              <a:t>vào</a:t>
            </a:r>
            <a:r>
              <a:rPr sz="2200" dirty="0"/>
              <a:t> </a:t>
            </a:r>
            <a:r>
              <a:rPr sz="2200" dirty="0" err="1"/>
              <a:t>yêu</a:t>
            </a:r>
            <a:r>
              <a:rPr sz="2200" dirty="0"/>
              <a:t> </a:t>
            </a:r>
            <a:r>
              <a:rPr sz="2200" dirty="0" err="1"/>
              <a:t>cầu</a:t>
            </a:r>
            <a:r>
              <a:rPr sz="2200" dirty="0"/>
              <a:t> </a:t>
            </a:r>
            <a:r>
              <a:rPr sz="2200" dirty="0" err="1"/>
              <a:t>cụ</a:t>
            </a:r>
            <a:r>
              <a:rPr sz="2200" dirty="0"/>
              <a:t> </a:t>
            </a:r>
            <a:r>
              <a:rPr sz="2200" dirty="0" err="1"/>
              <a:t>thể</a:t>
            </a:r>
            <a:r>
              <a:rPr sz="2200" dirty="0"/>
              <a:t> </a:t>
            </a:r>
            <a:r>
              <a:rPr sz="2200" dirty="0" err="1"/>
              <a:t>của</a:t>
            </a:r>
            <a:r>
              <a:rPr sz="2200" dirty="0"/>
              <a:t> </a:t>
            </a:r>
            <a:r>
              <a:rPr sz="2200" dirty="0" err="1"/>
              <a:t>dự</a:t>
            </a:r>
            <a:r>
              <a:rPr sz="2200" dirty="0"/>
              <a:t> </a:t>
            </a:r>
            <a:r>
              <a:rPr sz="2200" dirty="0" err="1"/>
              <a:t>án</a:t>
            </a:r>
            <a:r>
              <a:rPr sz="2200" dirty="0"/>
              <a:t>.</a:t>
            </a:r>
          </a:p>
          <a:p>
            <a:pPr marL="0" indent="0"/>
            <a:r>
              <a:rPr sz="2200" dirty="0"/>
              <a:t>Phương </a:t>
            </a:r>
            <a:r>
              <a:rPr sz="2200" dirty="0" err="1"/>
              <a:t>pháp</a:t>
            </a:r>
            <a:r>
              <a:rPr sz="2200" dirty="0"/>
              <a:t> hay </a:t>
            </a:r>
            <a:r>
              <a:rPr sz="2200" dirty="0" err="1"/>
              <a:t>nhất</a:t>
            </a:r>
            <a:r>
              <a:rPr sz="2200" dirty="0"/>
              <a:t>:</a:t>
            </a:r>
            <a:br>
              <a:rPr sz="2200" dirty="0"/>
            </a:br>
            <a:r>
              <a:rPr sz="2200" dirty="0" err="1"/>
              <a:t>Sử</a:t>
            </a:r>
            <a:r>
              <a:rPr sz="2200" dirty="0"/>
              <a:t> </a:t>
            </a:r>
            <a:r>
              <a:rPr sz="2200" dirty="0" err="1"/>
              <a:t>dụng</a:t>
            </a:r>
            <a:r>
              <a:rPr sz="2200" dirty="0"/>
              <a:t> </a:t>
            </a:r>
            <a:r>
              <a:rPr sz="2200" dirty="0" err="1"/>
              <a:t>LiveData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tác</a:t>
            </a:r>
            <a:r>
              <a:rPr sz="2200" dirty="0"/>
              <a:t> </a:t>
            </a:r>
            <a:r>
              <a:rPr sz="2200" dirty="0" err="1"/>
              <a:t>vụ</a:t>
            </a:r>
            <a:r>
              <a:rPr sz="2200" dirty="0"/>
              <a:t> </a:t>
            </a:r>
            <a:r>
              <a:rPr sz="2200" dirty="0" err="1"/>
              <a:t>đơn</a:t>
            </a:r>
            <a:r>
              <a:rPr sz="2200" dirty="0"/>
              <a:t> </a:t>
            </a:r>
            <a:r>
              <a:rPr sz="2200" dirty="0" err="1"/>
              <a:t>giản</a:t>
            </a:r>
            <a:r>
              <a:rPr sz="2200" dirty="0"/>
              <a:t>, </a:t>
            </a:r>
            <a:r>
              <a:rPr sz="2200" dirty="0" err="1"/>
              <a:t>trong</a:t>
            </a:r>
            <a:r>
              <a:rPr sz="2200" dirty="0"/>
              <a:t> </a:t>
            </a:r>
            <a:r>
              <a:rPr sz="2200" dirty="0" err="1"/>
              <a:t>khi</a:t>
            </a:r>
            <a:r>
              <a:rPr sz="2200" dirty="0"/>
              <a:t> </a:t>
            </a:r>
            <a:r>
              <a:rPr sz="2200" dirty="0" err="1"/>
              <a:t>RxJava</a:t>
            </a:r>
            <a:r>
              <a:rPr sz="2200" dirty="0"/>
              <a:t>/</a:t>
            </a:r>
            <a:r>
              <a:rPr sz="2200" dirty="0" err="1"/>
              <a:t>RxKotlin</a:t>
            </a:r>
            <a:r>
              <a:rPr sz="2200" dirty="0"/>
              <a:t> </a:t>
            </a:r>
            <a:r>
              <a:rPr sz="2200" dirty="0" err="1"/>
              <a:t>cho</a:t>
            </a:r>
            <a:r>
              <a:rPr sz="2200" dirty="0"/>
              <a:t> </a:t>
            </a:r>
            <a:r>
              <a:rPr sz="2200" dirty="0" err="1"/>
              <a:t>các</a:t>
            </a:r>
            <a:r>
              <a:rPr sz="2200" dirty="0"/>
              <a:t> </a:t>
            </a:r>
            <a:r>
              <a:rPr sz="2200" dirty="0" err="1"/>
              <a:t>tác</a:t>
            </a:r>
            <a:r>
              <a:rPr sz="2200" dirty="0"/>
              <a:t> </a:t>
            </a:r>
            <a:r>
              <a:rPr sz="2200" dirty="0" err="1"/>
              <a:t>vụ</a:t>
            </a:r>
            <a:r>
              <a:rPr sz="2200" dirty="0"/>
              <a:t> </a:t>
            </a:r>
            <a:r>
              <a:rPr sz="2200" dirty="0" err="1"/>
              <a:t>phức</a:t>
            </a:r>
            <a:r>
              <a:rPr sz="2200" dirty="0"/>
              <a:t> </a:t>
            </a:r>
            <a:r>
              <a:rPr sz="2200" dirty="0" err="1"/>
              <a:t>tạp</a:t>
            </a:r>
            <a:r>
              <a:rPr sz="2200" dirty="0"/>
              <a:t> </a:t>
            </a:r>
            <a:r>
              <a:rPr sz="2200" dirty="0" err="1"/>
              <a:t>hơn</a:t>
            </a:r>
            <a:r>
              <a:rPr sz="2200" dirty="0"/>
              <a:t>.</a:t>
            </a:r>
            <a:br>
              <a:rPr sz="2200" dirty="0"/>
            </a:br>
            <a:r>
              <a:rPr sz="2200" dirty="0"/>
              <a:t>Các xu </a:t>
            </a:r>
            <a:r>
              <a:rPr sz="2200" dirty="0" err="1"/>
              <a:t>hướng</a:t>
            </a:r>
            <a:r>
              <a:rPr sz="2200" dirty="0"/>
              <a:t> </a:t>
            </a:r>
            <a:r>
              <a:rPr sz="2200" dirty="0" err="1"/>
              <a:t>mới</a:t>
            </a:r>
            <a:r>
              <a:rPr sz="2200" dirty="0"/>
              <a:t> </a:t>
            </a:r>
            <a:r>
              <a:rPr sz="2200" dirty="0" err="1"/>
              <a:t>như</a:t>
            </a:r>
            <a:r>
              <a:rPr sz="2200" dirty="0"/>
              <a:t> </a:t>
            </a:r>
            <a:r>
              <a:rPr sz="2200" b="1" dirty="0"/>
              <a:t>Kotlin Coroutines </a:t>
            </a:r>
            <a:r>
              <a:rPr sz="2200" b="1" dirty="0" err="1"/>
              <a:t>và</a:t>
            </a:r>
            <a:r>
              <a:rPr sz="2200" b="1" dirty="0"/>
              <a:t> Kotlin Flow </a:t>
            </a:r>
            <a:r>
              <a:rPr sz="2200" dirty="0" err="1"/>
              <a:t>đang</a:t>
            </a:r>
            <a:r>
              <a:rPr sz="2200" dirty="0"/>
              <a:t> </a:t>
            </a:r>
            <a:r>
              <a:rPr sz="2200" dirty="0" err="1"/>
              <a:t>cải</a:t>
            </a:r>
            <a:r>
              <a:rPr sz="2200" dirty="0"/>
              <a:t> </a:t>
            </a:r>
            <a:r>
              <a:rPr sz="2200" dirty="0" err="1"/>
              <a:t>thiện</a:t>
            </a:r>
            <a:r>
              <a:rPr sz="2200" dirty="0"/>
              <a:t> </a:t>
            </a:r>
            <a:r>
              <a:rPr sz="2200" dirty="0" err="1"/>
              <a:t>hiệu</a:t>
            </a:r>
            <a:r>
              <a:rPr sz="2200" dirty="0"/>
              <a:t> </a:t>
            </a:r>
            <a:r>
              <a:rPr sz="2200" dirty="0" err="1"/>
              <a:t>suất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khả</a:t>
            </a:r>
            <a:r>
              <a:rPr sz="2200" dirty="0"/>
              <a:t> </a:t>
            </a:r>
            <a:r>
              <a:rPr sz="2200" dirty="0" err="1"/>
              <a:t>năng</a:t>
            </a:r>
            <a:r>
              <a:rPr sz="2200" dirty="0"/>
              <a:t> </a:t>
            </a:r>
            <a:r>
              <a:rPr sz="2200" dirty="0" err="1"/>
              <a:t>bảo</a:t>
            </a:r>
            <a:r>
              <a:rPr sz="2200" dirty="0"/>
              <a:t> </a:t>
            </a:r>
            <a:r>
              <a:rPr sz="2200" dirty="0" err="1"/>
              <a:t>trì</a:t>
            </a:r>
            <a:r>
              <a:rPr sz="22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2A81A-BF38-E0DA-793F-CA397BFE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35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325" y="337349"/>
            <a:ext cx="5213350" cy="549275"/>
          </a:xfrm>
        </p:spPr>
        <p:txBody>
          <a:bodyPr/>
          <a:lstStyle/>
          <a:p>
            <a:pPr algn="ctr"/>
            <a:r>
              <a:rPr sz="3600" dirty="0" err="1"/>
              <a:t>Kết</a:t>
            </a:r>
            <a:r>
              <a:rPr sz="3600" dirty="0"/>
              <a:t> </a:t>
            </a:r>
            <a:r>
              <a:rPr sz="3600" dirty="0" err="1"/>
              <a:t>thúc</a:t>
            </a:r>
            <a:r>
              <a:rPr sz="3600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660525" y="1926872"/>
            <a:ext cx="8870950" cy="3004256"/>
          </a:xfrm>
        </p:spPr>
        <p:txBody>
          <a:bodyPr>
            <a:noAutofit/>
          </a:bodyPr>
          <a:lstStyle/>
          <a:p>
            <a:pPr algn="ctr"/>
            <a:endParaRPr lang="vi-VN" sz="2400" dirty="0"/>
          </a:p>
          <a:p>
            <a:pPr algn="ctr"/>
            <a:endParaRPr lang="vi-VN" sz="2400" dirty="0"/>
          </a:p>
          <a:p>
            <a:pPr algn="ctr"/>
            <a:r>
              <a:rPr sz="2400" b="1" dirty="0" err="1"/>
              <a:t>Cảm</a:t>
            </a:r>
            <a:r>
              <a:rPr sz="2400" b="1" dirty="0"/>
              <a:t> </a:t>
            </a:r>
            <a:r>
              <a:rPr sz="2400" b="1" dirty="0" err="1"/>
              <a:t>ơn</a:t>
            </a:r>
            <a:r>
              <a:rPr sz="2400" b="1" dirty="0"/>
              <a:t> </a:t>
            </a:r>
            <a:r>
              <a:rPr sz="2400" b="1" dirty="0" err="1"/>
              <a:t>thầy</a:t>
            </a:r>
            <a:r>
              <a:rPr sz="2400" b="1" dirty="0"/>
              <a:t> </a:t>
            </a:r>
            <a:r>
              <a:rPr sz="2400" b="1" dirty="0" err="1"/>
              <a:t>và</a:t>
            </a:r>
            <a:r>
              <a:rPr sz="2400" b="1" dirty="0"/>
              <a:t> </a:t>
            </a:r>
            <a:r>
              <a:rPr sz="2400" b="1" dirty="0" err="1"/>
              <a:t>các</a:t>
            </a:r>
            <a:r>
              <a:rPr sz="2400" b="1" dirty="0"/>
              <a:t> </a:t>
            </a:r>
            <a:r>
              <a:rPr sz="2400" b="1" dirty="0" err="1"/>
              <a:t>bạn</a:t>
            </a:r>
            <a:r>
              <a:rPr sz="2400" b="1" dirty="0"/>
              <a:t> </a:t>
            </a:r>
            <a:r>
              <a:rPr sz="2400" b="1" dirty="0" err="1"/>
              <a:t>đã</a:t>
            </a:r>
            <a:r>
              <a:rPr sz="2400" b="1" dirty="0"/>
              <a:t> </a:t>
            </a:r>
            <a:r>
              <a:rPr sz="2400" b="1" dirty="0" err="1"/>
              <a:t>theo</a:t>
            </a:r>
            <a:r>
              <a:rPr sz="2400" b="1" dirty="0"/>
              <a:t> </a:t>
            </a:r>
            <a:r>
              <a:rPr sz="2400" b="1" dirty="0" err="1"/>
              <a:t>dõi</a:t>
            </a:r>
            <a:r>
              <a:rPr sz="2400" b="1" dirty="0"/>
              <a:t> </a:t>
            </a:r>
            <a:r>
              <a:rPr sz="2400" b="1" dirty="0" err="1"/>
              <a:t>buổi</a:t>
            </a:r>
            <a:r>
              <a:rPr sz="2400" b="1" dirty="0"/>
              <a:t> </a:t>
            </a:r>
            <a:r>
              <a:rPr sz="2400" b="1" dirty="0" err="1"/>
              <a:t>trình</a:t>
            </a:r>
            <a:r>
              <a:rPr sz="2400" b="1" dirty="0"/>
              <a:t> </a:t>
            </a:r>
            <a:r>
              <a:rPr sz="2400" b="1" dirty="0" err="1"/>
              <a:t>bày</a:t>
            </a:r>
            <a:r>
              <a:rPr sz="2400" b="1" dirty="0"/>
              <a:t> </a:t>
            </a:r>
            <a:r>
              <a:rPr sz="2400" b="1" dirty="0" err="1"/>
              <a:t>về</a:t>
            </a:r>
            <a:r>
              <a:rPr sz="2400" b="1" dirty="0"/>
              <a:t> </a:t>
            </a:r>
            <a:r>
              <a:rPr sz="2400" b="1" dirty="0" err="1"/>
              <a:t>LiveData</a:t>
            </a:r>
            <a:r>
              <a:rPr sz="2400" b="1" dirty="0"/>
              <a:t>, </a:t>
            </a:r>
            <a:r>
              <a:rPr sz="2400" b="1" dirty="0" err="1"/>
              <a:t>RxJava</a:t>
            </a:r>
            <a:r>
              <a:rPr sz="2400" b="1" dirty="0"/>
              <a:t> </a:t>
            </a:r>
            <a:r>
              <a:rPr lang="en-US" sz="2400" b="1" dirty="0"/>
              <a:t>/</a:t>
            </a:r>
            <a:r>
              <a:rPr sz="2400" b="1" dirty="0" err="1"/>
              <a:t>RxKotlin</a:t>
            </a:r>
            <a:r>
              <a:rPr sz="2400" b="1" dirty="0"/>
              <a:t>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84BBBF-56AD-3ECD-C85A-3AC95925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2959-DE5F-4499-8037-106A9B9210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94642"/>
      </p:ext>
    </p:extLst>
  </p:cSld>
  <p:clrMapOvr>
    <a:masterClrMapping/>
  </p:clrMapOvr>
</p:sld>
</file>

<file path=ppt/theme/theme1.xml><?xml version="1.0" encoding="utf-8"?>
<a:theme xmlns:a="http://schemas.openxmlformats.org/drawingml/2006/main" name="Prime Slate">
  <a:themeElements>
    <a:clrScheme name="Prime Slate">
      <a:dk1>
        <a:sysClr val="windowText" lastClr="000000"/>
      </a:dk1>
      <a:lt1>
        <a:sysClr val="window" lastClr="FFFFFF"/>
      </a:lt1>
      <a:dk2>
        <a:srgbClr val="2D3847"/>
      </a:dk2>
      <a:lt2>
        <a:srgbClr val="ECF0F3"/>
      </a:lt2>
      <a:accent1>
        <a:srgbClr val="2198E4"/>
      </a:accent1>
      <a:accent2>
        <a:srgbClr val="0C62DF"/>
      </a:accent2>
      <a:accent3>
        <a:srgbClr val="006DFE"/>
      </a:accent3>
      <a:accent4>
        <a:srgbClr val="CFDEED"/>
      </a:accent4>
      <a:accent5>
        <a:srgbClr val="0C62DF"/>
      </a:accent5>
      <a:accent6>
        <a:srgbClr val="E2E8ED"/>
      </a:accent6>
      <a:hlink>
        <a:srgbClr val="2198E4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1B79C0-26A5-4D22-B047-ADB190776156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</TotalTime>
  <Words>1795</Words>
  <Application>Microsoft Office PowerPoint</Application>
  <PresentationFormat>Widescreen</PresentationFormat>
  <Paragraphs>132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JetBrains Mono</vt:lpstr>
      <vt:lpstr>Prime Slate</vt:lpstr>
      <vt:lpstr>SEMINAR – Nhóm 13   LiveData và RxJava/RxKotlin trong Android</vt:lpstr>
      <vt:lpstr>Giới thiệu Nhóm 13</vt:lpstr>
      <vt:lpstr>Giới thiệu về LiveData và RxJava/RxKotlin</vt:lpstr>
      <vt:lpstr>Các khái niệm chính của LiveData</vt:lpstr>
      <vt:lpstr>Các khái niệm chính của LiveData</vt:lpstr>
      <vt:lpstr>Lợi ích của việc sử dụng LiveData</vt:lpstr>
      <vt:lpstr>Minh họa cách ViewModel cập nhật dữ liệu và Activity (hoặc Fragment) quan sát dữ liệu đó một cách an toàn. </vt:lpstr>
      <vt:lpstr>PowerPoint Presentation</vt:lpstr>
      <vt:lpstr>Hiểu về RxJava</vt:lpstr>
      <vt:lpstr>Hiểu về RxJava</vt:lpstr>
      <vt:lpstr>Hiểu về RxJava</vt:lpstr>
      <vt:lpstr>RxKotlin là gì ?</vt:lpstr>
      <vt:lpstr>Lợi ích của RxJava/RxKotlin</vt:lpstr>
      <vt:lpstr>Ví dụ thực tế về RxJava/RxKotlin</vt:lpstr>
      <vt:lpstr>PowerPoint Presentation</vt:lpstr>
      <vt:lpstr>PowerPoint Presentation</vt:lpstr>
      <vt:lpstr>PowerPoint Presentation</vt:lpstr>
      <vt:lpstr>So sánh LiveData và RxJava/RxKotlin</vt:lpstr>
      <vt:lpstr>Tích hợp LiveData với RxJava</vt:lpstr>
      <vt:lpstr>Kết luận và các phương pháp</vt:lpstr>
      <vt:lpstr>Kết thúc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Cường Trần</dc:creator>
  <cp:lastModifiedBy>NGUYỄN HÀ ĐẠT</cp:lastModifiedBy>
  <cp:revision>5</cp:revision>
  <cp:lastPrinted>2025-12-11T14:21:30Z</cp:lastPrinted>
  <dcterms:created xsi:type="dcterms:W3CDTF">2025-12-10T14:06:44Z</dcterms:created>
  <dcterms:modified xsi:type="dcterms:W3CDTF">2025-12-12T02:46:39Z</dcterms:modified>
</cp:coreProperties>
</file>