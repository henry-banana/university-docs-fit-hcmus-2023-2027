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6016223" y="9413240"/>
            <a:ext cx="1389380" cy="304165"/>
          </a:xfrm>
          <a:custGeom>
            <a:avLst/>
            <a:gdLst/>
            <a:ahLst/>
            <a:cxnLst/>
            <a:rect l="l" t="t" r="r" b="b"/>
            <a:pathLst>
              <a:path w="1389380" h="304165">
                <a:moveTo>
                  <a:pt x="1389253" y="0"/>
                </a:moveTo>
                <a:lnTo>
                  <a:pt x="0" y="0"/>
                </a:lnTo>
                <a:lnTo>
                  <a:pt x="0" y="303898"/>
                </a:lnTo>
                <a:lnTo>
                  <a:pt x="1389253" y="303898"/>
                </a:lnTo>
                <a:lnTo>
                  <a:pt x="1389253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971012" y="9345421"/>
            <a:ext cx="1480185" cy="304165"/>
          </a:xfrm>
          <a:custGeom>
            <a:avLst/>
            <a:gdLst/>
            <a:ahLst/>
            <a:cxnLst/>
            <a:rect l="l" t="t" r="r" b="b"/>
            <a:pathLst>
              <a:path w="1480184" h="304165">
                <a:moveTo>
                  <a:pt x="1479803" y="0"/>
                </a:moveTo>
                <a:lnTo>
                  <a:pt x="0" y="0"/>
                </a:lnTo>
                <a:lnTo>
                  <a:pt x="0" y="303898"/>
                </a:lnTo>
                <a:lnTo>
                  <a:pt x="1479803" y="303898"/>
                </a:lnTo>
                <a:lnTo>
                  <a:pt x="1479803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948406" y="9413240"/>
            <a:ext cx="1457325" cy="236220"/>
          </a:xfrm>
          <a:custGeom>
            <a:avLst/>
            <a:gdLst/>
            <a:ahLst/>
            <a:cxnLst/>
            <a:rect l="l" t="t" r="r" b="b"/>
            <a:pathLst>
              <a:path w="1457325" h="236220">
                <a:moveTo>
                  <a:pt x="1457071" y="0"/>
                </a:moveTo>
                <a:lnTo>
                  <a:pt x="0" y="0"/>
                </a:lnTo>
                <a:lnTo>
                  <a:pt x="0" y="236080"/>
                </a:lnTo>
                <a:lnTo>
                  <a:pt x="1457071" y="236080"/>
                </a:lnTo>
                <a:lnTo>
                  <a:pt x="1457071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880587" y="9368015"/>
            <a:ext cx="1525270" cy="379730"/>
          </a:xfrm>
          <a:custGeom>
            <a:avLst/>
            <a:gdLst/>
            <a:ahLst/>
            <a:cxnLst/>
            <a:rect l="l" t="t" r="r" b="b"/>
            <a:pathLst>
              <a:path w="1525269" h="379729">
                <a:moveTo>
                  <a:pt x="1524888" y="0"/>
                </a:moveTo>
                <a:lnTo>
                  <a:pt x="0" y="0"/>
                </a:lnTo>
                <a:lnTo>
                  <a:pt x="0" y="379234"/>
                </a:lnTo>
                <a:lnTo>
                  <a:pt x="1524888" y="379234"/>
                </a:lnTo>
                <a:lnTo>
                  <a:pt x="1524888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903193" y="9390621"/>
            <a:ext cx="1548130" cy="259079"/>
          </a:xfrm>
          <a:custGeom>
            <a:avLst/>
            <a:gdLst/>
            <a:ahLst/>
            <a:cxnLst/>
            <a:rect l="l" t="t" r="r" b="b"/>
            <a:pathLst>
              <a:path w="1548130" h="259079">
                <a:moveTo>
                  <a:pt x="1547621" y="0"/>
                </a:moveTo>
                <a:lnTo>
                  <a:pt x="0" y="0"/>
                </a:lnTo>
                <a:lnTo>
                  <a:pt x="0" y="258699"/>
                </a:lnTo>
                <a:lnTo>
                  <a:pt x="1547621" y="258699"/>
                </a:lnTo>
                <a:lnTo>
                  <a:pt x="1547621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6016223" y="9368015"/>
            <a:ext cx="1367155" cy="379730"/>
          </a:xfrm>
          <a:custGeom>
            <a:avLst/>
            <a:gdLst/>
            <a:ahLst/>
            <a:cxnLst/>
            <a:rect l="l" t="t" r="r" b="b"/>
            <a:pathLst>
              <a:path w="1367155" h="379729">
                <a:moveTo>
                  <a:pt x="1366646" y="0"/>
                </a:moveTo>
                <a:lnTo>
                  <a:pt x="0" y="0"/>
                </a:lnTo>
                <a:lnTo>
                  <a:pt x="0" y="379234"/>
                </a:lnTo>
                <a:lnTo>
                  <a:pt x="1366646" y="379234"/>
                </a:lnTo>
                <a:lnTo>
                  <a:pt x="1366646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6016223" y="9390621"/>
            <a:ext cx="1452880" cy="259079"/>
          </a:xfrm>
          <a:custGeom>
            <a:avLst/>
            <a:gdLst/>
            <a:ahLst/>
            <a:cxnLst/>
            <a:rect l="l" t="t" r="r" b="b"/>
            <a:pathLst>
              <a:path w="1452880" h="259079">
                <a:moveTo>
                  <a:pt x="1452626" y="0"/>
                </a:moveTo>
                <a:lnTo>
                  <a:pt x="0" y="0"/>
                </a:lnTo>
                <a:lnTo>
                  <a:pt x="0" y="258699"/>
                </a:lnTo>
                <a:lnTo>
                  <a:pt x="1452626" y="258699"/>
                </a:lnTo>
                <a:lnTo>
                  <a:pt x="1452626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948406" y="9300197"/>
            <a:ext cx="1520825" cy="394970"/>
          </a:xfrm>
          <a:custGeom>
            <a:avLst/>
            <a:gdLst/>
            <a:ahLst/>
            <a:cxnLst/>
            <a:rect l="l" t="t" r="r" b="b"/>
            <a:pathLst>
              <a:path w="1520825" h="394970">
                <a:moveTo>
                  <a:pt x="1520444" y="0"/>
                </a:moveTo>
                <a:lnTo>
                  <a:pt x="0" y="0"/>
                </a:lnTo>
                <a:lnTo>
                  <a:pt x="0" y="394347"/>
                </a:lnTo>
                <a:lnTo>
                  <a:pt x="1520444" y="394347"/>
                </a:lnTo>
                <a:lnTo>
                  <a:pt x="1520444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971012" y="9345421"/>
            <a:ext cx="1497965" cy="372110"/>
          </a:xfrm>
          <a:custGeom>
            <a:avLst/>
            <a:gdLst/>
            <a:ahLst/>
            <a:cxnLst/>
            <a:rect l="l" t="t" r="r" b="b"/>
            <a:pathLst>
              <a:path w="1497965" h="372109">
                <a:moveTo>
                  <a:pt x="1497838" y="0"/>
                </a:moveTo>
                <a:lnTo>
                  <a:pt x="0" y="0"/>
                </a:lnTo>
                <a:lnTo>
                  <a:pt x="0" y="371716"/>
                </a:lnTo>
                <a:lnTo>
                  <a:pt x="1497838" y="371716"/>
                </a:lnTo>
                <a:lnTo>
                  <a:pt x="1497838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880587" y="9322816"/>
            <a:ext cx="1588770" cy="424815"/>
          </a:xfrm>
          <a:custGeom>
            <a:avLst/>
            <a:gdLst/>
            <a:ahLst/>
            <a:cxnLst/>
            <a:rect l="l" t="t" r="r" b="b"/>
            <a:pathLst>
              <a:path w="1588769" h="424815">
                <a:moveTo>
                  <a:pt x="1588261" y="0"/>
                </a:moveTo>
                <a:lnTo>
                  <a:pt x="0" y="0"/>
                </a:lnTo>
                <a:lnTo>
                  <a:pt x="0" y="424433"/>
                </a:lnTo>
                <a:lnTo>
                  <a:pt x="1588261" y="424433"/>
                </a:lnTo>
                <a:lnTo>
                  <a:pt x="1588261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880587" y="9322816"/>
            <a:ext cx="1588770" cy="349250"/>
          </a:xfrm>
          <a:custGeom>
            <a:avLst/>
            <a:gdLst/>
            <a:ahLst/>
            <a:cxnLst/>
            <a:rect l="l" t="t" r="r" b="b"/>
            <a:pathLst>
              <a:path w="1588769" h="349250">
                <a:moveTo>
                  <a:pt x="1588261" y="0"/>
                </a:moveTo>
                <a:lnTo>
                  <a:pt x="0" y="0"/>
                </a:lnTo>
                <a:lnTo>
                  <a:pt x="0" y="349122"/>
                </a:lnTo>
                <a:lnTo>
                  <a:pt x="1588261" y="349122"/>
                </a:lnTo>
                <a:lnTo>
                  <a:pt x="1588261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6016223" y="9368015"/>
            <a:ext cx="1452880" cy="304165"/>
          </a:xfrm>
          <a:custGeom>
            <a:avLst/>
            <a:gdLst/>
            <a:ahLst/>
            <a:cxnLst/>
            <a:rect l="l" t="t" r="r" b="b"/>
            <a:pathLst>
              <a:path w="1452880" h="304165">
                <a:moveTo>
                  <a:pt x="1452626" y="0"/>
                </a:moveTo>
                <a:lnTo>
                  <a:pt x="0" y="0"/>
                </a:lnTo>
                <a:lnTo>
                  <a:pt x="0" y="303923"/>
                </a:lnTo>
                <a:lnTo>
                  <a:pt x="1452626" y="303923"/>
                </a:lnTo>
                <a:lnTo>
                  <a:pt x="1452626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6038830" y="9503791"/>
            <a:ext cx="1430020" cy="213360"/>
          </a:xfrm>
          <a:custGeom>
            <a:avLst/>
            <a:gdLst/>
            <a:ahLst/>
            <a:cxnLst/>
            <a:rect l="l" t="t" r="r" b="b"/>
            <a:pathLst>
              <a:path w="1430019" h="213359">
                <a:moveTo>
                  <a:pt x="1430019" y="0"/>
                </a:moveTo>
                <a:lnTo>
                  <a:pt x="0" y="0"/>
                </a:lnTo>
                <a:lnTo>
                  <a:pt x="0" y="213347"/>
                </a:lnTo>
                <a:lnTo>
                  <a:pt x="1430019" y="213347"/>
                </a:lnTo>
                <a:lnTo>
                  <a:pt x="1430019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6016223" y="9481172"/>
            <a:ext cx="1452880" cy="266700"/>
          </a:xfrm>
          <a:custGeom>
            <a:avLst/>
            <a:gdLst/>
            <a:ahLst/>
            <a:cxnLst/>
            <a:rect l="l" t="t" r="r" b="b"/>
            <a:pathLst>
              <a:path w="1452880" h="266700">
                <a:moveTo>
                  <a:pt x="1452626" y="0"/>
                </a:moveTo>
                <a:lnTo>
                  <a:pt x="0" y="0"/>
                </a:lnTo>
                <a:lnTo>
                  <a:pt x="0" y="266077"/>
                </a:lnTo>
                <a:lnTo>
                  <a:pt x="1452626" y="266077"/>
                </a:lnTo>
                <a:lnTo>
                  <a:pt x="1452626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925800" y="9368015"/>
            <a:ext cx="1543050" cy="304165"/>
          </a:xfrm>
          <a:custGeom>
            <a:avLst/>
            <a:gdLst/>
            <a:ahLst/>
            <a:cxnLst/>
            <a:rect l="l" t="t" r="r" b="b"/>
            <a:pathLst>
              <a:path w="1543050" h="304165">
                <a:moveTo>
                  <a:pt x="1543050" y="0"/>
                </a:moveTo>
                <a:lnTo>
                  <a:pt x="0" y="0"/>
                </a:lnTo>
                <a:lnTo>
                  <a:pt x="0" y="303923"/>
                </a:lnTo>
                <a:lnTo>
                  <a:pt x="1543050" y="303923"/>
                </a:lnTo>
                <a:lnTo>
                  <a:pt x="1543050" y="0"/>
                </a:lnTo>
                <a:close/>
              </a:path>
            </a:pathLst>
          </a:custGeom>
          <a:solidFill>
            <a:srgbClr val="EFF2F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2026-02-05T02:47:35Z</dcterms:created>
  <dcterms:modified xsi:type="dcterms:W3CDTF">2026-02-05T02:47:35Z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LastSaved">
    <vt:filetime>2026-02-05T00:00:00Z</vt:filetime>
  </property>
  <property fmtid="{D5CDD505-2E9C-101B-9397-08002B2CF9AE}" pid="4" name="Producer">
    <vt:lpwstr>3-Heights(TM) PDF Security Shell 4.8.25.2 (http://www.pdf-tools.com)</vt:lpwstr>
  </property>
</Properties>
</file>