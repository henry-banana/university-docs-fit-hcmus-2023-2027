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vZM4epCoTBVWoZfKUZdA6Sgvg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ws.amazon.com/compare/the-difference-between-graphql-and-rest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3dbef9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283dbef9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9db0b44ad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9db0b44a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9db0b44ad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9db0b44ad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https://aws.amazon.com/compare/the-difference-between-graphql-and-rest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9db0b44ad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9db0b44ad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9db0b44ad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9db0b44a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9f40c5c96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9f40c5c96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9f40c5c96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9f40c5c96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9f40c5c96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9f40c5c96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9f40c5c96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9f40c5c96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9f40c5c9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9f40c5c9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 serviceCollection = new ServiceCollection();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 host = "https://congenial-space-pancake-7q66wpqx5cpgrq-5000.app.github.dev/graphql";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serviceCollection.AddMyShopClient()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.ConfigureHttpClient(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client =&gt; client.BaseAddress = new Uri(host));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 services = serviceCollection.BuildServiceProvider();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 client = services.GetRequiredService&lt;IMyShopClient&gt;();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 result = await client.AllCategories.ExecuteAsync();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foreach(var item in result.Data!.AllCategories!.Nodes)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Console.WriteLine($"{item!.Id} - {item.Name}");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2e388008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2e388008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2e38800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2e38800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2e388008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2e38800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2e388008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2e388008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2e388008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2e388008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2e388008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2e388008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e388008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e38800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2e388008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2e38800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2e388008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2e388008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2e388008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2e388008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2e388008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2e388008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2e388008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2e388008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2e388008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2e388008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2e388008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2e388008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2e388008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2e388008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686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raphql.org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hillicream.com/docs/strawberryshake/v13/get-started/console" TargetMode="External"/><Relationship Id="rId4" Type="http://schemas.openxmlformats.org/officeDocument/2006/relationships/hyperlink" Target="https://github.com/graphql-kit/graphql-api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raphql.anilist.co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C# Call GraphQL API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83dbef99ba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GraphQL API?</a:t>
            </a:r>
            <a:endParaRPr/>
          </a:p>
        </p:txBody>
      </p:sp>
      <p:sp>
        <p:nvSpPr>
          <p:cNvPr id="67" name="Google Shape;67;g283dbef99ba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https://graphql.org</a:t>
            </a:r>
            <a:r>
              <a:rPr lang="en"/>
              <a:t>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query language for your API</a:t>
            </a:r>
            <a:endParaRPr/>
          </a:p>
        </p:txBody>
      </p:sp>
      <p:sp>
        <p:nvSpPr>
          <p:cNvPr id="68" name="Google Shape;68;g283dbef99ba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g283dbef99b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00" y="1960151"/>
            <a:ext cx="8437050" cy="172394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83dbef99ba_0_0"/>
          <p:cNvSpPr txBox="1"/>
          <p:nvPr/>
        </p:nvSpPr>
        <p:spPr>
          <a:xfrm>
            <a:off x="333850" y="3758000"/>
            <a:ext cx="838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Schema					Query					Result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db0b44ad0_0_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GraphQL?</a:t>
            </a:r>
            <a:endParaRPr/>
          </a:p>
        </p:txBody>
      </p:sp>
      <p:sp>
        <p:nvSpPr>
          <p:cNvPr id="76" name="Google Shape;76;g29db0b44ad0_0_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</a:t>
            </a:r>
            <a:r>
              <a:rPr lang="en"/>
              <a:t>rovides a complete and understandable description of the data in your API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Clients can ask for exactly what they need and nothing more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Easy to evolve APIs over time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Enables powerful developer tools</a:t>
            </a:r>
            <a:endParaRPr/>
          </a:p>
        </p:txBody>
      </p:sp>
      <p:sp>
        <p:nvSpPr>
          <p:cNvPr id="77" name="Google Shape;77;g29db0b44ad0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db0b44ad0_0_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GraphQL over REST</a:t>
            </a:r>
            <a:endParaRPr/>
          </a:p>
        </p:txBody>
      </p:sp>
      <p:sp>
        <p:nvSpPr>
          <p:cNvPr id="83" name="Google Shape;83;g29db0b44ad0_0_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>
                <a:solidFill>
                  <a:srgbClr val="9900FF"/>
                </a:solidFill>
              </a:rPr>
              <a:t>Single </a:t>
            </a:r>
            <a:r>
              <a:rPr lang="en"/>
              <a:t>endpoint vs </a:t>
            </a:r>
            <a:r>
              <a:rPr lang="en">
                <a:solidFill>
                  <a:srgbClr val="FF9900"/>
                </a:solidFill>
              </a:rPr>
              <a:t>multiple </a:t>
            </a:r>
            <a:r>
              <a:rPr lang="en"/>
              <a:t>endpoints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>
                <a:solidFill>
                  <a:srgbClr val="9900FF"/>
                </a:solidFill>
              </a:rPr>
              <a:t>Flexible </a:t>
            </a:r>
            <a:r>
              <a:rPr lang="en"/>
              <a:t>structure in return data vs </a:t>
            </a:r>
            <a:r>
              <a:rPr lang="en">
                <a:solidFill>
                  <a:srgbClr val="FF9900"/>
                </a:solidFill>
              </a:rPr>
              <a:t>fixed</a:t>
            </a:r>
            <a:endParaRPr>
              <a:solidFill>
                <a:srgbClr val="FF9900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>
                <a:solidFill>
                  <a:srgbClr val="9900FF"/>
                </a:solidFill>
              </a:rPr>
              <a:t>Strongly </a:t>
            </a:r>
            <a:r>
              <a:rPr lang="en"/>
              <a:t>typed vs </a:t>
            </a:r>
            <a:r>
              <a:rPr lang="en">
                <a:solidFill>
                  <a:srgbClr val="FF9900"/>
                </a:solidFill>
              </a:rPr>
              <a:t>weakly </a:t>
            </a:r>
            <a:r>
              <a:rPr lang="en"/>
              <a:t>typed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Invalid requests are </a:t>
            </a:r>
            <a:r>
              <a:rPr lang="en">
                <a:solidFill>
                  <a:srgbClr val="9900FF"/>
                </a:solidFill>
              </a:rPr>
              <a:t>automatically </a:t>
            </a:r>
            <a:r>
              <a:rPr lang="en"/>
              <a:t>checked vs </a:t>
            </a:r>
            <a:r>
              <a:rPr lang="en">
                <a:solidFill>
                  <a:srgbClr val="FF9900"/>
                </a:solidFill>
              </a:rPr>
              <a:t>manually </a:t>
            </a:r>
            <a:r>
              <a:rPr lang="en"/>
              <a:t>checked</a:t>
            </a:r>
            <a:endParaRPr/>
          </a:p>
        </p:txBody>
      </p:sp>
      <p:sp>
        <p:nvSpPr>
          <p:cNvPr id="84" name="Google Shape;84;g29db0b44ad0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9db0b44ad0_0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</a:t>
            </a:r>
            <a:r>
              <a:rPr lang="en"/>
              <a:t>consume</a:t>
            </a:r>
            <a:r>
              <a:rPr lang="en"/>
              <a:t> a graphql API?</a:t>
            </a:r>
            <a:endParaRPr/>
          </a:p>
        </p:txBody>
      </p:sp>
      <p:sp>
        <p:nvSpPr>
          <p:cNvPr id="90" name="Google Shape;90;g29db0b44ad0_0_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Using </a:t>
            </a:r>
            <a:r>
              <a:rPr lang="en">
                <a:solidFill>
                  <a:srgbClr val="FF00FF"/>
                </a:solidFill>
              </a:rPr>
              <a:t>Strawberry.Shake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https://chillicream.com/docs/strawberryshake/v13/get-started/console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Public GraphQL APIs for testing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https://github.com/graphql-kit/graphql-apis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91" name="Google Shape;91;g29db0b44ad0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9db0b44ad0_0_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01 - Install Strawberry Shake locally</a:t>
            </a:r>
            <a:endParaRPr/>
          </a:p>
        </p:txBody>
      </p:sp>
      <p:sp>
        <p:nvSpPr>
          <p:cNvPr id="97" name="Google Shape;97;g29db0b44ad0_0_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g29db0b44ad0_0_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Create a project, let’s say </a:t>
            </a:r>
            <a:r>
              <a:rPr b="1" lang="en">
                <a:solidFill>
                  <a:srgbClr val="9900FF"/>
                </a:solidFill>
              </a:rPr>
              <a:t>WpfApp1</a:t>
            </a:r>
            <a:endParaRPr b="1">
              <a:solidFill>
                <a:srgbClr val="99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Open terminal with </a:t>
            </a:r>
            <a:r>
              <a:rPr b="1" lang="en"/>
              <a:t>Ctlr + `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❏"/>
            </a:pPr>
            <a:r>
              <a:rPr b="1" lang="en">
                <a:solidFill>
                  <a:srgbClr val="FF0000"/>
                </a:solidFill>
              </a:rPr>
              <a:t>Go up to the parent directory of the solution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Install </a:t>
            </a:r>
            <a:r>
              <a:rPr b="1" lang="en">
                <a:solidFill>
                  <a:srgbClr val="0000FF"/>
                </a:solidFill>
              </a:rPr>
              <a:t>manifest-tool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$ dotnet new tool-manifest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Install the </a:t>
            </a:r>
            <a:r>
              <a:rPr b="1" lang="en">
                <a:solidFill>
                  <a:srgbClr val="0000FF"/>
                </a:solidFill>
              </a:rPr>
              <a:t>Strawberry Shake</a:t>
            </a:r>
            <a:r>
              <a:rPr b="1" lang="en"/>
              <a:t> </a:t>
            </a:r>
            <a:r>
              <a:rPr lang="en"/>
              <a:t>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$ dotnet tool install StrawberryShake.Tools --local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f40c5c964_0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02 - Install server</a:t>
            </a:r>
            <a:endParaRPr/>
          </a:p>
        </p:txBody>
      </p:sp>
      <p:sp>
        <p:nvSpPr>
          <p:cNvPr id="104" name="Google Shape;104;g29f40c5c964_0_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(Still in the parent directory of the solution)</a:t>
            </a:r>
            <a:endParaRPr>
              <a:solidFill>
                <a:srgbClr val="FF0000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Add Strawberry package to our code generation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"/>
              <a:t>dotnet add </a:t>
            </a:r>
            <a:r>
              <a:rPr b="1" lang="en">
                <a:solidFill>
                  <a:srgbClr val="9900FF"/>
                </a:solidFill>
              </a:rPr>
              <a:t>WpfApp1 </a:t>
            </a:r>
            <a:r>
              <a:rPr b="1" lang="en"/>
              <a:t>package StrawberryShake.Server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9f40c5c964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f40c5c964_0_1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03  </a:t>
            </a:r>
            <a:endParaRPr/>
          </a:p>
        </p:txBody>
      </p:sp>
      <p:sp>
        <p:nvSpPr>
          <p:cNvPr id="111" name="Google Shape;111;g29f40c5c964_0_1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Add a GraphQL client to your project using the CLI tools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Let’s say your url is: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https://graphql.anilist.co</a:t>
            </a:r>
            <a:r>
              <a:rPr lang="en"/>
              <a:t> 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b="1" lang="en" sz="1700"/>
              <a:t>dotnet graphql init </a:t>
            </a:r>
            <a:r>
              <a:rPr b="1" lang="en" sz="1700">
                <a:solidFill>
                  <a:srgbClr val="FF0000"/>
                </a:solidFill>
              </a:rPr>
              <a:t>https://graphql.anilist.co</a:t>
            </a:r>
            <a:r>
              <a:rPr b="1" lang="en" sz="1700"/>
              <a:t> -n </a:t>
            </a:r>
            <a:r>
              <a:rPr b="1" lang="en" sz="1700">
                <a:solidFill>
                  <a:srgbClr val="FF9900"/>
                </a:solidFill>
              </a:rPr>
              <a:t>AnimeClient</a:t>
            </a:r>
            <a:r>
              <a:rPr b="1" lang="en" sz="1700"/>
              <a:t> -p ./</a:t>
            </a:r>
            <a:r>
              <a:rPr b="1" lang="en" sz="1700">
                <a:solidFill>
                  <a:srgbClr val="FF00FF"/>
                </a:solidFill>
              </a:rPr>
              <a:t>WpfApp1</a:t>
            </a:r>
            <a:endParaRPr b="1" sz="1700">
              <a:solidFill>
                <a:srgbClr val="FF00FF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b="1" lang="en" sz="1700">
                <a:solidFill>
                  <a:schemeClr val="dk1"/>
                </a:solidFill>
              </a:rPr>
              <a:t>dotnet graphql init </a:t>
            </a:r>
            <a:r>
              <a:rPr b="1" lang="en" sz="1700">
                <a:solidFill>
                  <a:srgbClr val="FF0000"/>
                </a:solidFill>
              </a:rPr>
              <a:t>localhost:4000/graphql</a:t>
            </a:r>
            <a:r>
              <a:rPr b="1" lang="en" sz="1700">
                <a:solidFill>
                  <a:schemeClr val="dk1"/>
                </a:solidFill>
              </a:rPr>
              <a:t> -n </a:t>
            </a:r>
            <a:r>
              <a:rPr b="1" lang="en" sz="1700">
                <a:solidFill>
                  <a:srgbClr val="FF9900"/>
                </a:solidFill>
              </a:rPr>
              <a:t>MyShopClient </a:t>
            </a:r>
            <a:r>
              <a:rPr b="1" lang="en" sz="1700">
                <a:solidFill>
                  <a:schemeClr val="dk1"/>
                </a:solidFill>
              </a:rPr>
              <a:t>-p ./</a:t>
            </a:r>
            <a:r>
              <a:rPr b="1" lang="en" sz="1700">
                <a:solidFill>
                  <a:srgbClr val="FF00FF"/>
                </a:solidFill>
              </a:rPr>
              <a:t>TestGraphql</a:t>
            </a:r>
            <a:endParaRPr b="1" sz="1700">
              <a:solidFill>
                <a:srgbClr val="FF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Customize the namespace of the generated client to be </a:t>
            </a:r>
            <a:r>
              <a:rPr b="1" lang="en">
                <a:solidFill>
                  <a:srgbClr val="FF00FF"/>
                </a:solidFill>
              </a:rPr>
              <a:t>WpfApp1.GraphQL</a:t>
            </a:r>
            <a:endParaRPr b="1">
              <a:solidFill>
                <a:srgbClr val="FF00FF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lang="en">
                <a:solidFill>
                  <a:schemeClr val="dk1"/>
                </a:solidFill>
              </a:rPr>
              <a:t>Head over to the </a:t>
            </a:r>
            <a:r>
              <a:rPr b="1" lang="en">
                <a:solidFill>
                  <a:srgbClr val="38761D"/>
                </a:solidFill>
              </a:rPr>
              <a:t>.graphqlrc.json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lang="en">
                <a:solidFill>
                  <a:schemeClr val="dk1"/>
                </a:solidFill>
              </a:rPr>
              <a:t>Insert a namespace property to the </a:t>
            </a:r>
            <a:r>
              <a:rPr b="1" lang="en">
                <a:solidFill>
                  <a:schemeClr val="dk1"/>
                </a:solidFill>
              </a:rPr>
              <a:t>StrawberryShake </a:t>
            </a:r>
            <a:r>
              <a:rPr lang="en">
                <a:solidFill>
                  <a:schemeClr val="dk1"/>
                </a:solidFill>
              </a:rPr>
              <a:t>section.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g29f40c5c964_0_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g29f40c5c964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2500" y="4142425"/>
            <a:ext cx="43053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9f40c5c964_0_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04 - Write your queries (text file then rename)</a:t>
            </a:r>
            <a:endParaRPr/>
          </a:p>
        </p:txBody>
      </p:sp>
      <p:sp>
        <p:nvSpPr>
          <p:cNvPr id="119" name="Google Shape;119;g29f40c5c964_0_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</a:t>
            </a:r>
            <a:r>
              <a:rPr lang="en"/>
              <a:t> file </a:t>
            </a:r>
            <a:r>
              <a:rPr b="1" lang="en">
                <a:solidFill>
                  <a:srgbClr val="0000FF"/>
                </a:solidFill>
              </a:rPr>
              <a:t>queries.graphql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store your queries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Or:</a:t>
            </a:r>
            <a:r>
              <a:rPr b="1" lang="en">
                <a:solidFill>
                  <a:schemeClr val="dk1"/>
                </a:solidFill>
              </a:rPr>
              <a:t> category.graphql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g29f40c5c964_0_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g29f40c5c964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025" y="914000"/>
            <a:ext cx="3679275" cy="4026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g29f40c5c964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13" y="2860000"/>
            <a:ext cx="412432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9f40c5c964_0_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05 - Build the project (Ctrl + Shift + B)</a:t>
            </a:r>
            <a:endParaRPr/>
          </a:p>
        </p:txBody>
      </p:sp>
      <p:sp>
        <p:nvSpPr>
          <p:cNvPr id="128" name="Google Shape;128;g29f40c5c964_0_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Inspect folder: </a:t>
            </a:r>
            <a:r>
              <a:rPr b="1" lang="en"/>
              <a:t>obj/Debug/net9.0</a:t>
            </a:r>
            <a:r>
              <a:rPr lang="en"/>
              <a:t>/</a:t>
            </a:r>
            <a:r>
              <a:rPr b="1" lang="en">
                <a:solidFill>
                  <a:srgbClr val="0000FF"/>
                </a:solidFill>
              </a:rPr>
              <a:t>berry</a:t>
            </a:r>
            <a:endParaRPr b="1">
              <a:solidFill>
                <a:srgbClr val="00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You should found an auto-generated class named: </a:t>
            </a:r>
            <a:r>
              <a:rPr b="1" lang="en">
                <a:solidFill>
                  <a:srgbClr val="9900FF"/>
                </a:solidFill>
              </a:rPr>
              <a:t>MyShopClient.Client.cs</a:t>
            </a:r>
            <a:endParaRPr b="1">
              <a:solidFill>
                <a:srgbClr val="9900FF"/>
              </a:solidFill>
            </a:endParaRPr>
          </a:p>
        </p:txBody>
      </p:sp>
      <p:sp>
        <p:nvSpPr>
          <p:cNvPr id="129" name="Google Shape;129;g29f40c5c964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f40c5c964_1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06 - Fetch the data</a:t>
            </a:r>
            <a:endParaRPr/>
          </a:p>
        </p:txBody>
      </p:sp>
      <p:sp>
        <p:nvSpPr>
          <p:cNvPr id="135" name="Google Shape;135;g29f40c5c964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g29f40c5c964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009944" cy="361591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2e3880089_0_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Ví dụ lấy AllCategories</a:t>
            </a:r>
            <a:endParaRPr/>
          </a:p>
        </p:txBody>
      </p:sp>
      <p:sp>
        <p:nvSpPr>
          <p:cNvPr id="142" name="Google Shape;142;g342e3880089_0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" name="Google Shape;143;g342e3880089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201" cy="1805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2e3880089_0_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Tham số hóa query</a:t>
            </a:r>
            <a:endParaRPr/>
          </a:p>
        </p:txBody>
      </p:sp>
      <p:sp>
        <p:nvSpPr>
          <p:cNvPr id="149" name="Google Shape;149;g342e3880089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2e3880089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g342e3880089_0_1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1: Cập nhật category.graphql, bổ sung</a:t>
            </a:r>
            <a:endParaRPr/>
          </a:p>
        </p:txBody>
      </p:sp>
      <p:pic>
        <p:nvPicPr>
          <p:cNvPr id="156" name="Google Shape;156;g342e3880089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75" y="1034725"/>
            <a:ext cx="52768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2e3880089_0_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2: Biên dịch</a:t>
            </a:r>
            <a:endParaRPr/>
          </a:p>
        </p:txBody>
      </p:sp>
      <p:sp>
        <p:nvSpPr>
          <p:cNvPr id="162" name="Google Shape;162;g342e3880089_0_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Chạy lại lệnh init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en" sz="1700">
                <a:solidFill>
                  <a:schemeClr val="dk1"/>
                </a:solidFill>
              </a:rPr>
              <a:t>dotnet graphql init </a:t>
            </a:r>
            <a:r>
              <a:rPr b="1" lang="en" sz="1700">
                <a:solidFill>
                  <a:srgbClr val="FF0000"/>
                </a:solidFill>
              </a:rPr>
              <a:t>localhost:4000/graphql</a:t>
            </a:r>
            <a:r>
              <a:rPr b="1" lang="en" sz="1700">
                <a:solidFill>
                  <a:schemeClr val="dk1"/>
                </a:solidFill>
              </a:rPr>
              <a:t> -n </a:t>
            </a:r>
            <a:r>
              <a:rPr b="1" lang="en" sz="1700">
                <a:solidFill>
                  <a:srgbClr val="FF9900"/>
                </a:solidFill>
              </a:rPr>
              <a:t>MyShopClient </a:t>
            </a:r>
            <a:r>
              <a:rPr b="1" lang="en" sz="1700">
                <a:solidFill>
                  <a:schemeClr val="dk1"/>
                </a:solidFill>
              </a:rPr>
              <a:t>-p ./</a:t>
            </a:r>
            <a:r>
              <a:rPr b="1" lang="en" sz="1700">
                <a:solidFill>
                  <a:srgbClr val="FF00FF"/>
                </a:solidFill>
              </a:rPr>
              <a:t>TestGraphql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Biên dịch lại với Ctrl + Shift + B</a:t>
            </a:r>
            <a:endParaRPr/>
          </a:p>
        </p:txBody>
      </p:sp>
      <p:sp>
        <p:nvSpPr>
          <p:cNvPr id="163" name="Google Shape;163;g342e3880089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2e3880089_0_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3: Gọi API</a:t>
            </a:r>
            <a:endParaRPr/>
          </a:p>
        </p:txBody>
      </p:sp>
      <p:sp>
        <p:nvSpPr>
          <p:cNvPr id="169" name="Google Shape;169;g342e3880089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g342e3880089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199" cy="152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42e3880089_0_24"/>
          <p:cNvSpPr txBox="1"/>
          <p:nvPr>
            <p:ph idx="1" type="body"/>
          </p:nvPr>
        </p:nvSpPr>
        <p:spPr>
          <a:xfrm>
            <a:off x="141300" y="2532475"/>
            <a:ext cx="8932200" cy="26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Chú ý chỗ truyền đối số là tham số của hàm ExecuteAsync.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2e3880089_0_3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DeleteById</a:t>
            </a:r>
            <a:endParaRPr/>
          </a:p>
        </p:txBody>
      </p:sp>
      <p:sp>
        <p:nvSpPr>
          <p:cNvPr id="177" name="Google Shape;177;g342e3880089_0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2e3880089_0_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g342e3880089_0_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1: Cập nhật query</a:t>
            </a:r>
            <a:endParaRPr/>
          </a:p>
        </p:txBody>
      </p:sp>
      <p:sp>
        <p:nvSpPr>
          <p:cNvPr id="184" name="Google Shape;184;g342e3880089_0_4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2e3880089_0_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2: Biên dịch lại</a:t>
            </a:r>
            <a:endParaRPr/>
          </a:p>
        </p:txBody>
      </p:sp>
      <p:sp>
        <p:nvSpPr>
          <p:cNvPr id="190" name="Google Shape;190;g342e3880089_0_5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Chạy lại lệnh init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Biên dịch lại với Ctrl + Shift + B</a:t>
            </a:r>
            <a:endParaRPr/>
          </a:p>
        </p:txBody>
      </p:sp>
      <p:sp>
        <p:nvSpPr>
          <p:cNvPr id="191" name="Google Shape;191;g342e3880089_0_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2e3880089_0_5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3: Mã nguồn và xử lí lỗi</a:t>
            </a:r>
            <a:endParaRPr/>
          </a:p>
        </p:txBody>
      </p:sp>
      <p:sp>
        <p:nvSpPr>
          <p:cNvPr id="197" name="Google Shape;197;g342e3880089_0_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g342e3880089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199" cy="222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2e3880089_0_64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UpdateById</a:t>
            </a:r>
            <a:endParaRPr/>
          </a:p>
        </p:txBody>
      </p:sp>
      <p:sp>
        <p:nvSpPr>
          <p:cNvPr id="204" name="Google Shape;204;g342e3880089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2e3880089_0_7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1: Bổ sung câu query</a:t>
            </a:r>
            <a:endParaRPr/>
          </a:p>
        </p:txBody>
      </p:sp>
      <p:sp>
        <p:nvSpPr>
          <p:cNvPr id="210" name="Google Shape;210;g342e3880089_0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g342e3880089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690529" cy="40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2e3880089_0_7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2: Mã nguồn</a:t>
            </a:r>
            <a:endParaRPr/>
          </a:p>
        </p:txBody>
      </p:sp>
      <p:sp>
        <p:nvSpPr>
          <p:cNvPr id="217" name="Google Shape;217;g342e3880089_0_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" name="Google Shape;218;g342e3880089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202" cy="323458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2e3880089_0_84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</a:t>
            </a:r>
            <a:endParaRPr/>
          </a:p>
        </p:txBody>
      </p:sp>
      <p:sp>
        <p:nvSpPr>
          <p:cNvPr id="224" name="Google Shape;224;g342e3880089_0_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2e3880089_0_9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1: Cập nhật query</a:t>
            </a:r>
            <a:endParaRPr/>
          </a:p>
        </p:txBody>
      </p:sp>
      <p:sp>
        <p:nvSpPr>
          <p:cNvPr id="230" name="Google Shape;230;g342e3880089_0_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g342e3880089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728134" cy="40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2e3880089_0_9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Bước 2: Mã nguồn</a:t>
            </a:r>
            <a:endParaRPr/>
          </a:p>
        </p:txBody>
      </p:sp>
      <p:sp>
        <p:nvSpPr>
          <p:cNvPr id="237" name="Google Shape;237;g342e3880089_0_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" name="Google Shape;238;g342e3880089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640633" cy="361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