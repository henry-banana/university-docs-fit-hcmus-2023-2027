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9144000"/>
  <p:notesSz cx="9144000" cy="6858000"/>
  <p:embeddedFontLst>
    <p:embeddedFont>
      <p:font typeface="Quattrocento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i53elPPZLFT0VQmLaKbYRvzny9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QuattrocentoSans-bold.fntdata"/><Relationship Id="rId16" Type="http://schemas.openxmlformats.org/officeDocument/2006/relationships/font" Target="fonts/Quattrocento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QuattrocentoSans-boldItalic.fntdata"/><Relationship Id="rId6" Type="http://schemas.openxmlformats.org/officeDocument/2006/relationships/slide" Target="slides/slide1.xml"/><Relationship Id="rId18" Type="http://schemas.openxmlformats.org/officeDocument/2006/relationships/font" Target="fonts/Quattrocento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7d14e30613_0_0:notes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17d14e30613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string folder = AppDomain.CurrentDomain.BaseDirectory;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var fis = (new DirectoryInfo(folder)).GetFiles("*.dll");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foreach(var fi in fis)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   	var assembly = Assembly.LoadFrom(fi.FullName);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var types = assembly.GetTypes();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}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p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Quattrocento Sans"/>
              <a:buNone/>
              <a:defRPr b="0" sz="7200" u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" type="subTitle"/>
          </p:nvPr>
        </p:nvSpPr>
        <p:spPr>
          <a:xfrm>
            <a:off x="1397794" y="4217988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1"/>
          <p:cNvSpPr/>
          <p:nvPr/>
        </p:nvSpPr>
        <p:spPr>
          <a:xfrm rot="-5400000">
            <a:off x="7873492" y="5587492"/>
            <a:ext cx="1271016" cy="1270000"/>
          </a:xfrm>
          <a:prstGeom prst="rtTriangle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" name="Google Shape;15;p11"/>
          <p:cNvGrpSpPr/>
          <p:nvPr/>
        </p:nvGrpSpPr>
        <p:grpSpPr>
          <a:xfrm>
            <a:off x="-1731650" y="1694705"/>
            <a:ext cx="10875650" cy="7455224"/>
            <a:chOff x="-1731650" y="1694705"/>
            <a:chExt cx="10875650" cy="7455224"/>
          </a:xfrm>
        </p:grpSpPr>
        <p:pic>
          <p:nvPicPr>
            <p:cNvPr id="16" name="Google Shape;16;p1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1694705"/>
              <a:ext cx="9144000" cy="23414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11"/>
            <p:cNvSpPr/>
            <p:nvPr/>
          </p:nvSpPr>
          <p:spPr>
            <a:xfrm rot="-3654751">
              <a:off x="2485973" y="9936"/>
              <a:ext cx="2251314" cy="10976464"/>
            </a:xfrm>
            <a:prstGeom prst="moon">
              <a:avLst>
                <a:gd fmla="val 50000" name="adj"/>
              </a:avLst>
            </a:prstGeom>
            <a:solidFill>
              <a:schemeClr val="lt1">
                <a:alpha val="15294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"/>
            <a:ext cx="91440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2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  <a:defRPr b="0" sz="54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"/>
              <a:buChar char="❑"/>
              <a:defRPr sz="28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4BD97"/>
              </a:buClr>
              <a:buSzPts val="2400"/>
              <a:buFont typeface="Noto Sans"/>
              <a:buChar char="▪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" name="Google Shape;23;p12"/>
          <p:cNvSpPr/>
          <p:nvPr/>
        </p:nvSpPr>
        <p:spPr>
          <a:xfrm rot="-3654751">
            <a:off x="2935426" y="-1836471"/>
            <a:ext cx="2251314" cy="10976464"/>
          </a:xfrm>
          <a:prstGeom prst="moon">
            <a:avLst>
              <a:gd fmla="val 50000" name="adj"/>
            </a:avLst>
          </a:prstGeom>
          <a:solidFill>
            <a:schemeClr val="lt1">
              <a:alpha val="15294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0400" y="1694705"/>
            <a:ext cx="7962900" cy="2341463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13"/>
          <p:cNvSpPr txBox="1"/>
          <p:nvPr>
            <p:ph type="title"/>
          </p:nvPr>
        </p:nvSpPr>
        <p:spPr>
          <a:xfrm>
            <a:off x="527050" y="229393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Quattrocento Sans"/>
              <a:buNone/>
              <a:defRPr sz="6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/>
          <p:nvPr/>
        </p:nvSpPr>
        <p:spPr>
          <a:xfrm rot="-3654751">
            <a:off x="2934706" y="-1031464"/>
            <a:ext cx="2251314" cy="10976464"/>
          </a:xfrm>
          <a:prstGeom prst="moon">
            <a:avLst>
              <a:gd fmla="val 50000" name="adj"/>
            </a:avLst>
          </a:prstGeom>
          <a:solidFill>
            <a:schemeClr val="lt1">
              <a:alpha val="15294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and Content">
  <p:cSld name="3_Title and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0400" y="1694705"/>
            <a:ext cx="7962900" cy="2341463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4"/>
          <p:cNvSpPr txBox="1"/>
          <p:nvPr>
            <p:ph type="title"/>
          </p:nvPr>
        </p:nvSpPr>
        <p:spPr>
          <a:xfrm>
            <a:off x="527050" y="229393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Quattrocento Sans"/>
              <a:buNone/>
              <a:defRPr sz="6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/>
          <p:nvPr/>
        </p:nvSpPr>
        <p:spPr>
          <a:xfrm rot="-3654751">
            <a:off x="2934706" y="-1031464"/>
            <a:ext cx="2251314" cy="10976464"/>
          </a:xfrm>
          <a:prstGeom prst="moon">
            <a:avLst>
              <a:gd fmla="val 50000" name="adj"/>
            </a:avLst>
          </a:prstGeom>
          <a:solidFill>
            <a:schemeClr val="lt1">
              <a:alpha val="15294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tdqua_000\Desktop\coffe_tea_01.png" id="32" name="Google Shape;3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47055" y="4114800"/>
            <a:ext cx="2231811" cy="2622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Title and Content">
  <p:cSld name="6_Title and Conte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"/>
            <a:ext cx="91440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5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  <a:defRPr b="0" sz="54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15"/>
          <p:cNvSpPr/>
          <p:nvPr/>
        </p:nvSpPr>
        <p:spPr>
          <a:xfrm rot="-3654751">
            <a:off x="2935426" y="-1836471"/>
            <a:ext cx="2251314" cy="10976464"/>
          </a:xfrm>
          <a:prstGeom prst="moon">
            <a:avLst>
              <a:gd fmla="val 50000" name="adj"/>
            </a:avLst>
          </a:prstGeom>
          <a:solidFill>
            <a:schemeClr val="lt1">
              <a:alpha val="15294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Noto Sans"/>
              <a:buChar char="❑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Noto Sans"/>
              <a:buChar char="❑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Noto Sans"/>
              <a:buChar char="❑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Noto Sans"/>
              <a:buChar char="❑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Noto Sans"/>
              <a:buChar char="❑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9" name="Google Shape;39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Noto Sans"/>
              <a:buChar char="❑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Noto Sans"/>
              <a:buChar char="❑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Noto Sans"/>
              <a:buChar char="❑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Noto Sans"/>
              <a:buChar char="❑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Noto Sans"/>
              <a:buChar char="❑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5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Title and Content">
  <p:cSld name="7_Title and Conte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16"/>
          <p:cNvGrpSpPr/>
          <p:nvPr/>
        </p:nvGrpSpPr>
        <p:grpSpPr>
          <a:xfrm>
            <a:off x="-1282197" y="0"/>
            <a:ext cx="10686559" cy="7303522"/>
            <a:chOff x="-1282197" y="0"/>
            <a:chExt cx="10686559" cy="7303522"/>
          </a:xfrm>
        </p:grpSpPr>
        <p:pic>
          <p:nvPicPr>
            <p:cNvPr id="43" name="Google Shape;43;p1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2"/>
              <a:ext cx="9144000" cy="1371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" name="Google Shape;44;p16"/>
            <p:cNvSpPr/>
            <p:nvPr/>
          </p:nvSpPr>
          <p:spPr>
            <a:xfrm rot="-3654751">
              <a:off x="2935426" y="-1836471"/>
              <a:ext cx="2251314" cy="10976464"/>
            </a:xfrm>
            <a:prstGeom prst="moon">
              <a:avLst>
                <a:gd fmla="val 50000" name="adj"/>
              </a:avLst>
            </a:prstGeom>
            <a:solidFill>
              <a:schemeClr val="lt1">
                <a:alpha val="15294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5" name="Google Shape;4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755287" y="1554978"/>
            <a:ext cx="4169664" cy="654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7531" y="1547452"/>
            <a:ext cx="4270248" cy="645333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16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  <a:defRPr b="0" sz="54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7010400" y="597586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" name="Google Shape;49;p16"/>
          <p:cNvSpPr txBox="1"/>
          <p:nvPr>
            <p:ph idx="1" type="body"/>
          </p:nvPr>
        </p:nvSpPr>
        <p:spPr>
          <a:xfrm>
            <a:off x="313779" y="1546224"/>
            <a:ext cx="4268788" cy="639762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16"/>
          <p:cNvSpPr txBox="1"/>
          <p:nvPr>
            <p:ph idx="2" type="body"/>
          </p:nvPr>
        </p:nvSpPr>
        <p:spPr>
          <a:xfrm>
            <a:off x="4748212" y="1563233"/>
            <a:ext cx="4167188" cy="639762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16"/>
          <p:cNvSpPr txBox="1"/>
          <p:nvPr>
            <p:ph idx="3" type="body"/>
          </p:nvPr>
        </p:nvSpPr>
        <p:spPr>
          <a:xfrm>
            <a:off x="313779" y="2193469"/>
            <a:ext cx="4268788" cy="4340226"/>
          </a:xfrm>
          <a:prstGeom prst="rect">
            <a:avLst/>
          </a:prstGeom>
          <a:noFill/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Noto Sans"/>
              <a:buChar char="❑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Noto Sans"/>
              <a:buChar char="❑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Noto Sans"/>
              <a:buChar char="❑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Noto Sans"/>
              <a:buChar char="❑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Noto Sans"/>
              <a:buChar char="❑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2" name="Google Shape;52;p16"/>
          <p:cNvSpPr txBox="1"/>
          <p:nvPr>
            <p:ph idx="4" type="body"/>
          </p:nvPr>
        </p:nvSpPr>
        <p:spPr>
          <a:xfrm>
            <a:off x="4757737" y="2207211"/>
            <a:ext cx="4167187" cy="4322763"/>
          </a:xfrm>
          <a:prstGeom prst="rect">
            <a:avLst/>
          </a:prstGeom>
          <a:noFill/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Noto Sans"/>
              <a:buChar char="❑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Noto Sans"/>
              <a:buChar char="❑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Noto Sans"/>
              <a:buChar char="❑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Noto Sans"/>
              <a:buChar char="❑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Noto Sans"/>
              <a:buChar char="❑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and Content">
  <p:cSld name="2_Title and Conten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"/>
            <a:ext cx="91440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7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17"/>
          <p:cNvSpPr/>
          <p:nvPr/>
        </p:nvSpPr>
        <p:spPr>
          <a:xfrm rot="-3654751">
            <a:off x="2935426" y="-1836471"/>
            <a:ext cx="2251314" cy="10976464"/>
          </a:xfrm>
          <a:prstGeom prst="moon">
            <a:avLst>
              <a:gd fmla="val 50000" name="adj"/>
            </a:avLst>
          </a:prstGeom>
          <a:solidFill>
            <a:schemeClr val="lt1">
              <a:alpha val="15294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:\04_Image Collection\01_ICON\Question\Help.png" id="57" name="Google Shape;5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1500" y="1782762"/>
            <a:ext cx="5105400" cy="472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and Content">
  <p:cSld name="4_Title and Conten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"/>
            <a:ext cx="9144000" cy="22859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Title and Content">
  <p:cSld name="5_Title and Conten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629402"/>
            <a:ext cx="9144000" cy="228598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9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530600"/>
            <a:ext cx="9144000" cy="33274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20"/>
          <p:cNvSpPr txBox="1"/>
          <p:nvPr>
            <p:ph type="title"/>
          </p:nvPr>
        </p:nvSpPr>
        <p:spPr>
          <a:xfrm>
            <a:off x="584200" y="25225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/>
          <p:nvPr/>
        </p:nvSpPr>
        <p:spPr>
          <a:xfrm rot="-3654751">
            <a:off x="1137276" y="1531456"/>
            <a:ext cx="2251314" cy="10976464"/>
          </a:xfrm>
          <a:prstGeom prst="moon">
            <a:avLst>
              <a:gd fmla="val 50000" name="adj"/>
            </a:avLst>
          </a:prstGeom>
          <a:solidFill>
            <a:schemeClr val="lt1">
              <a:alpha val="15294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>
  <p:cSld name="1_Section 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33274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21"/>
          <p:cNvSpPr txBox="1"/>
          <p:nvPr>
            <p:ph type="title"/>
          </p:nvPr>
        </p:nvSpPr>
        <p:spPr>
          <a:xfrm>
            <a:off x="457200" y="323972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Quattrocento Sans"/>
              <a:buNone/>
              <a:defRPr sz="6000">
                <a:solidFill>
                  <a:srgbClr val="0070C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1"/>
          <p:cNvSpPr/>
          <p:nvPr/>
        </p:nvSpPr>
        <p:spPr>
          <a:xfrm rot="-3654751">
            <a:off x="2675064" y="-430330"/>
            <a:ext cx="2251314" cy="10976464"/>
          </a:xfrm>
          <a:prstGeom prst="moon">
            <a:avLst>
              <a:gd fmla="val 50000" name="adj"/>
            </a:avLst>
          </a:prstGeom>
          <a:solidFill>
            <a:schemeClr val="lt1">
              <a:alpha val="15294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1"/>
          <p:cNvSpPr/>
          <p:nvPr/>
        </p:nvSpPr>
        <p:spPr>
          <a:xfrm>
            <a:off x="3924300" y="4733540"/>
            <a:ext cx="1295400" cy="1286933"/>
          </a:xfrm>
          <a:prstGeom prst="ellipse">
            <a:avLst/>
          </a:prstGeom>
          <a:noFill/>
          <a:ln cap="flat" cmpd="sng" w="2254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Section Header">
  <p:cSld name="3_Section Head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22"/>
          <p:cNvSpPr txBox="1"/>
          <p:nvPr>
            <p:ph type="title"/>
          </p:nvPr>
        </p:nvSpPr>
        <p:spPr>
          <a:xfrm>
            <a:off x="3803073" y="4200698"/>
            <a:ext cx="4707082" cy="8769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Quattrocento Sans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/>
          <p:nvPr/>
        </p:nvSpPr>
        <p:spPr>
          <a:xfrm rot="-3654751">
            <a:off x="1137276" y="1531456"/>
            <a:ext cx="2251314" cy="10976464"/>
          </a:xfrm>
          <a:prstGeom prst="moon">
            <a:avLst>
              <a:gd fmla="val 50000" name="adj"/>
            </a:avLst>
          </a:prstGeom>
          <a:solidFill>
            <a:schemeClr val="lt1">
              <a:alpha val="15294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" name="Google Shape;77;p22"/>
          <p:cNvCxnSpPr/>
          <p:nvPr/>
        </p:nvCxnSpPr>
        <p:spPr>
          <a:xfrm>
            <a:off x="3803073" y="5077691"/>
            <a:ext cx="4756001" cy="1"/>
          </a:xfrm>
          <a:prstGeom prst="straightConnector1">
            <a:avLst/>
          </a:prstGeom>
          <a:noFill/>
          <a:ln cap="flat" cmpd="sng" w="318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39000" rotWithShape="0" dir="5400000" dist="25400">
              <a:srgbClr val="000000"/>
            </a:outerShdw>
          </a:effectLst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Section Header">
  <p:cSld name="4_Section Head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505532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23"/>
          <p:cNvSpPr txBox="1"/>
          <p:nvPr>
            <p:ph type="title"/>
          </p:nvPr>
        </p:nvSpPr>
        <p:spPr>
          <a:xfrm>
            <a:off x="5404393" y="1193663"/>
            <a:ext cx="3465286" cy="4348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3"/>
          <p:cNvSpPr/>
          <p:nvPr/>
        </p:nvSpPr>
        <p:spPr>
          <a:xfrm rot="-3654751">
            <a:off x="1137276" y="1531456"/>
            <a:ext cx="2251314" cy="10976464"/>
          </a:xfrm>
          <a:prstGeom prst="moon">
            <a:avLst>
              <a:gd fmla="val 50000" name="adj"/>
            </a:avLst>
          </a:prstGeom>
          <a:solidFill>
            <a:schemeClr val="lt1">
              <a:alpha val="15294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 Header">
  <p:cSld name="2_Section 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2405" y="1489809"/>
            <a:ext cx="5988167" cy="33274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4"/>
          <p:cNvSpPr/>
          <p:nvPr/>
        </p:nvSpPr>
        <p:spPr>
          <a:xfrm rot="-3654751">
            <a:off x="368711" y="943707"/>
            <a:ext cx="2251314" cy="7188200"/>
          </a:xfrm>
          <a:prstGeom prst="moon">
            <a:avLst>
              <a:gd fmla="val 50000" name="adj"/>
            </a:avLst>
          </a:prstGeom>
          <a:solidFill>
            <a:schemeClr val="lt1">
              <a:alpha val="15294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4"/>
          <p:cNvSpPr txBox="1"/>
          <p:nvPr>
            <p:ph type="title"/>
          </p:nvPr>
        </p:nvSpPr>
        <p:spPr>
          <a:xfrm>
            <a:off x="117828" y="2582009"/>
            <a:ext cx="55753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Quattrocento Sans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6" name="Google Shape;86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6200" y="0"/>
            <a:ext cx="14478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  <a:defRPr b="0" i="0" sz="4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Quattrocento Sans"/>
              <a:buNone/>
            </a:pPr>
            <a:r>
              <a:rPr lang="en-US"/>
              <a:t>Plugin</a:t>
            </a:r>
            <a:endParaRPr/>
          </a:p>
        </p:txBody>
      </p:sp>
      <p:sp>
        <p:nvSpPr>
          <p:cNvPr id="94" name="Google Shape;94;p1"/>
          <p:cNvSpPr txBox="1"/>
          <p:nvPr>
            <p:ph idx="1" type="subTitle"/>
          </p:nvPr>
        </p:nvSpPr>
        <p:spPr>
          <a:xfrm>
            <a:off x="1397794" y="4217988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Dynamically expand the application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-US"/>
              <a:t>Purpose of plugins</a:t>
            </a:r>
            <a:endParaRPr/>
          </a:p>
        </p:txBody>
      </p:sp>
      <p:sp>
        <p:nvSpPr>
          <p:cNvPr id="100" name="Google Shape;100;p2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"/>
              <a:buChar char="❑"/>
            </a:pPr>
            <a:r>
              <a:rPr lang="en-US"/>
              <a:t>Adding new ability to already compiled application</a:t>
            </a:r>
            <a:endParaRPr/>
          </a:p>
          <a:p>
            <a:pPr indent="-2794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"/>
              <a:buNone/>
            </a:pPr>
            <a:r>
              <a:t/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"/>
              <a:buChar char="❑"/>
            </a:pPr>
            <a:r>
              <a:rPr lang="en-US"/>
              <a:t>Benefit?</a:t>
            </a:r>
            <a:endParaRPr/>
          </a:p>
          <a:p>
            <a:pPr indent="-342900" lvl="1" marL="8001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Easier upgrade</a:t>
            </a:r>
            <a:endParaRPr/>
          </a:p>
          <a:p>
            <a:pPr indent="-342900" lvl="1" marL="8001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Easier maintenance (isolation)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-US"/>
              <a:t>Task list</a:t>
            </a:r>
            <a:endParaRPr/>
          </a:p>
        </p:txBody>
      </p:sp>
      <p:sp>
        <p:nvSpPr>
          <p:cNvPr id="106" name="Google Shape;106;p3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Prepare the contract (interface)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Implement the plugins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Load and use</a:t>
            </a:r>
            <a:endParaRPr/>
          </a:p>
        </p:txBody>
      </p:sp>
      <p:sp>
        <p:nvSpPr>
          <p:cNvPr id="107" name="Google Shape;107;p3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/>
          <p:nvPr>
            <p:ph type="title"/>
          </p:nvPr>
        </p:nvSpPr>
        <p:spPr>
          <a:xfrm>
            <a:off x="527050" y="229393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Quattrocento Sans"/>
              <a:buNone/>
            </a:pPr>
            <a:r>
              <a:rPr lang="en-US"/>
              <a:t>Quick Start</a:t>
            </a:r>
            <a:endParaRPr/>
          </a:p>
        </p:txBody>
      </p:sp>
      <p:sp>
        <p:nvSpPr>
          <p:cNvPr id="113" name="Google Shape;113;p4"/>
          <p:cNvSpPr txBox="1"/>
          <p:nvPr>
            <p:ph idx="4294967295" type="sldNum"/>
          </p:nvPr>
        </p:nvSpPr>
        <p:spPr>
          <a:xfrm>
            <a:off x="70104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-US"/>
              <a:t>Example result</a:t>
            </a:r>
            <a:endParaRPr/>
          </a:p>
        </p:txBody>
      </p:sp>
      <p:grpSp>
        <p:nvGrpSpPr>
          <p:cNvPr id="119" name="Google Shape;119;p5"/>
          <p:cNvGrpSpPr/>
          <p:nvPr/>
        </p:nvGrpSpPr>
        <p:grpSpPr>
          <a:xfrm>
            <a:off x="2799435" y="1891156"/>
            <a:ext cx="6092519" cy="4012245"/>
            <a:chOff x="2365681" y="2418695"/>
            <a:chExt cx="6092519" cy="4012245"/>
          </a:xfrm>
        </p:grpSpPr>
        <p:pic>
          <p:nvPicPr>
            <p:cNvPr id="120" name="Google Shape;120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65681" y="2418695"/>
              <a:ext cx="6092519" cy="36803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" name="Google Shape;121;p5"/>
            <p:cNvSpPr/>
            <p:nvPr/>
          </p:nvSpPr>
          <p:spPr>
            <a:xfrm>
              <a:off x="5965413" y="3303736"/>
              <a:ext cx="1432316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Contract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5"/>
            <p:cNvSpPr/>
            <p:nvPr/>
          </p:nvSpPr>
          <p:spPr>
            <a:xfrm>
              <a:off x="5567499" y="3446417"/>
              <a:ext cx="297180" cy="240030"/>
            </a:xfrm>
            <a:prstGeom prst="left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5"/>
            <p:cNvSpPr/>
            <p:nvPr/>
          </p:nvSpPr>
          <p:spPr>
            <a:xfrm>
              <a:off x="3116256" y="5907720"/>
              <a:ext cx="4591386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Two implemented dll modules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24" name="Google Shape;12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3967486"/>
            <a:ext cx="2074894" cy="1412695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352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-US"/>
              <a:t>Create an instance of a class</a:t>
            </a:r>
            <a:endParaRPr/>
          </a:p>
        </p:txBody>
      </p:sp>
      <p:sp>
        <p:nvSpPr>
          <p:cNvPr id="130" name="Google Shape;130;p6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1" name="Google Shape;13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538312"/>
            <a:ext cx="3790950" cy="28003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2" name="Google Shape;13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8825" y="4949162"/>
            <a:ext cx="7686675" cy="5238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7d14e30613_0_0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-US" sz="4100"/>
              <a:t>Check if a class inherits from another class</a:t>
            </a:r>
            <a:endParaRPr sz="4100"/>
          </a:p>
        </p:txBody>
      </p:sp>
      <p:sp>
        <p:nvSpPr>
          <p:cNvPr id="138" name="Google Shape;138;g17d14e30613_0_0"/>
          <p:cNvSpPr txBox="1"/>
          <p:nvPr>
            <p:ph idx="12" type="sldNum"/>
          </p:nvPr>
        </p:nvSpPr>
        <p:spPr>
          <a:xfrm>
            <a:off x="6858000" y="632460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9" name="Google Shape;139;g17d14e30613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2000250"/>
            <a:ext cx="8077200" cy="2857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0" name="Google Shape;140;g17d14e30613_0_0"/>
          <p:cNvSpPr/>
          <p:nvPr/>
        </p:nvSpPr>
        <p:spPr>
          <a:xfrm>
            <a:off x="269475" y="1818925"/>
            <a:ext cx="3287400" cy="5658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-US"/>
              <a:t>How to load dll plugins</a:t>
            </a:r>
            <a:endParaRPr/>
          </a:p>
        </p:txBody>
      </p:sp>
      <p:sp>
        <p:nvSpPr>
          <p:cNvPr id="146" name="Google Shape;146;p7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7" name="Google Shape;14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5911" y="1589705"/>
            <a:ext cx="6591319" cy="5100020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352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-US"/>
              <a:t>Execute the DLLs</a:t>
            </a:r>
            <a:endParaRPr/>
          </a:p>
        </p:txBody>
      </p:sp>
      <p:sp>
        <p:nvSpPr>
          <p:cNvPr id="153" name="Google Shape;153;p8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4" name="Google Shape;15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3416" y="1756559"/>
            <a:ext cx="8235976" cy="2029995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352"/>
              </a:srgbClr>
            </a:outerShdw>
          </a:effectLst>
        </p:spPr>
      </p:pic>
      <p:pic>
        <p:nvPicPr>
          <p:cNvPr id="155" name="Google Shape;15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8929" y="4247713"/>
            <a:ext cx="1991003" cy="657317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352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-US"/>
              <a:t>Improvement</a:t>
            </a:r>
            <a:endParaRPr/>
          </a:p>
        </p:txBody>
      </p:sp>
      <p:sp>
        <p:nvSpPr>
          <p:cNvPr id="161" name="Google Shape;161;p9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"/>
              <a:buChar char="❑"/>
            </a:pPr>
            <a:r>
              <a:rPr lang="en-US"/>
              <a:t>Add two more operation: Multiplication, Division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"/>
              <a:buChar char="❑"/>
            </a:pPr>
            <a:r>
              <a:rPr lang="en-US"/>
              <a:t>Build into dlls, copy these two new dlls into the exe and see the program has new abilities </a:t>
            </a:r>
            <a:endParaRPr/>
          </a:p>
        </p:txBody>
      </p:sp>
      <p:sp>
        <p:nvSpPr>
          <p:cNvPr id="162" name="Google Shape;162;p9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lueTheme2015">
  <a:themeElements>
    <a:clrScheme name="Office 2007-2010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2016-05-20T21:20:11Z</dcterms:created>
  <dc:creator>Quang Tran Duy</dc:creator>
</cp:coreProperties>
</file>